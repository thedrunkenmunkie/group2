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9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6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7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6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27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60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78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08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7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9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74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19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8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DAFF604-458C-4D50-A5C1-D23DB3ADB4B3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F271863-AFE4-485B-BB66-EDFBE6F53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33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igite.com/agile/agile-methodology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br.org/1986/01/the-new-new-product-development-gam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twitter.com/intent/tweet?url=https%3A%2F%2Fwww.digite.com%2Fagile%2Fscrum-methodology%2F&amp;text=%E2%80%9CDoing%20half%20of%20something%20is%2C%20essentially%2C%20doing%20nothing.%E2%80%9D%20%E2%80%93%20Jeff%20Sutherland&amp;via=digiteinc&amp;related=digitein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enlinders.com/2016/agile-scrum-beyond-sw-developmen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Scrum Methodology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Agile development 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195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What is Scrum?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 is an </a:t>
            </a:r>
            <a:r>
              <a:rPr lang="en-US" dirty="0">
                <a:effectLst/>
                <a:hlinkClick r:id="rId2"/>
              </a:rPr>
              <a:t>agile development methodology</a:t>
            </a:r>
            <a:r>
              <a:rPr lang="en-US" dirty="0">
                <a:effectLst/>
              </a:rPr>
              <a:t> </a:t>
            </a:r>
            <a:endParaRPr lang="en-US" dirty="0" smtClean="0"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 the development of Software based on an iterative and incremental processes</a:t>
            </a:r>
            <a:r>
              <a:rPr lang="en-US" dirty="0" smtClean="0">
                <a:effectLst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 adaptable, fast, flexible and effective agile </a:t>
            </a:r>
            <a:r>
              <a:rPr lang="en-US" dirty="0" smtClean="0">
                <a:effectLst/>
              </a:rPr>
              <a:t>framework.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to satisfy the customer’s need through an environment of transparency in communication, collective responsibility and continuous progress.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8749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um Method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619" y="374074"/>
            <a:ext cx="9753600" cy="605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8011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History on Scrum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 to 1986 in the Harvard Business Review (HBR) article titled, “</a:t>
            </a:r>
            <a:r>
              <a:rPr lang="en-US" dirty="0">
                <a:effectLst/>
                <a:hlinkClick r:id="rId2"/>
              </a:rPr>
              <a:t>The New Product Development Game</a:t>
            </a:r>
            <a:r>
              <a:rPr lang="en-US" dirty="0" smtClean="0">
                <a:effectLst/>
              </a:rPr>
              <a:t>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 companies such as Honda, Canon, and </a:t>
            </a:r>
            <a:r>
              <a:rPr lang="en-US" dirty="0" smtClean="0">
                <a:effectLst/>
              </a:rPr>
              <a:t>Fuji-Xerox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effectLst/>
              </a:rPr>
              <a:t>influence </a:t>
            </a:r>
            <a:r>
              <a:rPr lang="en-US" dirty="0">
                <a:effectLst/>
              </a:rPr>
              <a:t>to develop many of the concepts that gave birth to what we now call Scrum</a:t>
            </a:r>
            <a:r>
              <a:rPr lang="en-US" dirty="0" smtClean="0">
                <a:effectLst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term drawn from Rugby, which refers to how the game is restarted after a foul or when the ball has left the game.</a:t>
            </a:r>
            <a:endParaRPr lang="en-US" dirty="0" smtClean="0"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160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hlinkClick r:id="rId2"/>
              </a:rPr>
              <a:t>“Doing half of something is, essentially, doing nothing.” – Jeff Sutherland</a:t>
            </a:r>
            <a:endParaRPr lang="en-US" dirty="0"/>
          </a:p>
        </p:txBody>
      </p:sp>
      <p:pic>
        <p:nvPicPr>
          <p:cNvPr id="2050" name="Picture 2" descr="Jeff-Sutherl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959" y="2154959"/>
            <a:ext cx="4703041" cy="4703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8646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Scrum Methodology &amp; Process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effectLst/>
              </a:rPr>
              <a:t>an </a:t>
            </a:r>
            <a:r>
              <a:rPr lang="en-US" dirty="0">
                <a:effectLst/>
              </a:rPr>
              <a:t>evolution of Agile </a:t>
            </a:r>
            <a:r>
              <a:rPr lang="en-US" dirty="0" smtClean="0">
                <a:effectLst/>
              </a:rPr>
              <a:t>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 defined practices and roles that must be involved during the software development process</a:t>
            </a:r>
            <a:r>
              <a:rPr lang="en-US" dirty="0" smtClean="0">
                <a:effectLst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 flexible </a:t>
            </a:r>
            <a:r>
              <a:rPr lang="en-US" dirty="0" smtClean="0">
                <a:effectLst/>
              </a:rPr>
              <a:t>methodology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is used mainly for software development, but </a:t>
            </a:r>
            <a:r>
              <a:rPr lang="en-US" dirty="0">
                <a:effectLst/>
                <a:hlinkClick r:id="rId2"/>
              </a:rPr>
              <a:t>other sectors</a:t>
            </a:r>
            <a:r>
              <a:rPr lang="en-US" dirty="0">
                <a:effectLst/>
              </a:rPr>
              <a:t> are also taking advantage of its benefits by implementing this methodology in their organizational models such as sales, marketing, &amp; HR teams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79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64" y="509155"/>
            <a:ext cx="11139054" cy="566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527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Benefits of Scrum Methodology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Easily </a:t>
            </a:r>
            <a:r>
              <a:rPr lang="en-US" dirty="0" smtClean="0">
                <a:effectLst/>
              </a:rPr>
              <a:t>Scalable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Compliance of </a:t>
            </a:r>
            <a:r>
              <a:rPr lang="en-US" dirty="0" smtClean="0">
                <a:effectLst/>
              </a:rPr>
              <a:t>expectations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Flexible to </a:t>
            </a:r>
            <a:r>
              <a:rPr lang="en-US" dirty="0" smtClean="0">
                <a:effectLst/>
              </a:rPr>
              <a:t>changes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Time to Market </a:t>
            </a:r>
            <a:r>
              <a:rPr lang="en-US" dirty="0" smtClean="0">
                <a:effectLst/>
              </a:rPr>
              <a:t>reduction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Higher software </a:t>
            </a:r>
            <a:r>
              <a:rPr lang="en-US" dirty="0" smtClean="0">
                <a:effectLst/>
              </a:rPr>
              <a:t>quality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Timely </a:t>
            </a:r>
            <a:r>
              <a:rPr lang="en-US" dirty="0" smtClean="0">
                <a:effectLst/>
              </a:rPr>
              <a:t>Prediction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Reduction of risks</a:t>
            </a:r>
            <a:endParaRPr lang="en-US" dirty="0" smtClean="0"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717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more information: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https://www.digite.com/agile/scrum-methodology/</a:t>
            </a:r>
          </a:p>
        </p:txBody>
      </p:sp>
    </p:spTree>
    <p:extLst>
      <p:ext uri="{BB962C8B-B14F-4D97-AF65-F5344CB8AC3E}">
        <p14:creationId xmlns:p14="http://schemas.microsoft.com/office/powerpoint/2010/main" val="8561260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988</TotalTime>
  <Words>68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</vt:lpstr>
      <vt:lpstr>Mesh</vt:lpstr>
      <vt:lpstr>Scrum Methodology </vt:lpstr>
      <vt:lpstr>What is Scrum? </vt:lpstr>
      <vt:lpstr>PowerPoint Presentation</vt:lpstr>
      <vt:lpstr>History on Scrum </vt:lpstr>
      <vt:lpstr>“Doing half of something is, essentially, doing nothing.” – Jeff Sutherland</vt:lpstr>
      <vt:lpstr>Scrum Methodology &amp; Process </vt:lpstr>
      <vt:lpstr>PowerPoint Presentation</vt:lpstr>
      <vt:lpstr>Benefits of Scrum Methodology </vt:lpstr>
      <vt:lpstr>For more information: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Kailen</dc:creator>
  <cp:lastModifiedBy>Kailen</cp:lastModifiedBy>
  <cp:revision>9</cp:revision>
  <dcterms:created xsi:type="dcterms:W3CDTF">2021-09-05T13:16:53Z</dcterms:created>
  <dcterms:modified xsi:type="dcterms:W3CDTF">2021-09-06T05:45:28Z</dcterms:modified>
</cp:coreProperties>
</file>