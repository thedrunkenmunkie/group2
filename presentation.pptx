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0" r:id="rId4"/>
    <p:sldId id="285" r:id="rId5"/>
    <p:sldId id="261" r:id="rId6"/>
    <p:sldId id="262" r:id="rId7"/>
    <p:sldId id="263" r:id="rId8"/>
    <p:sldId id="264" r:id="rId9"/>
    <p:sldId id="265" r:id="rId10"/>
    <p:sldId id="266" r:id="rId11"/>
    <p:sldId id="267" r:id="rId12"/>
    <p:sldId id="268" r:id="rId13"/>
    <p:sldId id="269" r:id="rId14"/>
    <p:sldId id="286" r:id="rId15"/>
    <p:sldId id="287" r:id="rId16"/>
    <p:sldId id="288" r:id="rId17"/>
    <p:sldId id="270" r:id="rId18"/>
    <p:sldId id="271" r:id="rId19"/>
    <p:sldId id="272" r:id="rId20"/>
    <p:sldId id="273" r:id="rId21"/>
    <p:sldId id="258" r:id="rId22"/>
    <p:sldId id="280" r:id="rId23"/>
    <p:sldId id="281" r:id="rId24"/>
    <p:sldId id="282" r:id="rId25"/>
    <p:sldId id="283" r:id="rId26"/>
    <p:sldId id="28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11/3/2021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11/3/2021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11/3/2021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11/3/2021</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15.xml.rels><?xml version="1.0" encoding="UTF-8" standalone="yes"?>
<Relationships xmlns="http://schemas.openxmlformats.org/package/2006/relationships"><Relationship Id="rId3" Type="http://schemas.openxmlformats.org/officeDocument/2006/relationships/oleObject" Target="file:///C:\Users\User\Desktop\Test.xlsx" TargetMode="External"/><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ZA" dirty="0" smtClean="0"/>
              <a:t>GROUP 2</a:t>
            </a:r>
            <a:endParaRPr lang="en-ZA" dirty="0"/>
          </a:p>
        </p:txBody>
      </p:sp>
      <p:sp>
        <p:nvSpPr>
          <p:cNvPr id="3" name="Subtitle 2"/>
          <p:cNvSpPr>
            <a:spLocks noGrp="1"/>
          </p:cNvSpPr>
          <p:nvPr>
            <p:ph type="subTitle" idx="1"/>
          </p:nvPr>
        </p:nvSpPr>
        <p:spPr/>
        <p:txBody>
          <a:bodyPr/>
          <a:lstStyle/>
          <a:p>
            <a:r>
              <a:rPr lang="en-ZA" dirty="0" smtClean="0"/>
              <a:t>TESTING</a:t>
            </a:r>
            <a:endParaRPr lang="en-ZA" dirty="0"/>
          </a:p>
        </p:txBody>
      </p:sp>
    </p:spTree>
    <p:extLst>
      <p:ext uri="{BB962C8B-B14F-4D97-AF65-F5344CB8AC3E}">
        <p14:creationId xmlns:p14="http://schemas.microsoft.com/office/powerpoint/2010/main" val="89112874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MEET THE TEAM</a:t>
            </a:r>
            <a:endParaRPr lang="en-ZA" dirty="0"/>
          </a:p>
        </p:txBody>
      </p:sp>
      <p:sp>
        <p:nvSpPr>
          <p:cNvPr id="3" name="Content Placeholder 2"/>
          <p:cNvSpPr>
            <a:spLocks noGrp="1"/>
          </p:cNvSpPr>
          <p:nvPr>
            <p:ph idx="1"/>
          </p:nvPr>
        </p:nvSpPr>
        <p:spPr/>
        <p:txBody>
          <a:bodyPr>
            <a:normAutofit fontScale="77500" lnSpcReduction="20000"/>
          </a:bodyPr>
          <a:lstStyle/>
          <a:p>
            <a:pPr>
              <a:buFont typeface="Wingdings" panose="05000000000000000000" pitchFamily="2" charset="2"/>
              <a:buChar char="Ø"/>
            </a:pPr>
            <a:r>
              <a:rPr lang="en-ZA" dirty="0" smtClean="0"/>
              <a:t>KAILEN NAIDOO</a:t>
            </a:r>
          </a:p>
          <a:p>
            <a:pPr>
              <a:buFont typeface="Wingdings" panose="05000000000000000000" pitchFamily="2" charset="2"/>
              <a:buChar char="Ø"/>
            </a:pPr>
            <a:r>
              <a:rPr lang="en-ZA" dirty="0" smtClean="0"/>
              <a:t>SHANTE PEARL CHETTY</a:t>
            </a:r>
          </a:p>
          <a:p>
            <a:pPr>
              <a:buFont typeface="Wingdings" panose="05000000000000000000" pitchFamily="2" charset="2"/>
              <a:buChar char="Ø"/>
            </a:pPr>
            <a:r>
              <a:rPr lang="en-ZA" dirty="0" smtClean="0"/>
              <a:t>XOLANI DLAMINI</a:t>
            </a:r>
          </a:p>
          <a:p>
            <a:pPr>
              <a:buFont typeface="Wingdings" panose="05000000000000000000" pitchFamily="2" charset="2"/>
              <a:buChar char="Ø"/>
            </a:pPr>
            <a:r>
              <a:rPr lang="en-US" dirty="0" smtClean="0">
                <a:solidFill>
                  <a:prstClr val="white"/>
                </a:solidFill>
                <a:effectLst/>
              </a:rPr>
              <a:t>NOKUTHULA MAKHANYA </a:t>
            </a:r>
          </a:p>
          <a:p>
            <a:pPr>
              <a:buFont typeface="Wingdings" panose="05000000000000000000" pitchFamily="2" charset="2"/>
              <a:buChar char="Ø"/>
            </a:pPr>
            <a:r>
              <a:rPr lang="en-US" dirty="0" smtClean="0"/>
              <a:t>JUDITH MATLALA </a:t>
            </a:r>
          </a:p>
          <a:p>
            <a:pPr>
              <a:buFont typeface="Wingdings" panose="05000000000000000000" pitchFamily="2" charset="2"/>
              <a:buChar char="Ø"/>
            </a:pPr>
            <a:r>
              <a:rPr lang="en-US" dirty="0" smtClean="0"/>
              <a:t>JULY SHELANE </a:t>
            </a:r>
          </a:p>
          <a:p>
            <a:pPr>
              <a:buFont typeface="Wingdings" panose="05000000000000000000" pitchFamily="2" charset="2"/>
              <a:buChar char="Ø"/>
            </a:pPr>
            <a:r>
              <a:rPr lang="en-US" dirty="0" smtClean="0"/>
              <a:t>MAMOSA MATJEKA </a:t>
            </a:r>
          </a:p>
          <a:p>
            <a:pPr>
              <a:buFont typeface="Wingdings" panose="05000000000000000000" pitchFamily="2" charset="2"/>
              <a:buChar char="Ø"/>
            </a:pPr>
            <a:r>
              <a:rPr lang="en-US" dirty="0" smtClean="0"/>
              <a:t>KEABETSWE MODISE </a:t>
            </a:r>
            <a:endParaRPr lang="en-US" dirty="0" smtClean="0"/>
          </a:p>
          <a:p>
            <a:pPr>
              <a:buFont typeface="Wingdings" panose="05000000000000000000" pitchFamily="2" charset="2"/>
              <a:buChar char="Ø"/>
            </a:pPr>
            <a:r>
              <a:rPr lang="en-US" dirty="0">
                <a:effectLst/>
              </a:rPr>
              <a:t>LEHLOHONOLO MAFABATHO </a:t>
            </a:r>
            <a:endParaRPr lang="en-US" dirty="0" smtClean="0"/>
          </a:p>
          <a:p>
            <a:pPr>
              <a:buFont typeface="Wingdings" panose="05000000000000000000" pitchFamily="2" charset="2"/>
              <a:buChar char="Ø"/>
            </a:pPr>
            <a:r>
              <a:rPr lang="en-US" dirty="0" smtClean="0">
                <a:effectLst/>
              </a:rPr>
              <a:t>STAKEHOLDERS</a:t>
            </a:r>
            <a:endParaRPr lang="en-US" dirty="0" smtClean="0">
              <a:effectLst/>
            </a:endParaRPr>
          </a:p>
        </p:txBody>
      </p:sp>
    </p:spTree>
    <p:extLst>
      <p:ext uri="{BB962C8B-B14F-4D97-AF65-F5344CB8AC3E}">
        <p14:creationId xmlns:p14="http://schemas.microsoft.com/office/powerpoint/2010/main" val="293084742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80">
                                          <p:stCondLst>
                                            <p:cond delay="0"/>
                                          </p:stCondLst>
                                        </p:cTn>
                                        <p:tgtEl>
                                          <p:spTgt spid="3">
                                            <p:txEl>
                                              <p:pRg st="0" end="0"/>
                                            </p:txEl>
                                          </p:spTgt>
                                        </p:tgtEl>
                                      </p:cBhvr>
                                    </p:animEffect>
                                    <p:anim calcmode="lin" valueType="num">
                                      <p:cBhvr>
                                        <p:cTn id="15"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0" end="0"/>
                                            </p:txEl>
                                          </p:spTgt>
                                        </p:tgtEl>
                                      </p:cBhvr>
                                      <p:to x="100000" y="60000"/>
                                    </p:animScale>
                                    <p:animScale>
                                      <p:cBhvr>
                                        <p:cTn id="21" dur="166" decel="50000">
                                          <p:stCondLst>
                                            <p:cond delay="676"/>
                                          </p:stCondLst>
                                        </p:cTn>
                                        <p:tgtEl>
                                          <p:spTgt spid="3">
                                            <p:txEl>
                                              <p:pRg st="0" end="0"/>
                                            </p:txEl>
                                          </p:spTgt>
                                        </p:tgtEl>
                                      </p:cBhvr>
                                      <p:to x="100000" y="100000"/>
                                    </p:animScale>
                                    <p:animScale>
                                      <p:cBhvr>
                                        <p:cTn id="22" dur="26">
                                          <p:stCondLst>
                                            <p:cond delay="1312"/>
                                          </p:stCondLst>
                                        </p:cTn>
                                        <p:tgtEl>
                                          <p:spTgt spid="3">
                                            <p:txEl>
                                              <p:pRg st="0" end="0"/>
                                            </p:txEl>
                                          </p:spTgt>
                                        </p:tgtEl>
                                      </p:cBhvr>
                                      <p:to x="100000" y="80000"/>
                                    </p:animScale>
                                    <p:animScale>
                                      <p:cBhvr>
                                        <p:cTn id="23" dur="166" decel="50000">
                                          <p:stCondLst>
                                            <p:cond delay="1338"/>
                                          </p:stCondLst>
                                        </p:cTn>
                                        <p:tgtEl>
                                          <p:spTgt spid="3">
                                            <p:txEl>
                                              <p:pRg st="0" end="0"/>
                                            </p:txEl>
                                          </p:spTgt>
                                        </p:tgtEl>
                                      </p:cBhvr>
                                      <p:to x="100000" y="100000"/>
                                    </p:animScale>
                                    <p:animScale>
                                      <p:cBhvr>
                                        <p:cTn id="24" dur="26">
                                          <p:stCondLst>
                                            <p:cond delay="1642"/>
                                          </p:stCondLst>
                                        </p:cTn>
                                        <p:tgtEl>
                                          <p:spTgt spid="3">
                                            <p:txEl>
                                              <p:pRg st="0" end="0"/>
                                            </p:txEl>
                                          </p:spTgt>
                                        </p:tgtEl>
                                      </p:cBhvr>
                                      <p:to x="100000" y="90000"/>
                                    </p:animScale>
                                    <p:animScale>
                                      <p:cBhvr>
                                        <p:cTn id="25" dur="166" decel="50000">
                                          <p:stCondLst>
                                            <p:cond delay="1668"/>
                                          </p:stCondLst>
                                        </p:cTn>
                                        <p:tgtEl>
                                          <p:spTgt spid="3">
                                            <p:txEl>
                                              <p:pRg st="0" end="0"/>
                                            </p:txEl>
                                          </p:spTgt>
                                        </p:tgtEl>
                                      </p:cBhvr>
                                      <p:to x="100000" y="100000"/>
                                    </p:animScale>
                                    <p:animScale>
                                      <p:cBhvr>
                                        <p:cTn id="26" dur="26">
                                          <p:stCondLst>
                                            <p:cond delay="1808"/>
                                          </p:stCondLst>
                                        </p:cTn>
                                        <p:tgtEl>
                                          <p:spTgt spid="3">
                                            <p:txEl>
                                              <p:pRg st="0" end="0"/>
                                            </p:txEl>
                                          </p:spTgt>
                                        </p:tgtEl>
                                      </p:cBhvr>
                                      <p:to x="100000" y="95000"/>
                                    </p:animScale>
                                    <p:animScale>
                                      <p:cBhvr>
                                        <p:cTn id="27" dur="166" decel="50000">
                                          <p:stCondLst>
                                            <p:cond delay="1834"/>
                                          </p:stCondLst>
                                        </p:cTn>
                                        <p:tgtEl>
                                          <p:spTgt spid="3">
                                            <p:txEl>
                                              <p:pRg st="0" end="0"/>
                                            </p:txEl>
                                          </p:spTgt>
                                        </p:tgtEl>
                                      </p:cBhvr>
                                      <p:to x="100000" y="100000"/>
                                    </p:animScale>
                                  </p:childTnLst>
                                </p:cTn>
                              </p:par>
                              <p:par>
                                <p:cTn id="28" presetID="26" presetClass="entr" presetSubtype="0" fill="hold" grpId="0"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wipe(down)">
                                      <p:cBhvr>
                                        <p:cTn id="30" dur="580">
                                          <p:stCondLst>
                                            <p:cond delay="0"/>
                                          </p:stCondLst>
                                        </p:cTn>
                                        <p:tgtEl>
                                          <p:spTgt spid="3">
                                            <p:txEl>
                                              <p:pRg st="1" end="1"/>
                                            </p:txEl>
                                          </p:spTgt>
                                        </p:tgtEl>
                                      </p:cBhvr>
                                    </p:animEffect>
                                    <p:anim calcmode="lin" valueType="num">
                                      <p:cBhvr>
                                        <p:cTn id="31"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xEl>
                                              <p:pRg st="1" end="1"/>
                                            </p:txEl>
                                          </p:spTgt>
                                        </p:tgtEl>
                                      </p:cBhvr>
                                      <p:to x="100000" y="60000"/>
                                    </p:animScale>
                                    <p:animScale>
                                      <p:cBhvr>
                                        <p:cTn id="37" dur="166" decel="50000">
                                          <p:stCondLst>
                                            <p:cond delay="676"/>
                                          </p:stCondLst>
                                        </p:cTn>
                                        <p:tgtEl>
                                          <p:spTgt spid="3">
                                            <p:txEl>
                                              <p:pRg st="1" end="1"/>
                                            </p:txEl>
                                          </p:spTgt>
                                        </p:tgtEl>
                                      </p:cBhvr>
                                      <p:to x="100000" y="100000"/>
                                    </p:animScale>
                                    <p:animScale>
                                      <p:cBhvr>
                                        <p:cTn id="38" dur="26">
                                          <p:stCondLst>
                                            <p:cond delay="1312"/>
                                          </p:stCondLst>
                                        </p:cTn>
                                        <p:tgtEl>
                                          <p:spTgt spid="3">
                                            <p:txEl>
                                              <p:pRg st="1" end="1"/>
                                            </p:txEl>
                                          </p:spTgt>
                                        </p:tgtEl>
                                      </p:cBhvr>
                                      <p:to x="100000" y="80000"/>
                                    </p:animScale>
                                    <p:animScale>
                                      <p:cBhvr>
                                        <p:cTn id="39" dur="166" decel="50000">
                                          <p:stCondLst>
                                            <p:cond delay="1338"/>
                                          </p:stCondLst>
                                        </p:cTn>
                                        <p:tgtEl>
                                          <p:spTgt spid="3">
                                            <p:txEl>
                                              <p:pRg st="1" end="1"/>
                                            </p:txEl>
                                          </p:spTgt>
                                        </p:tgtEl>
                                      </p:cBhvr>
                                      <p:to x="100000" y="100000"/>
                                    </p:animScale>
                                    <p:animScale>
                                      <p:cBhvr>
                                        <p:cTn id="40" dur="26">
                                          <p:stCondLst>
                                            <p:cond delay="1642"/>
                                          </p:stCondLst>
                                        </p:cTn>
                                        <p:tgtEl>
                                          <p:spTgt spid="3">
                                            <p:txEl>
                                              <p:pRg st="1" end="1"/>
                                            </p:txEl>
                                          </p:spTgt>
                                        </p:tgtEl>
                                      </p:cBhvr>
                                      <p:to x="100000" y="90000"/>
                                    </p:animScale>
                                    <p:animScale>
                                      <p:cBhvr>
                                        <p:cTn id="41" dur="166" decel="50000">
                                          <p:stCondLst>
                                            <p:cond delay="1668"/>
                                          </p:stCondLst>
                                        </p:cTn>
                                        <p:tgtEl>
                                          <p:spTgt spid="3">
                                            <p:txEl>
                                              <p:pRg st="1" end="1"/>
                                            </p:txEl>
                                          </p:spTgt>
                                        </p:tgtEl>
                                      </p:cBhvr>
                                      <p:to x="100000" y="100000"/>
                                    </p:animScale>
                                    <p:animScale>
                                      <p:cBhvr>
                                        <p:cTn id="42" dur="26">
                                          <p:stCondLst>
                                            <p:cond delay="1808"/>
                                          </p:stCondLst>
                                        </p:cTn>
                                        <p:tgtEl>
                                          <p:spTgt spid="3">
                                            <p:txEl>
                                              <p:pRg st="1" end="1"/>
                                            </p:txEl>
                                          </p:spTgt>
                                        </p:tgtEl>
                                      </p:cBhvr>
                                      <p:to x="100000" y="95000"/>
                                    </p:animScale>
                                    <p:animScale>
                                      <p:cBhvr>
                                        <p:cTn id="43" dur="166" decel="50000">
                                          <p:stCondLst>
                                            <p:cond delay="1834"/>
                                          </p:stCondLst>
                                        </p:cTn>
                                        <p:tgtEl>
                                          <p:spTgt spid="3">
                                            <p:txEl>
                                              <p:pRg st="1" end="1"/>
                                            </p:txEl>
                                          </p:spTgt>
                                        </p:tgtEl>
                                      </p:cBhvr>
                                      <p:to x="100000" y="100000"/>
                                    </p:animScale>
                                  </p:childTnLst>
                                </p:cTn>
                              </p:par>
                              <p:par>
                                <p:cTn id="44" presetID="26" presetClass="entr" presetSubtype="0" fill="hold" grpId="0" nodeType="with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wipe(down)">
                                      <p:cBhvr>
                                        <p:cTn id="46" dur="580">
                                          <p:stCondLst>
                                            <p:cond delay="0"/>
                                          </p:stCondLst>
                                        </p:cTn>
                                        <p:tgtEl>
                                          <p:spTgt spid="3">
                                            <p:txEl>
                                              <p:pRg st="2" end="2"/>
                                            </p:txEl>
                                          </p:spTgt>
                                        </p:tgtEl>
                                      </p:cBhvr>
                                    </p:animEffect>
                                    <p:anim calcmode="lin" valueType="num">
                                      <p:cBhvr>
                                        <p:cTn id="47"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2" dur="26">
                                          <p:stCondLst>
                                            <p:cond delay="650"/>
                                          </p:stCondLst>
                                        </p:cTn>
                                        <p:tgtEl>
                                          <p:spTgt spid="3">
                                            <p:txEl>
                                              <p:pRg st="2" end="2"/>
                                            </p:txEl>
                                          </p:spTgt>
                                        </p:tgtEl>
                                      </p:cBhvr>
                                      <p:to x="100000" y="60000"/>
                                    </p:animScale>
                                    <p:animScale>
                                      <p:cBhvr>
                                        <p:cTn id="53" dur="166" decel="50000">
                                          <p:stCondLst>
                                            <p:cond delay="676"/>
                                          </p:stCondLst>
                                        </p:cTn>
                                        <p:tgtEl>
                                          <p:spTgt spid="3">
                                            <p:txEl>
                                              <p:pRg st="2" end="2"/>
                                            </p:txEl>
                                          </p:spTgt>
                                        </p:tgtEl>
                                      </p:cBhvr>
                                      <p:to x="100000" y="100000"/>
                                    </p:animScale>
                                    <p:animScale>
                                      <p:cBhvr>
                                        <p:cTn id="54" dur="26">
                                          <p:stCondLst>
                                            <p:cond delay="1312"/>
                                          </p:stCondLst>
                                        </p:cTn>
                                        <p:tgtEl>
                                          <p:spTgt spid="3">
                                            <p:txEl>
                                              <p:pRg st="2" end="2"/>
                                            </p:txEl>
                                          </p:spTgt>
                                        </p:tgtEl>
                                      </p:cBhvr>
                                      <p:to x="100000" y="80000"/>
                                    </p:animScale>
                                    <p:animScale>
                                      <p:cBhvr>
                                        <p:cTn id="55" dur="166" decel="50000">
                                          <p:stCondLst>
                                            <p:cond delay="1338"/>
                                          </p:stCondLst>
                                        </p:cTn>
                                        <p:tgtEl>
                                          <p:spTgt spid="3">
                                            <p:txEl>
                                              <p:pRg st="2" end="2"/>
                                            </p:txEl>
                                          </p:spTgt>
                                        </p:tgtEl>
                                      </p:cBhvr>
                                      <p:to x="100000" y="100000"/>
                                    </p:animScale>
                                    <p:animScale>
                                      <p:cBhvr>
                                        <p:cTn id="56" dur="26">
                                          <p:stCondLst>
                                            <p:cond delay="1642"/>
                                          </p:stCondLst>
                                        </p:cTn>
                                        <p:tgtEl>
                                          <p:spTgt spid="3">
                                            <p:txEl>
                                              <p:pRg st="2" end="2"/>
                                            </p:txEl>
                                          </p:spTgt>
                                        </p:tgtEl>
                                      </p:cBhvr>
                                      <p:to x="100000" y="90000"/>
                                    </p:animScale>
                                    <p:animScale>
                                      <p:cBhvr>
                                        <p:cTn id="57" dur="166" decel="50000">
                                          <p:stCondLst>
                                            <p:cond delay="1668"/>
                                          </p:stCondLst>
                                        </p:cTn>
                                        <p:tgtEl>
                                          <p:spTgt spid="3">
                                            <p:txEl>
                                              <p:pRg st="2" end="2"/>
                                            </p:txEl>
                                          </p:spTgt>
                                        </p:tgtEl>
                                      </p:cBhvr>
                                      <p:to x="100000" y="100000"/>
                                    </p:animScale>
                                    <p:animScale>
                                      <p:cBhvr>
                                        <p:cTn id="58" dur="26">
                                          <p:stCondLst>
                                            <p:cond delay="1808"/>
                                          </p:stCondLst>
                                        </p:cTn>
                                        <p:tgtEl>
                                          <p:spTgt spid="3">
                                            <p:txEl>
                                              <p:pRg st="2" end="2"/>
                                            </p:txEl>
                                          </p:spTgt>
                                        </p:tgtEl>
                                      </p:cBhvr>
                                      <p:to x="100000" y="95000"/>
                                    </p:animScale>
                                    <p:animScale>
                                      <p:cBhvr>
                                        <p:cTn id="59" dur="166" decel="50000">
                                          <p:stCondLst>
                                            <p:cond delay="1834"/>
                                          </p:stCondLst>
                                        </p:cTn>
                                        <p:tgtEl>
                                          <p:spTgt spid="3">
                                            <p:txEl>
                                              <p:pRg st="2" end="2"/>
                                            </p:txEl>
                                          </p:spTgt>
                                        </p:tgtEl>
                                      </p:cBhvr>
                                      <p:to x="100000" y="100000"/>
                                    </p:animScale>
                                  </p:childTnLst>
                                </p:cTn>
                              </p:par>
                              <p:par>
                                <p:cTn id="60" presetID="26" presetClass="entr" presetSubtype="0" fill="hold" grpId="0" nodeType="withEffect">
                                  <p:stCondLst>
                                    <p:cond delay="0"/>
                                  </p:stCondLst>
                                  <p:childTnLst>
                                    <p:set>
                                      <p:cBhvr>
                                        <p:cTn id="61" dur="1" fill="hold">
                                          <p:stCondLst>
                                            <p:cond delay="0"/>
                                          </p:stCondLst>
                                        </p:cTn>
                                        <p:tgtEl>
                                          <p:spTgt spid="3">
                                            <p:txEl>
                                              <p:pRg st="3" end="3"/>
                                            </p:txEl>
                                          </p:spTgt>
                                        </p:tgtEl>
                                        <p:attrNameLst>
                                          <p:attrName>style.visibility</p:attrName>
                                        </p:attrNameLst>
                                      </p:cBhvr>
                                      <p:to>
                                        <p:strVal val="visible"/>
                                      </p:to>
                                    </p:set>
                                    <p:animEffect transition="in" filter="wipe(down)">
                                      <p:cBhvr>
                                        <p:cTn id="62" dur="580">
                                          <p:stCondLst>
                                            <p:cond delay="0"/>
                                          </p:stCondLst>
                                        </p:cTn>
                                        <p:tgtEl>
                                          <p:spTgt spid="3">
                                            <p:txEl>
                                              <p:pRg st="3" end="3"/>
                                            </p:txEl>
                                          </p:spTgt>
                                        </p:tgtEl>
                                      </p:cBhvr>
                                    </p:animEffect>
                                    <p:anim calcmode="lin" valueType="num">
                                      <p:cBhvr>
                                        <p:cTn id="63"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8" dur="26">
                                          <p:stCondLst>
                                            <p:cond delay="650"/>
                                          </p:stCondLst>
                                        </p:cTn>
                                        <p:tgtEl>
                                          <p:spTgt spid="3">
                                            <p:txEl>
                                              <p:pRg st="3" end="3"/>
                                            </p:txEl>
                                          </p:spTgt>
                                        </p:tgtEl>
                                      </p:cBhvr>
                                      <p:to x="100000" y="60000"/>
                                    </p:animScale>
                                    <p:animScale>
                                      <p:cBhvr>
                                        <p:cTn id="69" dur="166" decel="50000">
                                          <p:stCondLst>
                                            <p:cond delay="676"/>
                                          </p:stCondLst>
                                        </p:cTn>
                                        <p:tgtEl>
                                          <p:spTgt spid="3">
                                            <p:txEl>
                                              <p:pRg st="3" end="3"/>
                                            </p:txEl>
                                          </p:spTgt>
                                        </p:tgtEl>
                                      </p:cBhvr>
                                      <p:to x="100000" y="100000"/>
                                    </p:animScale>
                                    <p:animScale>
                                      <p:cBhvr>
                                        <p:cTn id="70" dur="26">
                                          <p:stCondLst>
                                            <p:cond delay="1312"/>
                                          </p:stCondLst>
                                        </p:cTn>
                                        <p:tgtEl>
                                          <p:spTgt spid="3">
                                            <p:txEl>
                                              <p:pRg st="3" end="3"/>
                                            </p:txEl>
                                          </p:spTgt>
                                        </p:tgtEl>
                                      </p:cBhvr>
                                      <p:to x="100000" y="80000"/>
                                    </p:animScale>
                                    <p:animScale>
                                      <p:cBhvr>
                                        <p:cTn id="71" dur="166" decel="50000">
                                          <p:stCondLst>
                                            <p:cond delay="1338"/>
                                          </p:stCondLst>
                                        </p:cTn>
                                        <p:tgtEl>
                                          <p:spTgt spid="3">
                                            <p:txEl>
                                              <p:pRg st="3" end="3"/>
                                            </p:txEl>
                                          </p:spTgt>
                                        </p:tgtEl>
                                      </p:cBhvr>
                                      <p:to x="100000" y="100000"/>
                                    </p:animScale>
                                    <p:animScale>
                                      <p:cBhvr>
                                        <p:cTn id="72" dur="26">
                                          <p:stCondLst>
                                            <p:cond delay="1642"/>
                                          </p:stCondLst>
                                        </p:cTn>
                                        <p:tgtEl>
                                          <p:spTgt spid="3">
                                            <p:txEl>
                                              <p:pRg st="3" end="3"/>
                                            </p:txEl>
                                          </p:spTgt>
                                        </p:tgtEl>
                                      </p:cBhvr>
                                      <p:to x="100000" y="90000"/>
                                    </p:animScale>
                                    <p:animScale>
                                      <p:cBhvr>
                                        <p:cTn id="73" dur="166" decel="50000">
                                          <p:stCondLst>
                                            <p:cond delay="1668"/>
                                          </p:stCondLst>
                                        </p:cTn>
                                        <p:tgtEl>
                                          <p:spTgt spid="3">
                                            <p:txEl>
                                              <p:pRg st="3" end="3"/>
                                            </p:txEl>
                                          </p:spTgt>
                                        </p:tgtEl>
                                      </p:cBhvr>
                                      <p:to x="100000" y="100000"/>
                                    </p:animScale>
                                    <p:animScale>
                                      <p:cBhvr>
                                        <p:cTn id="74" dur="26">
                                          <p:stCondLst>
                                            <p:cond delay="1808"/>
                                          </p:stCondLst>
                                        </p:cTn>
                                        <p:tgtEl>
                                          <p:spTgt spid="3">
                                            <p:txEl>
                                              <p:pRg st="3" end="3"/>
                                            </p:txEl>
                                          </p:spTgt>
                                        </p:tgtEl>
                                      </p:cBhvr>
                                      <p:to x="100000" y="95000"/>
                                    </p:animScale>
                                    <p:animScale>
                                      <p:cBhvr>
                                        <p:cTn id="75" dur="166" decel="50000">
                                          <p:stCondLst>
                                            <p:cond delay="1834"/>
                                          </p:stCondLst>
                                        </p:cTn>
                                        <p:tgtEl>
                                          <p:spTgt spid="3">
                                            <p:txEl>
                                              <p:pRg st="3" end="3"/>
                                            </p:txEl>
                                          </p:spTgt>
                                        </p:tgtEl>
                                      </p:cBhvr>
                                      <p:to x="100000" y="100000"/>
                                    </p:animScale>
                                  </p:childTnLst>
                                </p:cTn>
                              </p:par>
                              <p:par>
                                <p:cTn id="76" presetID="26" presetClass="entr" presetSubtype="0" fill="hold" grpId="0" nodeType="withEffect">
                                  <p:stCondLst>
                                    <p:cond delay="0"/>
                                  </p:stCondLst>
                                  <p:childTnLst>
                                    <p:set>
                                      <p:cBhvr>
                                        <p:cTn id="77" dur="1" fill="hold">
                                          <p:stCondLst>
                                            <p:cond delay="0"/>
                                          </p:stCondLst>
                                        </p:cTn>
                                        <p:tgtEl>
                                          <p:spTgt spid="3">
                                            <p:txEl>
                                              <p:pRg st="4" end="4"/>
                                            </p:txEl>
                                          </p:spTgt>
                                        </p:tgtEl>
                                        <p:attrNameLst>
                                          <p:attrName>style.visibility</p:attrName>
                                        </p:attrNameLst>
                                      </p:cBhvr>
                                      <p:to>
                                        <p:strVal val="visible"/>
                                      </p:to>
                                    </p:set>
                                    <p:animEffect transition="in" filter="wipe(down)">
                                      <p:cBhvr>
                                        <p:cTn id="78" dur="580">
                                          <p:stCondLst>
                                            <p:cond delay="0"/>
                                          </p:stCondLst>
                                        </p:cTn>
                                        <p:tgtEl>
                                          <p:spTgt spid="3">
                                            <p:txEl>
                                              <p:pRg st="4" end="4"/>
                                            </p:txEl>
                                          </p:spTgt>
                                        </p:tgtEl>
                                      </p:cBhvr>
                                    </p:animEffect>
                                    <p:anim calcmode="lin" valueType="num">
                                      <p:cBhvr>
                                        <p:cTn id="79"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0"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1"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2"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3"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4" dur="26">
                                          <p:stCondLst>
                                            <p:cond delay="650"/>
                                          </p:stCondLst>
                                        </p:cTn>
                                        <p:tgtEl>
                                          <p:spTgt spid="3">
                                            <p:txEl>
                                              <p:pRg st="4" end="4"/>
                                            </p:txEl>
                                          </p:spTgt>
                                        </p:tgtEl>
                                      </p:cBhvr>
                                      <p:to x="100000" y="60000"/>
                                    </p:animScale>
                                    <p:animScale>
                                      <p:cBhvr>
                                        <p:cTn id="85" dur="166" decel="50000">
                                          <p:stCondLst>
                                            <p:cond delay="676"/>
                                          </p:stCondLst>
                                        </p:cTn>
                                        <p:tgtEl>
                                          <p:spTgt spid="3">
                                            <p:txEl>
                                              <p:pRg st="4" end="4"/>
                                            </p:txEl>
                                          </p:spTgt>
                                        </p:tgtEl>
                                      </p:cBhvr>
                                      <p:to x="100000" y="100000"/>
                                    </p:animScale>
                                    <p:animScale>
                                      <p:cBhvr>
                                        <p:cTn id="86" dur="26">
                                          <p:stCondLst>
                                            <p:cond delay="1312"/>
                                          </p:stCondLst>
                                        </p:cTn>
                                        <p:tgtEl>
                                          <p:spTgt spid="3">
                                            <p:txEl>
                                              <p:pRg st="4" end="4"/>
                                            </p:txEl>
                                          </p:spTgt>
                                        </p:tgtEl>
                                      </p:cBhvr>
                                      <p:to x="100000" y="80000"/>
                                    </p:animScale>
                                    <p:animScale>
                                      <p:cBhvr>
                                        <p:cTn id="87" dur="166" decel="50000">
                                          <p:stCondLst>
                                            <p:cond delay="1338"/>
                                          </p:stCondLst>
                                        </p:cTn>
                                        <p:tgtEl>
                                          <p:spTgt spid="3">
                                            <p:txEl>
                                              <p:pRg st="4" end="4"/>
                                            </p:txEl>
                                          </p:spTgt>
                                        </p:tgtEl>
                                      </p:cBhvr>
                                      <p:to x="100000" y="100000"/>
                                    </p:animScale>
                                    <p:animScale>
                                      <p:cBhvr>
                                        <p:cTn id="88" dur="26">
                                          <p:stCondLst>
                                            <p:cond delay="1642"/>
                                          </p:stCondLst>
                                        </p:cTn>
                                        <p:tgtEl>
                                          <p:spTgt spid="3">
                                            <p:txEl>
                                              <p:pRg st="4" end="4"/>
                                            </p:txEl>
                                          </p:spTgt>
                                        </p:tgtEl>
                                      </p:cBhvr>
                                      <p:to x="100000" y="90000"/>
                                    </p:animScale>
                                    <p:animScale>
                                      <p:cBhvr>
                                        <p:cTn id="89" dur="166" decel="50000">
                                          <p:stCondLst>
                                            <p:cond delay="1668"/>
                                          </p:stCondLst>
                                        </p:cTn>
                                        <p:tgtEl>
                                          <p:spTgt spid="3">
                                            <p:txEl>
                                              <p:pRg st="4" end="4"/>
                                            </p:txEl>
                                          </p:spTgt>
                                        </p:tgtEl>
                                      </p:cBhvr>
                                      <p:to x="100000" y="100000"/>
                                    </p:animScale>
                                    <p:animScale>
                                      <p:cBhvr>
                                        <p:cTn id="90" dur="26">
                                          <p:stCondLst>
                                            <p:cond delay="1808"/>
                                          </p:stCondLst>
                                        </p:cTn>
                                        <p:tgtEl>
                                          <p:spTgt spid="3">
                                            <p:txEl>
                                              <p:pRg st="4" end="4"/>
                                            </p:txEl>
                                          </p:spTgt>
                                        </p:tgtEl>
                                      </p:cBhvr>
                                      <p:to x="100000" y="95000"/>
                                    </p:animScale>
                                    <p:animScale>
                                      <p:cBhvr>
                                        <p:cTn id="91" dur="166" decel="50000">
                                          <p:stCondLst>
                                            <p:cond delay="1834"/>
                                          </p:stCondLst>
                                        </p:cTn>
                                        <p:tgtEl>
                                          <p:spTgt spid="3">
                                            <p:txEl>
                                              <p:pRg st="4" end="4"/>
                                            </p:txEl>
                                          </p:spTgt>
                                        </p:tgtEl>
                                      </p:cBhvr>
                                      <p:to x="100000" y="100000"/>
                                    </p:animScale>
                                  </p:childTnLst>
                                </p:cTn>
                              </p:par>
                              <p:par>
                                <p:cTn id="92" presetID="26" presetClass="entr" presetSubtype="0" fill="hold" grpId="0" nodeType="withEffect">
                                  <p:stCondLst>
                                    <p:cond delay="0"/>
                                  </p:stCondLst>
                                  <p:childTnLst>
                                    <p:set>
                                      <p:cBhvr>
                                        <p:cTn id="93" dur="1" fill="hold">
                                          <p:stCondLst>
                                            <p:cond delay="0"/>
                                          </p:stCondLst>
                                        </p:cTn>
                                        <p:tgtEl>
                                          <p:spTgt spid="3">
                                            <p:txEl>
                                              <p:pRg st="5" end="5"/>
                                            </p:txEl>
                                          </p:spTgt>
                                        </p:tgtEl>
                                        <p:attrNameLst>
                                          <p:attrName>style.visibility</p:attrName>
                                        </p:attrNameLst>
                                      </p:cBhvr>
                                      <p:to>
                                        <p:strVal val="visible"/>
                                      </p:to>
                                    </p:set>
                                    <p:animEffect transition="in" filter="wipe(down)">
                                      <p:cBhvr>
                                        <p:cTn id="94" dur="580">
                                          <p:stCondLst>
                                            <p:cond delay="0"/>
                                          </p:stCondLst>
                                        </p:cTn>
                                        <p:tgtEl>
                                          <p:spTgt spid="3">
                                            <p:txEl>
                                              <p:pRg st="5" end="5"/>
                                            </p:txEl>
                                          </p:spTgt>
                                        </p:tgtEl>
                                      </p:cBhvr>
                                    </p:animEffect>
                                    <p:anim calcmode="lin" valueType="num">
                                      <p:cBhvr>
                                        <p:cTn id="95"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6"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97"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98"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99"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00" dur="26">
                                          <p:stCondLst>
                                            <p:cond delay="650"/>
                                          </p:stCondLst>
                                        </p:cTn>
                                        <p:tgtEl>
                                          <p:spTgt spid="3">
                                            <p:txEl>
                                              <p:pRg st="5" end="5"/>
                                            </p:txEl>
                                          </p:spTgt>
                                        </p:tgtEl>
                                      </p:cBhvr>
                                      <p:to x="100000" y="60000"/>
                                    </p:animScale>
                                    <p:animScale>
                                      <p:cBhvr>
                                        <p:cTn id="101" dur="166" decel="50000">
                                          <p:stCondLst>
                                            <p:cond delay="676"/>
                                          </p:stCondLst>
                                        </p:cTn>
                                        <p:tgtEl>
                                          <p:spTgt spid="3">
                                            <p:txEl>
                                              <p:pRg st="5" end="5"/>
                                            </p:txEl>
                                          </p:spTgt>
                                        </p:tgtEl>
                                      </p:cBhvr>
                                      <p:to x="100000" y="100000"/>
                                    </p:animScale>
                                    <p:animScale>
                                      <p:cBhvr>
                                        <p:cTn id="102" dur="26">
                                          <p:stCondLst>
                                            <p:cond delay="1312"/>
                                          </p:stCondLst>
                                        </p:cTn>
                                        <p:tgtEl>
                                          <p:spTgt spid="3">
                                            <p:txEl>
                                              <p:pRg st="5" end="5"/>
                                            </p:txEl>
                                          </p:spTgt>
                                        </p:tgtEl>
                                      </p:cBhvr>
                                      <p:to x="100000" y="80000"/>
                                    </p:animScale>
                                    <p:animScale>
                                      <p:cBhvr>
                                        <p:cTn id="103" dur="166" decel="50000">
                                          <p:stCondLst>
                                            <p:cond delay="1338"/>
                                          </p:stCondLst>
                                        </p:cTn>
                                        <p:tgtEl>
                                          <p:spTgt spid="3">
                                            <p:txEl>
                                              <p:pRg st="5" end="5"/>
                                            </p:txEl>
                                          </p:spTgt>
                                        </p:tgtEl>
                                      </p:cBhvr>
                                      <p:to x="100000" y="100000"/>
                                    </p:animScale>
                                    <p:animScale>
                                      <p:cBhvr>
                                        <p:cTn id="104" dur="26">
                                          <p:stCondLst>
                                            <p:cond delay="1642"/>
                                          </p:stCondLst>
                                        </p:cTn>
                                        <p:tgtEl>
                                          <p:spTgt spid="3">
                                            <p:txEl>
                                              <p:pRg st="5" end="5"/>
                                            </p:txEl>
                                          </p:spTgt>
                                        </p:tgtEl>
                                      </p:cBhvr>
                                      <p:to x="100000" y="90000"/>
                                    </p:animScale>
                                    <p:animScale>
                                      <p:cBhvr>
                                        <p:cTn id="105" dur="166" decel="50000">
                                          <p:stCondLst>
                                            <p:cond delay="1668"/>
                                          </p:stCondLst>
                                        </p:cTn>
                                        <p:tgtEl>
                                          <p:spTgt spid="3">
                                            <p:txEl>
                                              <p:pRg st="5" end="5"/>
                                            </p:txEl>
                                          </p:spTgt>
                                        </p:tgtEl>
                                      </p:cBhvr>
                                      <p:to x="100000" y="100000"/>
                                    </p:animScale>
                                    <p:animScale>
                                      <p:cBhvr>
                                        <p:cTn id="106" dur="26">
                                          <p:stCondLst>
                                            <p:cond delay="1808"/>
                                          </p:stCondLst>
                                        </p:cTn>
                                        <p:tgtEl>
                                          <p:spTgt spid="3">
                                            <p:txEl>
                                              <p:pRg st="5" end="5"/>
                                            </p:txEl>
                                          </p:spTgt>
                                        </p:tgtEl>
                                      </p:cBhvr>
                                      <p:to x="100000" y="95000"/>
                                    </p:animScale>
                                    <p:animScale>
                                      <p:cBhvr>
                                        <p:cTn id="107" dur="166" decel="50000">
                                          <p:stCondLst>
                                            <p:cond delay="1834"/>
                                          </p:stCondLst>
                                        </p:cTn>
                                        <p:tgtEl>
                                          <p:spTgt spid="3">
                                            <p:txEl>
                                              <p:pRg st="5" end="5"/>
                                            </p:txEl>
                                          </p:spTgt>
                                        </p:tgtEl>
                                      </p:cBhvr>
                                      <p:to x="100000" y="100000"/>
                                    </p:animScale>
                                  </p:childTnLst>
                                </p:cTn>
                              </p:par>
                              <p:par>
                                <p:cTn id="108" presetID="26" presetClass="entr" presetSubtype="0" fill="hold" grpId="0" nodeType="withEffect">
                                  <p:stCondLst>
                                    <p:cond delay="0"/>
                                  </p:stCondLst>
                                  <p:childTnLst>
                                    <p:set>
                                      <p:cBhvr>
                                        <p:cTn id="109" dur="1" fill="hold">
                                          <p:stCondLst>
                                            <p:cond delay="0"/>
                                          </p:stCondLst>
                                        </p:cTn>
                                        <p:tgtEl>
                                          <p:spTgt spid="3">
                                            <p:txEl>
                                              <p:pRg st="6" end="6"/>
                                            </p:txEl>
                                          </p:spTgt>
                                        </p:tgtEl>
                                        <p:attrNameLst>
                                          <p:attrName>style.visibility</p:attrName>
                                        </p:attrNameLst>
                                      </p:cBhvr>
                                      <p:to>
                                        <p:strVal val="visible"/>
                                      </p:to>
                                    </p:set>
                                    <p:animEffect transition="in" filter="wipe(down)">
                                      <p:cBhvr>
                                        <p:cTn id="110" dur="580">
                                          <p:stCondLst>
                                            <p:cond delay="0"/>
                                          </p:stCondLst>
                                        </p:cTn>
                                        <p:tgtEl>
                                          <p:spTgt spid="3">
                                            <p:txEl>
                                              <p:pRg st="6" end="6"/>
                                            </p:txEl>
                                          </p:spTgt>
                                        </p:tgtEl>
                                      </p:cBhvr>
                                    </p:animEffect>
                                    <p:anim calcmode="lin" valueType="num">
                                      <p:cBhvr>
                                        <p:cTn id="111"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12"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13"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14"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15"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16" dur="26">
                                          <p:stCondLst>
                                            <p:cond delay="650"/>
                                          </p:stCondLst>
                                        </p:cTn>
                                        <p:tgtEl>
                                          <p:spTgt spid="3">
                                            <p:txEl>
                                              <p:pRg st="6" end="6"/>
                                            </p:txEl>
                                          </p:spTgt>
                                        </p:tgtEl>
                                      </p:cBhvr>
                                      <p:to x="100000" y="60000"/>
                                    </p:animScale>
                                    <p:animScale>
                                      <p:cBhvr>
                                        <p:cTn id="117" dur="166" decel="50000">
                                          <p:stCondLst>
                                            <p:cond delay="676"/>
                                          </p:stCondLst>
                                        </p:cTn>
                                        <p:tgtEl>
                                          <p:spTgt spid="3">
                                            <p:txEl>
                                              <p:pRg st="6" end="6"/>
                                            </p:txEl>
                                          </p:spTgt>
                                        </p:tgtEl>
                                      </p:cBhvr>
                                      <p:to x="100000" y="100000"/>
                                    </p:animScale>
                                    <p:animScale>
                                      <p:cBhvr>
                                        <p:cTn id="118" dur="26">
                                          <p:stCondLst>
                                            <p:cond delay="1312"/>
                                          </p:stCondLst>
                                        </p:cTn>
                                        <p:tgtEl>
                                          <p:spTgt spid="3">
                                            <p:txEl>
                                              <p:pRg st="6" end="6"/>
                                            </p:txEl>
                                          </p:spTgt>
                                        </p:tgtEl>
                                      </p:cBhvr>
                                      <p:to x="100000" y="80000"/>
                                    </p:animScale>
                                    <p:animScale>
                                      <p:cBhvr>
                                        <p:cTn id="119" dur="166" decel="50000">
                                          <p:stCondLst>
                                            <p:cond delay="1338"/>
                                          </p:stCondLst>
                                        </p:cTn>
                                        <p:tgtEl>
                                          <p:spTgt spid="3">
                                            <p:txEl>
                                              <p:pRg st="6" end="6"/>
                                            </p:txEl>
                                          </p:spTgt>
                                        </p:tgtEl>
                                      </p:cBhvr>
                                      <p:to x="100000" y="100000"/>
                                    </p:animScale>
                                    <p:animScale>
                                      <p:cBhvr>
                                        <p:cTn id="120" dur="26">
                                          <p:stCondLst>
                                            <p:cond delay="1642"/>
                                          </p:stCondLst>
                                        </p:cTn>
                                        <p:tgtEl>
                                          <p:spTgt spid="3">
                                            <p:txEl>
                                              <p:pRg st="6" end="6"/>
                                            </p:txEl>
                                          </p:spTgt>
                                        </p:tgtEl>
                                      </p:cBhvr>
                                      <p:to x="100000" y="90000"/>
                                    </p:animScale>
                                    <p:animScale>
                                      <p:cBhvr>
                                        <p:cTn id="121" dur="166" decel="50000">
                                          <p:stCondLst>
                                            <p:cond delay="1668"/>
                                          </p:stCondLst>
                                        </p:cTn>
                                        <p:tgtEl>
                                          <p:spTgt spid="3">
                                            <p:txEl>
                                              <p:pRg st="6" end="6"/>
                                            </p:txEl>
                                          </p:spTgt>
                                        </p:tgtEl>
                                      </p:cBhvr>
                                      <p:to x="100000" y="100000"/>
                                    </p:animScale>
                                    <p:animScale>
                                      <p:cBhvr>
                                        <p:cTn id="122" dur="26">
                                          <p:stCondLst>
                                            <p:cond delay="1808"/>
                                          </p:stCondLst>
                                        </p:cTn>
                                        <p:tgtEl>
                                          <p:spTgt spid="3">
                                            <p:txEl>
                                              <p:pRg st="6" end="6"/>
                                            </p:txEl>
                                          </p:spTgt>
                                        </p:tgtEl>
                                      </p:cBhvr>
                                      <p:to x="100000" y="95000"/>
                                    </p:animScale>
                                    <p:animScale>
                                      <p:cBhvr>
                                        <p:cTn id="123" dur="166" decel="50000">
                                          <p:stCondLst>
                                            <p:cond delay="1834"/>
                                          </p:stCondLst>
                                        </p:cTn>
                                        <p:tgtEl>
                                          <p:spTgt spid="3">
                                            <p:txEl>
                                              <p:pRg st="6" end="6"/>
                                            </p:txEl>
                                          </p:spTgt>
                                        </p:tgtEl>
                                      </p:cBhvr>
                                      <p:to x="100000" y="100000"/>
                                    </p:animScale>
                                  </p:childTnLst>
                                </p:cTn>
                              </p:par>
                              <p:par>
                                <p:cTn id="124" presetID="26" presetClass="entr" presetSubtype="0" fill="hold" grpId="0" nodeType="withEffect">
                                  <p:stCondLst>
                                    <p:cond delay="0"/>
                                  </p:stCondLst>
                                  <p:childTnLst>
                                    <p:set>
                                      <p:cBhvr>
                                        <p:cTn id="125" dur="1" fill="hold">
                                          <p:stCondLst>
                                            <p:cond delay="0"/>
                                          </p:stCondLst>
                                        </p:cTn>
                                        <p:tgtEl>
                                          <p:spTgt spid="3">
                                            <p:txEl>
                                              <p:pRg st="7" end="7"/>
                                            </p:txEl>
                                          </p:spTgt>
                                        </p:tgtEl>
                                        <p:attrNameLst>
                                          <p:attrName>style.visibility</p:attrName>
                                        </p:attrNameLst>
                                      </p:cBhvr>
                                      <p:to>
                                        <p:strVal val="visible"/>
                                      </p:to>
                                    </p:set>
                                    <p:animEffect transition="in" filter="wipe(down)">
                                      <p:cBhvr>
                                        <p:cTn id="126" dur="580">
                                          <p:stCondLst>
                                            <p:cond delay="0"/>
                                          </p:stCondLst>
                                        </p:cTn>
                                        <p:tgtEl>
                                          <p:spTgt spid="3">
                                            <p:txEl>
                                              <p:pRg st="7" end="7"/>
                                            </p:txEl>
                                          </p:spTgt>
                                        </p:tgtEl>
                                      </p:cBhvr>
                                    </p:animEffect>
                                    <p:anim calcmode="lin" valueType="num">
                                      <p:cBhvr>
                                        <p:cTn id="127"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28"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29"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30"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31"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32" dur="26">
                                          <p:stCondLst>
                                            <p:cond delay="650"/>
                                          </p:stCondLst>
                                        </p:cTn>
                                        <p:tgtEl>
                                          <p:spTgt spid="3">
                                            <p:txEl>
                                              <p:pRg st="7" end="7"/>
                                            </p:txEl>
                                          </p:spTgt>
                                        </p:tgtEl>
                                      </p:cBhvr>
                                      <p:to x="100000" y="60000"/>
                                    </p:animScale>
                                    <p:animScale>
                                      <p:cBhvr>
                                        <p:cTn id="133" dur="166" decel="50000">
                                          <p:stCondLst>
                                            <p:cond delay="676"/>
                                          </p:stCondLst>
                                        </p:cTn>
                                        <p:tgtEl>
                                          <p:spTgt spid="3">
                                            <p:txEl>
                                              <p:pRg st="7" end="7"/>
                                            </p:txEl>
                                          </p:spTgt>
                                        </p:tgtEl>
                                      </p:cBhvr>
                                      <p:to x="100000" y="100000"/>
                                    </p:animScale>
                                    <p:animScale>
                                      <p:cBhvr>
                                        <p:cTn id="134" dur="26">
                                          <p:stCondLst>
                                            <p:cond delay="1312"/>
                                          </p:stCondLst>
                                        </p:cTn>
                                        <p:tgtEl>
                                          <p:spTgt spid="3">
                                            <p:txEl>
                                              <p:pRg st="7" end="7"/>
                                            </p:txEl>
                                          </p:spTgt>
                                        </p:tgtEl>
                                      </p:cBhvr>
                                      <p:to x="100000" y="80000"/>
                                    </p:animScale>
                                    <p:animScale>
                                      <p:cBhvr>
                                        <p:cTn id="135" dur="166" decel="50000">
                                          <p:stCondLst>
                                            <p:cond delay="1338"/>
                                          </p:stCondLst>
                                        </p:cTn>
                                        <p:tgtEl>
                                          <p:spTgt spid="3">
                                            <p:txEl>
                                              <p:pRg st="7" end="7"/>
                                            </p:txEl>
                                          </p:spTgt>
                                        </p:tgtEl>
                                      </p:cBhvr>
                                      <p:to x="100000" y="100000"/>
                                    </p:animScale>
                                    <p:animScale>
                                      <p:cBhvr>
                                        <p:cTn id="136" dur="26">
                                          <p:stCondLst>
                                            <p:cond delay="1642"/>
                                          </p:stCondLst>
                                        </p:cTn>
                                        <p:tgtEl>
                                          <p:spTgt spid="3">
                                            <p:txEl>
                                              <p:pRg st="7" end="7"/>
                                            </p:txEl>
                                          </p:spTgt>
                                        </p:tgtEl>
                                      </p:cBhvr>
                                      <p:to x="100000" y="90000"/>
                                    </p:animScale>
                                    <p:animScale>
                                      <p:cBhvr>
                                        <p:cTn id="137" dur="166" decel="50000">
                                          <p:stCondLst>
                                            <p:cond delay="1668"/>
                                          </p:stCondLst>
                                        </p:cTn>
                                        <p:tgtEl>
                                          <p:spTgt spid="3">
                                            <p:txEl>
                                              <p:pRg st="7" end="7"/>
                                            </p:txEl>
                                          </p:spTgt>
                                        </p:tgtEl>
                                      </p:cBhvr>
                                      <p:to x="100000" y="100000"/>
                                    </p:animScale>
                                    <p:animScale>
                                      <p:cBhvr>
                                        <p:cTn id="138" dur="26">
                                          <p:stCondLst>
                                            <p:cond delay="1808"/>
                                          </p:stCondLst>
                                        </p:cTn>
                                        <p:tgtEl>
                                          <p:spTgt spid="3">
                                            <p:txEl>
                                              <p:pRg st="7" end="7"/>
                                            </p:txEl>
                                          </p:spTgt>
                                        </p:tgtEl>
                                      </p:cBhvr>
                                      <p:to x="100000" y="95000"/>
                                    </p:animScale>
                                    <p:animScale>
                                      <p:cBhvr>
                                        <p:cTn id="139" dur="166" decel="50000">
                                          <p:stCondLst>
                                            <p:cond delay="1834"/>
                                          </p:stCondLst>
                                        </p:cTn>
                                        <p:tgtEl>
                                          <p:spTgt spid="3">
                                            <p:txEl>
                                              <p:pRg st="7" end="7"/>
                                            </p:txEl>
                                          </p:spTgt>
                                        </p:tgtEl>
                                      </p:cBhvr>
                                      <p:to x="100000" y="100000"/>
                                    </p:animScale>
                                  </p:childTnLst>
                                </p:cTn>
                              </p:par>
                              <p:par>
                                <p:cTn id="140" presetID="26" presetClass="entr" presetSubtype="0" fill="hold" grpId="0" nodeType="withEffect">
                                  <p:stCondLst>
                                    <p:cond delay="0"/>
                                  </p:stCondLst>
                                  <p:childTnLst>
                                    <p:set>
                                      <p:cBhvr>
                                        <p:cTn id="141" dur="1" fill="hold">
                                          <p:stCondLst>
                                            <p:cond delay="0"/>
                                          </p:stCondLst>
                                        </p:cTn>
                                        <p:tgtEl>
                                          <p:spTgt spid="3">
                                            <p:txEl>
                                              <p:pRg st="8" end="8"/>
                                            </p:txEl>
                                          </p:spTgt>
                                        </p:tgtEl>
                                        <p:attrNameLst>
                                          <p:attrName>style.visibility</p:attrName>
                                        </p:attrNameLst>
                                      </p:cBhvr>
                                      <p:to>
                                        <p:strVal val="visible"/>
                                      </p:to>
                                    </p:set>
                                    <p:animEffect transition="in" filter="wipe(down)">
                                      <p:cBhvr>
                                        <p:cTn id="142" dur="580">
                                          <p:stCondLst>
                                            <p:cond delay="0"/>
                                          </p:stCondLst>
                                        </p:cTn>
                                        <p:tgtEl>
                                          <p:spTgt spid="3">
                                            <p:txEl>
                                              <p:pRg st="8" end="8"/>
                                            </p:txEl>
                                          </p:spTgt>
                                        </p:tgtEl>
                                      </p:cBhvr>
                                    </p:animEffect>
                                    <p:anim calcmode="lin" valueType="num">
                                      <p:cBhvr>
                                        <p:cTn id="143" dur="1822" tmFilter="0,0; 0.14,0.36; 0.43,0.73; 0.71,0.91; 1.0,1.0">
                                          <p:stCondLst>
                                            <p:cond delay="0"/>
                                          </p:stCondLst>
                                        </p:cTn>
                                        <p:tgtEl>
                                          <p:spTgt spid="3">
                                            <p:txEl>
                                              <p:pRg st="8" end="8"/>
                                            </p:txEl>
                                          </p:spTgt>
                                        </p:tgtEl>
                                        <p:attrNameLst>
                                          <p:attrName>ppt_x</p:attrName>
                                        </p:attrNameLst>
                                      </p:cBhvr>
                                      <p:tavLst>
                                        <p:tav tm="0">
                                          <p:val>
                                            <p:strVal val="#ppt_x-0.25"/>
                                          </p:val>
                                        </p:tav>
                                        <p:tav tm="100000">
                                          <p:val>
                                            <p:strVal val="#ppt_x"/>
                                          </p:val>
                                        </p:tav>
                                      </p:tavLst>
                                    </p:anim>
                                    <p:anim calcmode="lin" valueType="num">
                                      <p:cBhvr>
                                        <p:cTn id="144" dur="664" tmFilter="0.0,0.0; 0.25,0.07; 0.50,0.2; 0.75,0.467; 1.0,1.0">
                                          <p:stCondLst>
                                            <p:cond delay="0"/>
                                          </p:stCondLst>
                                        </p:cTn>
                                        <p:tgtEl>
                                          <p:spTgt spid="3">
                                            <p:txEl>
                                              <p:pRg st="8" end="8"/>
                                            </p:txEl>
                                          </p:spTgt>
                                        </p:tgtEl>
                                        <p:attrNameLst>
                                          <p:attrName>ppt_y</p:attrName>
                                        </p:attrNameLst>
                                      </p:cBhvr>
                                      <p:tavLst>
                                        <p:tav tm="0" fmla="#ppt_y-sin(pi*$)/3">
                                          <p:val>
                                            <p:fltVal val="0.5"/>
                                          </p:val>
                                        </p:tav>
                                        <p:tav tm="100000">
                                          <p:val>
                                            <p:fltVal val="1"/>
                                          </p:val>
                                        </p:tav>
                                      </p:tavLst>
                                    </p:anim>
                                    <p:anim calcmode="lin" valueType="num">
                                      <p:cBhvr>
                                        <p:cTn id="145" dur="664" tmFilter="0, 0; 0.125,0.2665; 0.25,0.4; 0.375,0.465; 0.5,0.5;  0.625,0.535; 0.75,0.6; 0.875,0.7335; 1,1">
                                          <p:stCondLst>
                                            <p:cond delay="664"/>
                                          </p:stCondLst>
                                        </p:cTn>
                                        <p:tgtEl>
                                          <p:spTgt spid="3">
                                            <p:txEl>
                                              <p:pRg st="8" end="8"/>
                                            </p:txEl>
                                          </p:spTgt>
                                        </p:tgtEl>
                                        <p:attrNameLst>
                                          <p:attrName>ppt_y</p:attrName>
                                        </p:attrNameLst>
                                      </p:cBhvr>
                                      <p:tavLst>
                                        <p:tav tm="0" fmla="#ppt_y-sin(pi*$)/9">
                                          <p:val>
                                            <p:fltVal val="0"/>
                                          </p:val>
                                        </p:tav>
                                        <p:tav tm="100000">
                                          <p:val>
                                            <p:fltVal val="1"/>
                                          </p:val>
                                        </p:tav>
                                      </p:tavLst>
                                    </p:anim>
                                    <p:anim calcmode="lin" valueType="num">
                                      <p:cBhvr>
                                        <p:cTn id="146" dur="332" tmFilter="0, 0; 0.125,0.2665; 0.25,0.4; 0.375,0.465; 0.5,0.5;  0.625,0.535; 0.75,0.6; 0.875,0.7335; 1,1">
                                          <p:stCondLst>
                                            <p:cond delay="1324"/>
                                          </p:stCondLst>
                                        </p:cTn>
                                        <p:tgtEl>
                                          <p:spTgt spid="3">
                                            <p:txEl>
                                              <p:pRg st="8" end="8"/>
                                            </p:txEl>
                                          </p:spTgt>
                                        </p:tgtEl>
                                        <p:attrNameLst>
                                          <p:attrName>ppt_y</p:attrName>
                                        </p:attrNameLst>
                                      </p:cBhvr>
                                      <p:tavLst>
                                        <p:tav tm="0" fmla="#ppt_y-sin(pi*$)/27">
                                          <p:val>
                                            <p:fltVal val="0"/>
                                          </p:val>
                                        </p:tav>
                                        <p:tav tm="100000">
                                          <p:val>
                                            <p:fltVal val="1"/>
                                          </p:val>
                                        </p:tav>
                                      </p:tavLst>
                                    </p:anim>
                                    <p:anim calcmode="lin" valueType="num">
                                      <p:cBhvr>
                                        <p:cTn id="147" dur="164" tmFilter="0, 0; 0.125,0.2665; 0.25,0.4; 0.375,0.465; 0.5,0.5;  0.625,0.535; 0.75,0.6; 0.875,0.7335; 1,1">
                                          <p:stCondLst>
                                            <p:cond delay="1656"/>
                                          </p:stCondLst>
                                        </p:cTn>
                                        <p:tgtEl>
                                          <p:spTgt spid="3">
                                            <p:txEl>
                                              <p:pRg st="8" end="8"/>
                                            </p:txEl>
                                          </p:spTgt>
                                        </p:tgtEl>
                                        <p:attrNameLst>
                                          <p:attrName>ppt_y</p:attrName>
                                        </p:attrNameLst>
                                      </p:cBhvr>
                                      <p:tavLst>
                                        <p:tav tm="0" fmla="#ppt_y-sin(pi*$)/81">
                                          <p:val>
                                            <p:fltVal val="0"/>
                                          </p:val>
                                        </p:tav>
                                        <p:tav tm="100000">
                                          <p:val>
                                            <p:fltVal val="1"/>
                                          </p:val>
                                        </p:tav>
                                      </p:tavLst>
                                    </p:anim>
                                    <p:animScale>
                                      <p:cBhvr>
                                        <p:cTn id="148" dur="26">
                                          <p:stCondLst>
                                            <p:cond delay="650"/>
                                          </p:stCondLst>
                                        </p:cTn>
                                        <p:tgtEl>
                                          <p:spTgt spid="3">
                                            <p:txEl>
                                              <p:pRg st="8" end="8"/>
                                            </p:txEl>
                                          </p:spTgt>
                                        </p:tgtEl>
                                      </p:cBhvr>
                                      <p:to x="100000" y="60000"/>
                                    </p:animScale>
                                    <p:animScale>
                                      <p:cBhvr>
                                        <p:cTn id="149" dur="166" decel="50000">
                                          <p:stCondLst>
                                            <p:cond delay="676"/>
                                          </p:stCondLst>
                                        </p:cTn>
                                        <p:tgtEl>
                                          <p:spTgt spid="3">
                                            <p:txEl>
                                              <p:pRg st="8" end="8"/>
                                            </p:txEl>
                                          </p:spTgt>
                                        </p:tgtEl>
                                      </p:cBhvr>
                                      <p:to x="100000" y="100000"/>
                                    </p:animScale>
                                    <p:animScale>
                                      <p:cBhvr>
                                        <p:cTn id="150" dur="26">
                                          <p:stCondLst>
                                            <p:cond delay="1312"/>
                                          </p:stCondLst>
                                        </p:cTn>
                                        <p:tgtEl>
                                          <p:spTgt spid="3">
                                            <p:txEl>
                                              <p:pRg st="8" end="8"/>
                                            </p:txEl>
                                          </p:spTgt>
                                        </p:tgtEl>
                                      </p:cBhvr>
                                      <p:to x="100000" y="80000"/>
                                    </p:animScale>
                                    <p:animScale>
                                      <p:cBhvr>
                                        <p:cTn id="151" dur="166" decel="50000">
                                          <p:stCondLst>
                                            <p:cond delay="1338"/>
                                          </p:stCondLst>
                                        </p:cTn>
                                        <p:tgtEl>
                                          <p:spTgt spid="3">
                                            <p:txEl>
                                              <p:pRg st="8" end="8"/>
                                            </p:txEl>
                                          </p:spTgt>
                                        </p:tgtEl>
                                      </p:cBhvr>
                                      <p:to x="100000" y="100000"/>
                                    </p:animScale>
                                    <p:animScale>
                                      <p:cBhvr>
                                        <p:cTn id="152" dur="26">
                                          <p:stCondLst>
                                            <p:cond delay="1642"/>
                                          </p:stCondLst>
                                        </p:cTn>
                                        <p:tgtEl>
                                          <p:spTgt spid="3">
                                            <p:txEl>
                                              <p:pRg st="8" end="8"/>
                                            </p:txEl>
                                          </p:spTgt>
                                        </p:tgtEl>
                                      </p:cBhvr>
                                      <p:to x="100000" y="90000"/>
                                    </p:animScale>
                                    <p:animScale>
                                      <p:cBhvr>
                                        <p:cTn id="153" dur="166" decel="50000">
                                          <p:stCondLst>
                                            <p:cond delay="1668"/>
                                          </p:stCondLst>
                                        </p:cTn>
                                        <p:tgtEl>
                                          <p:spTgt spid="3">
                                            <p:txEl>
                                              <p:pRg st="8" end="8"/>
                                            </p:txEl>
                                          </p:spTgt>
                                        </p:tgtEl>
                                      </p:cBhvr>
                                      <p:to x="100000" y="100000"/>
                                    </p:animScale>
                                    <p:animScale>
                                      <p:cBhvr>
                                        <p:cTn id="154" dur="26">
                                          <p:stCondLst>
                                            <p:cond delay="1808"/>
                                          </p:stCondLst>
                                        </p:cTn>
                                        <p:tgtEl>
                                          <p:spTgt spid="3">
                                            <p:txEl>
                                              <p:pRg st="8" end="8"/>
                                            </p:txEl>
                                          </p:spTgt>
                                        </p:tgtEl>
                                      </p:cBhvr>
                                      <p:to x="100000" y="95000"/>
                                    </p:animScale>
                                    <p:animScale>
                                      <p:cBhvr>
                                        <p:cTn id="155" dur="166" decel="50000">
                                          <p:stCondLst>
                                            <p:cond delay="1834"/>
                                          </p:stCondLst>
                                        </p:cTn>
                                        <p:tgtEl>
                                          <p:spTgt spid="3">
                                            <p:txEl>
                                              <p:pRg st="8" end="8"/>
                                            </p:txEl>
                                          </p:spTgt>
                                        </p:tgtEl>
                                      </p:cBhvr>
                                      <p:to x="100000" y="100000"/>
                                    </p:animScale>
                                  </p:childTnLst>
                                </p:cTn>
                              </p:par>
                              <p:par>
                                <p:cTn id="156" presetID="26" presetClass="entr" presetSubtype="0" fill="hold" grpId="0" nodeType="withEffect">
                                  <p:stCondLst>
                                    <p:cond delay="0"/>
                                  </p:stCondLst>
                                  <p:childTnLst>
                                    <p:set>
                                      <p:cBhvr>
                                        <p:cTn id="157" dur="1" fill="hold">
                                          <p:stCondLst>
                                            <p:cond delay="0"/>
                                          </p:stCondLst>
                                        </p:cTn>
                                        <p:tgtEl>
                                          <p:spTgt spid="3">
                                            <p:txEl>
                                              <p:pRg st="9" end="9"/>
                                            </p:txEl>
                                          </p:spTgt>
                                        </p:tgtEl>
                                        <p:attrNameLst>
                                          <p:attrName>style.visibility</p:attrName>
                                        </p:attrNameLst>
                                      </p:cBhvr>
                                      <p:to>
                                        <p:strVal val="visible"/>
                                      </p:to>
                                    </p:set>
                                    <p:animEffect transition="in" filter="wipe(down)">
                                      <p:cBhvr>
                                        <p:cTn id="158" dur="580">
                                          <p:stCondLst>
                                            <p:cond delay="0"/>
                                          </p:stCondLst>
                                        </p:cTn>
                                        <p:tgtEl>
                                          <p:spTgt spid="3">
                                            <p:txEl>
                                              <p:pRg st="9" end="9"/>
                                            </p:txEl>
                                          </p:spTgt>
                                        </p:tgtEl>
                                      </p:cBhvr>
                                    </p:animEffect>
                                    <p:anim calcmode="lin" valueType="num">
                                      <p:cBhvr>
                                        <p:cTn id="159" dur="1822" tmFilter="0,0; 0.14,0.36; 0.43,0.73; 0.71,0.91; 1.0,1.0">
                                          <p:stCondLst>
                                            <p:cond delay="0"/>
                                          </p:stCondLst>
                                        </p:cTn>
                                        <p:tgtEl>
                                          <p:spTgt spid="3">
                                            <p:txEl>
                                              <p:pRg st="9" end="9"/>
                                            </p:txEl>
                                          </p:spTgt>
                                        </p:tgtEl>
                                        <p:attrNameLst>
                                          <p:attrName>ppt_x</p:attrName>
                                        </p:attrNameLst>
                                      </p:cBhvr>
                                      <p:tavLst>
                                        <p:tav tm="0">
                                          <p:val>
                                            <p:strVal val="#ppt_x-0.25"/>
                                          </p:val>
                                        </p:tav>
                                        <p:tav tm="100000">
                                          <p:val>
                                            <p:strVal val="#ppt_x"/>
                                          </p:val>
                                        </p:tav>
                                      </p:tavLst>
                                    </p:anim>
                                    <p:anim calcmode="lin" valueType="num">
                                      <p:cBhvr>
                                        <p:cTn id="160" dur="664" tmFilter="0.0,0.0; 0.25,0.07; 0.50,0.2; 0.75,0.467; 1.0,1.0">
                                          <p:stCondLst>
                                            <p:cond delay="0"/>
                                          </p:stCondLst>
                                        </p:cTn>
                                        <p:tgtEl>
                                          <p:spTgt spid="3">
                                            <p:txEl>
                                              <p:pRg st="9" end="9"/>
                                            </p:txEl>
                                          </p:spTgt>
                                        </p:tgtEl>
                                        <p:attrNameLst>
                                          <p:attrName>ppt_y</p:attrName>
                                        </p:attrNameLst>
                                      </p:cBhvr>
                                      <p:tavLst>
                                        <p:tav tm="0" fmla="#ppt_y-sin(pi*$)/3">
                                          <p:val>
                                            <p:fltVal val="0.5"/>
                                          </p:val>
                                        </p:tav>
                                        <p:tav tm="100000">
                                          <p:val>
                                            <p:fltVal val="1"/>
                                          </p:val>
                                        </p:tav>
                                      </p:tavLst>
                                    </p:anim>
                                    <p:anim calcmode="lin" valueType="num">
                                      <p:cBhvr>
                                        <p:cTn id="161" dur="664" tmFilter="0, 0; 0.125,0.2665; 0.25,0.4; 0.375,0.465; 0.5,0.5;  0.625,0.535; 0.75,0.6; 0.875,0.7335; 1,1">
                                          <p:stCondLst>
                                            <p:cond delay="664"/>
                                          </p:stCondLst>
                                        </p:cTn>
                                        <p:tgtEl>
                                          <p:spTgt spid="3">
                                            <p:txEl>
                                              <p:pRg st="9" end="9"/>
                                            </p:txEl>
                                          </p:spTgt>
                                        </p:tgtEl>
                                        <p:attrNameLst>
                                          <p:attrName>ppt_y</p:attrName>
                                        </p:attrNameLst>
                                      </p:cBhvr>
                                      <p:tavLst>
                                        <p:tav tm="0" fmla="#ppt_y-sin(pi*$)/9">
                                          <p:val>
                                            <p:fltVal val="0"/>
                                          </p:val>
                                        </p:tav>
                                        <p:tav tm="100000">
                                          <p:val>
                                            <p:fltVal val="1"/>
                                          </p:val>
                                        </p:tav>
                                      </p:tavLst>
                                    </p:anim>
                                    <p:anim calcmode="lin" valueType="num">
                                      <p:cBhvr>
                                        <p:cTn id="162" dur="332" tmFilter="0, 0; 0.125,0.2665; 0.25,0.4; 0.375,0.465; 0.5,0.5;  0.625,0.535; 0.75,0.6; 0.875,0.7335; 1,1">
                                          <p:stCondLst>
                                            <p:cond delay="1324"/>
                                          </p:stCondLst>
                                        </p:cTn>
                                        <p:tgtEl>
                                          <p:spTgt spid="3">
                                            <p:txEl>
                                              <p:pRg st="9" end="9"/>
                                            </p:txEl>
                                          </p:spTgt>
                                        </p:tgtEl>
                                        <p:attrNameLst>
                                          <p:attrName>ppt_y</p:attrName>
                                        </p:attrNameLst>
                                      </p:cBhvr>
                                      <p:tavLst>
                                        <p:tav tm="0" fmla="#ppt_y-sin(pi*$)/27">
                                          <p:val>
                                            <p:fltVal val="0"/>
                                          </p:val>
                                        </p:tav>
                                        <p:tav tm="100000">
                                          <p:val>
                                            <p:fltVal val="1"/>
                                          </p:val>
                                        </p:tav>
                                      </p:tavLst>
                                    </p:anim>
                                    <p:anim calcmode="lin" valueType="num">
                                      <p:cBhvr>
                                        <p:cTn id="163" dur="164" tmFilter="0, 0; 0.125,0.2665; 0.25,0.4; 0.375,0.465; 0.5,0.5;  0.625,0.535; 0.75,0.6; 0.875,0.7335; 1,1">
                                          <p:stCondLst>
                                            <p:cond delay="1656"/>
                                          </p:stCondLst>
                                        </p:cTn>
                                        <p:tgtEl>
                                          <p:spTgt spid="3">
                                            <p:txEl>
                                              <p:pRg st="9" end="9"/>
                                            </p:txEl>
                                          </p:spTgt>
                                        </p:tgtEl>
                                        <p:attrNameLst>
                                          <p:attrName>ppt_y</p:attrName>
                                        </p:attrNameLst>
                                      </p:cBhvr>
                                      <p:tavLst>
                                        <p:tav tm="0" fmla="#ppt_y-sin(pi*$)/81">
                                          <p:val>
                                            <p:fltVal val="0"/>
                                          </p:val>
                                        </p:tav>
                                        <p:tav tm="100000">
                                          <p:val>
                                            <p:fltVal val="1"/>
                                          </p:val>
                                        </p:tav>
                                      </p:tavLst>
                                    </p:anim>
                                    <p:animScale>
                                      <p:cBhvr>
                                        <p:cTn id="164" dur="26">
                                          <p:stCondLst>
                                            <p:cond delay="650"/>
                                          </p:stCondLst>
                                        </p:cTn>
                                        <p:tgtEl>
                                          <p:spTgt spid="3">
                                            <p:txEl>
                                              <p:pRg st="9" end="9"/>
                                            </p:txEl>
                                          </p:spTgt>
                                        </p:tgtEl>
                                      </p:cBhvr>
                                      <p:to x="100000" y="60000"/>
                                    </p:animScale>
                                    <p:animScale>
                                      <p:cBhvr>
                                        <p:cTn id="165" dur="166" decel="50000">
                                          <p:stCondLst>
                                            <p:cond delay="676"/>
                                          </p:stCondLst>
                                        </p:cTn>
                                        <p:tgtEl>
                                          <p:spTgt spid="3">
                                            <p:txEl>
                                              <p:pRg st="9" end="9"/>
                                            </p:txEl>
                                          </p:spTgt>
                                        </p:tgtEl>
                                      </p:cBhvr>
                                      <p:to x="100000" y="100000"/>
                                    </p:animScale>
                                    <p:animScale>
                                      <p:cBhvr>
                                        <p:cTn id="166" dur="26">
                                          <p:stCondLst>
                                            <p:cond delay="1312"/>
                                          </p:stCondLst>
                                        </p:cTn>
                                        <p:tgtEl>
                                          <p:spTgt spid="3">
                                            <p:txEl>
                                              <p:pRg st="9" end="9"/>
                                            </p:txEl>
                                          </p:spTgt>
                                        </p:tgtEl>
                                      </p:cBhvr>
                                      <p:to x="100000" y="80000"/>
                                    </p:animScale>
                                    <p:animScale>
                                      <p:cBhvr>
                                        <p:cTn id="167" dur="166" decel="50000">
                                          <p:stCondLst>
                                            <p:cond delay="1338"/>
                                          </p:stCondLst>
                                        </p:cTn>
                                        <p:tgtEl>
                                          <p:spTgt spid="3">
                                            <p:txEl>
                                              <p:pRg st="9" end="9"/>
                                            </p:txEl>
                                          </p:spTgt>
                                        </p:tgtEl>
                                      </p:cBhvr>
                                      <p:to x="100000" y="100000"/>
                                    </p:animScale>
                                    <p:animScale>
                                      <p:cBhvr>
                                        <p:cTn id="168" dur="26">
                                          <p:stCondLst>
                                            <p:cond delay="1642"/>
                                          </p:stCondLst>
                                        </p:cTn>
                                        <p:tgtEl>
                                          <p:spTgt spid="3">
                                            <p:txEl>
                                              <p:pRg st="9" end="9"/>
                                            </p:txEl>
                                          </p:spTgt>
                                        </p:tgtEl>
                                      </p:cBhvr>
                                      <p:to x="100000" y="90000"/>
                                    </p:animScale>
                                    <p:animScale>
                                      <p:cBhvr>
                                        <p:cTn id="169" dur="166" decel="50000">
                                          <p:stCondLst>
                                            <p:cond delay="1668"/>
                                          </p:stCondLst>
                                        </p:cTn>
                                        <p:tgtEl>
                                          <p:spTgt spid="3">
                                            <p:txEl>
                                              <p:pRg st="9" end="9"/>
                                            </p:txEl>
                                          </p:spTgt>
                                        </p:tgtEl>
                                      </p:cBhvr>
                                      <p:to x="100000" y="100000"/>
                                    </p:animScale>
                                    <p:animScale>
                                      <p:cBhvr>
                                        <p:cTn id="170" dur="26">
                                          <p:stCondLst>
                                            <p:cond delay="1808"/>
                                          </p:stCondLst>
                                        </p:cTn>
                                        <p:tgtEl>
                                          <p:spTgt spid="3">
                                            <p:txEl>
                                              <p:pRg st="9" end="9"/>
                                            </p:txEl>
                                          </p:spTgt>
                                        </p:tgtEl>
                                      </p:cBhvr>
                                      <p:to x="100000" y="95000"/>
                                    </p:animScale>
                                    <p:animScale>
                                      <p:cBhvr>
                                        <p:cTn id="171" dur="166" decel="50000">
                                          <p:stCondLst>
                                            <p:cond delay="1834"/>
                                          </p:stCondLst>
                                        </p:cTn>
                                        <p:tgtEl>
                                          <p:spTgt spid="3">
                                            <p:txEl>
                                              <p:pRg st="9" end="9"/>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Requirement analysis</a:t>
            </a:r>
            <a:endParaRPr lang="en-ZA" dirty="0"/>
          </a:p>
        </p:txBody>
      </p:sp>
      <p:sp>
        <p:nvSpPr>
          <p:cNvPr id="3" name="Content Placeholder 2"/>
          <p:cNvSpPr>
            <a:spLocks noGrp="1"/>
          </p:cNvSpPr>
          <p:nvPr>
            <p:ph sz="half" idx="1"/>
          </p:nvPr>
        </p:nvSpPr>
        <p:spPr/>
        <p:txBody>
          <a:bodyPr>
            <a:normAutofit fontScale="85000" lnSpcReduction="20000"/>
          </a:bodyPr>
          <a:lstStyle/>
          <a:p>
            <a:pPr>
              <a:lnSpc>
                <a:spcPct val="107000"/>
              </a:lnSpc>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Main requirements that need testing</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Sign up page </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Login page</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Wingdings" panose="05000000000000000000" pitchFamily="2" charset="2"/>
              <a:buChar char=""/>
            </a:pPr>
            <a:r>
              <a:rPr lang="en-US" dirty="0" smtClean="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rPr>
              <a:t>My orders </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Cart </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Search bar</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Your logo and home button - home page</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Share option</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Zoom feature</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Women button</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ZA" dirty="0"/>
          </a:p>
        </p:txBody>
      </p:sp>
      <p:sp>
        <p:nvSpPr>
          <p:cNvPr id="4" name="Content Placeholder 3"/>
          <p:cNvSpPr>
            <a:spLocks noGrp="1"/>
          </p:cNvSpPr>
          <p:nvPr>
            <p:ph sz="half" idx="2"/>
          </p:nvPr>
        </p:nvSpPr>
        <p:spPr/>
        <p:txBody>
          <a:bodyPr>
            <a:normAutofit fontScale="85000" lnSpcReduction="20000"/>
          </a:bodyPr>
          <a:lstStyle/>
          <a:p>
            <a:pPr marL="342900" lvl="0" indent="-342900">
              <a:lnSpc>
                <a:spcPct val="107000"/>
              </a:lnSpc>
              <a:spcAft>
                <a:spcPts val="0"/>
              </a:spcAft>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Dresses </a:t>
            </a:r>
            <a:r>
              <a:rPr lang="en-US" dirty="0" smtClean="0">
                <a:effectLst/>
                <a:latin typeface="Times New Roman" panose="02020603050405020304" pitchFamily="18" charset="0"/>
                <a:ea typeface="Times New Roman" panose="02020603050405020304" pitchFamily="18" charset="0"/>
                <a:cs typeface="Times New Roman" panose="02020603050405020304" pitchFamily="18" charset="0"/>
              </a:rPr>
              <a:t>tab</a:t>
            </a:r>
            <a:endParaRPr lang="en-ZA" sz="1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Wingdings" panose="05000000000000000000" pitchFamily="2" charset="2"/>
              <a:buChar char=""/>
            </a:pPr>
            <a:r>
              <a:rPr lang="en-US" dirty="0" smtClean="0">
                <a:effectLst/>
                <a:latin typeface="Times New Roman" panose="02020603050405020304" pitchFamily="18" charset="0"/>
                <a:ea typeface="Times New Roman" panose="02020603050405020304" pitchFamily="18" charset="0"/>
                <a:cs typeface="Times New Roman" panose="02020603050405020304" pitchFamily="18" charset="0"/>
              </a:rPr>
              <a:t>T-shirt's button</a:t>
            </a:r>
            <a:endParaRPr lang="en-ZA" sz="1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0"/>
              </a:spcAft>
              <a:buFont typeface="Wingdings" panose="05000000000000000000" pitchFamily="2" charset="2"/>
              <a:buChar char=""/>
            </a:pPr>
            <a:r>
              <a:rPr lang="en-US" dirty="0" smtClean="0">
                <a:effectLst/>
                <a:latin typeface="Times New Roman" panose="02020603050405020304" pitchFamily="18" charset="0"/>
                <a:ea typeface="Times New Roman" panose="02020603050405020304" pitchFamily="18" charset="0"/>
                <a:cs typeface="Times New Roman" panose="02020603050405020304" pitchFamily="18" charset="0"/>
              </a:rPr>
              <a:t>Product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attributes - Catalog:</a:t>
            </a:r>
            <a:endParaRPr lang="en-ZA" sz="18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categories</a:t>
            </a:r>
            <a:endParaRPr lang="en-ZA" sz="16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different sizes </a:t>
            </a:r>
            <a:endParaRPr lang="en-ZA" sz="16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Colors</a:t>
            </a:r>
            <a:endParaRPr lang="en-ZA" sz="16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Compositions</a:t>
            </a:r>
            <a:endParaRPr lang="en-ZA" sz="16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Styles</a:t>
            </a:r>
            <a:endParaRPr lang="en-ZA" sz="16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spcAft>
                <a:spcPts val="800"/>
              </a:spcAft>
              <a:buFont typeface="Wingdings" panose="05000000000000000000" pitchFamily="2" charset="2"/>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Price ranges</a:t>
            </a:r>
            <a:endParaRPr lang="en-ZA" sz="1600" dirty="0">
              <a:effectLst/>
              <a:latin typeface="Calibri" panose="020F0502020204030204" pitchFamily="34" charset="0"/>
              <a:ea typeface="Calibri" panose="020F0502020204030204" pitchFamily="34" charset="0"/>
              <a:cs typeface="Times New Roman" panose="02020603050405020304" pitchFamily="18" charset="0"/>
            </a:endParaRPr>
          </a:p>
          <a:p>
            <a:endParaRPr lang="en-ZA" dirty="0"/>
          </a:p>
        </p:txBody>
      </p:sp>
    </p:spTree>
    <p:extLst>
      <p:ext uri="{BB962C8B-B14F-4D97-AF65-F5344CB8AC3E}">
        <p14:creationId xmlns:p14="http://schemas.microsoft.com/office/powerpoint/2010/main" val="112074804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80">
                                          <p:stCondLst>
                                            <p:cond delay="0"/>
                                          </p:stCondLst>
                                        </p:cTn>
                                        <p:tgtEl>
                                          <p:spTgt spid="3">
                                            <p:txEl>
                                              <p:pRg st="0" end="0"/>
                                            </p:txEl>
                                          </p:spTgt>
                                        </p:tgtEl>
                                      </p:cBhvr>
                                    </p:animEffect>
                                    <p:anim calcmode="lin" valueType="num">
                                      <p:cBhvr>
                                        <p:cTn id="15"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0" end="0"/>
                                            </p:txEl>
                                          </p:spTgt>
                                        </p:tgtEl>
                                      </p:cBhvr>
                                      <p:to x="100000" y="60000"/>
                                    </p:animScale>
                                    <p:animScale>
                                      <p:cBhvr>
                                        <p:cTn id="21" dur="166" decel="50000">
                                          <p:stCondLst>
                                            <p:cond delay="676"/>
                                          </p:stCondLst>
                                        </p:cTn>
                                        <p:tgtEl>
                                          <p:spTgt spid="3">
                                            <p:txEl>
                                              <p:pRg st="0" end="0"/>
                                            </p:txEl>
                                          </p:spTgt>
                                        </p:tgtEl>
                                      </p:cBhvr>
                                      <p:to x="100000" y="100000"/>
                                    </p:animScale>
                                    <p:animScale>
                                      <p:cBhvr>
                                        <p:cTn id="22" dur="26">
                                          <p:stCondLst>
                                            <p:cond delay="1312"/>
                                          </p:stCondLst>
                                        </p:cTn>
                                        <p:tgtEl>
                                          <p:spTgt spid="3">
                                            <p:txEl>
                                              <p:pRg st="0" end="0"/>
                                            </p:txEl>
                                          </p:spTgt>
                                        </p:tgtEl>
                                      </p:cBhvr>
                                      <p:to x="100000" y="80000"/>
                                    </p:animScale>
                                    <p:animScale>
                                      <p:cBhvr>
                                        <p:cTn id="23" dur="166" decel="50000">
                                          <p:stCondLst>
                                            <p:cond delay="1338"/>
                                          </p:stCondLst>
                                        </p:cTn>
                                        <p:tgtEl>
                                          <p:spTgt spid="3">
                                            <p:txEl>
                                              <p:pRg st="0" end="0"/>
                                            </p:txEl>
                                          </p:spTgt>
                                        </p:tgtEl>
                                      </p:cBhvr>
                                      <p:to x="100000" y="100000"/>
                                    </p:animScale>
                                    <p:animScale>
                                      <p:cBhvr>
                                        <p:cTn id="24" dur="26">
                                          <p:stCondLst>
                                            <p:cond delay="1642"/>
                                          </p:stCondLst>
                                        </p:cTn>
                                        <p:tgtEl>
                                          <p:spTgt spid="3">
                                            <p:txEl>
                                              <p:pRg st="0" end="0"/>
                                            </p:txEl>
                                          </p:spTgt>
                                        </p:tgtEl>
                                      </p:cBhvr>
                                      <p:to x="100000" y="90000"/>
                                    </p:animScale>
                                    <p:animScale>
                                      <p:cBhvr>
                                        <p:cTn id="25" dur="166" decel="50000">
                                          <p:stCondLst>
                                            <p:cond delay="1668"/>
                                          </p:stCondLst>
                                        </p:cTn>
                                        <p:tgtEl>
                                          <p:spTgt spid="3">
                                            <p:txEl>
                                              <p:pRg st="0" end="0"/>
                                            </p:txEl>
                                          </p:spTgt>
                                        </p:tgtEl>
                                      </p:cBhvr>
                                      <p:to x="100000" y="100000"/>
                                    </p:animScale>
                                    <p:animScale>
                                      <p:cBhvr>
                                        <p:cTn id="26" dur="26">
                                          <p:stCondLst>
                                            <p:cond delay="1808"/>
                                          </p:stCondLst>
                                        </p:cTn>
                                        <p:tgtEl>
                                          <p:spTgt spid="3">
                                            <p:txEl>
                                              <p:pRg st="0" end="0"/>
                                            </p:txEl>
                                          </p:spTgt>
                                        </p:tgtEl>
                                      </p:cBhvr>
                                      <p:to x="100000" y="95000"/>
                                    </p:animScale>
                                    <p:animScale>
                                      <p:cBhvr>
                                        <p:cTn id="27" dur="166" decel="50000">
                                          <p:stCondLst>
                                            <p:cond delay="1834"/>
                                          </p:stCondLst>
                                        </p:cTn>
                                        <p:tgtEl>
                                          <p:spTgt spid="3">
                                            <p:txEl>
                                              <p:pRg st="0" end="0"/>
                                            </p:txEl>
                                          </p:spTgt>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26" presetClass="entr" presetSubtype="0" fill="hold" grpId="0"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wipe(down)">
                                      <p:cBhvr>
                                        <p:cTn id="32" dur="580">
                                          <p:stCondLst>
                                            <p:cond delay="0"/>
                                          </p:stCondLst>
                                        </p:cTn>
                                        <p:tgtEl>
                                          <p:spTgt spid="3">
                                            <p:txEl>
                                              <p:pRg st="1" end="1"/>
                                            </p:txEl>
                                          </p:spTgt>
                                        </p:tgtEl>
                                      </p:cBhvr>
                                    </p:animEffect>
                                    <p:anim calcmode="lin" valueType="num">
                                      <p:cBhvr>
                                        <p:cTn id="33"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8" dur="26">
                                          <p:stCondLst>
                                            <p:cond delay="650"/>
                                          </p:stCondLst>
                                        </p:cTn>
                                        <p:tgtEl>
                                          <p:spTgt spid="3">
                                            <p:txEl>
                                              <p:pRg st="1" end="1"/>
                                            </p:txEl>
                                          </p:spTgt>
                                        </p:tgtEl>
                                      </p:cBhvr>
                                      <p:to x="100000" y="60000"/>
                                    </p:animScale>
                                    <p:animScale>
                                      <p:cBhvr>
                                        <p:cTn id="39" dur="166" decel="50000">
                                          <p:stCondLst>
                                            <p:cond delay="676"/>
                                          </p:stCondLst>
                                        </p:cTn>
                                        <p:tgtEl>
                                          <p:spTgt spid="3">
                                            <p:txEl>
                                              <p:pRg st="1" end="1"/>
                                            </p:txEl>
                                          </p:spTgt>
                                        </p:tgtEl>
                                      </p:cBhvr>
                                      <p:to x="100000" y="100000"/>
                                    </p:animScale>
                                    <p:animScale>
                                      <p:cBhvr>
                                        <p:cTn id="40" dur="26">
                                          <p:stCondLst>
                                            <p:cond delay="1312"/>
                                          </p:stCondLst>
                                        </p:cTn>
                                        <p:tgtEl>
                                          <p:spTgt spid="3">
                                            <p:txEl>
                                              <p:pRg st="1" end="1"/>
                                            </p:txEl>
                                          </p:spTgt>
                                        </p:tgtEl>
                                      </p:cBhvr>
                                      <p:to x="100000" y="80000"/>
                                    </p:animScale>
                                    <p:animScale>
                                      <p:cBhvr>
                                        <p:cTn id="41" dur="166" decel="50000">
                                          <p:stCondLst>
                                            <p:cond delay="1338"/>
                                          </p:stCondLst>
                                        </p:cTn>
                                        <p:tgtEl>
                                          <p:spTgt spid="3">
                                            <p:txEl>
                                              <p:pRg st="1" end="1"/>
                                            </p:txEl>
                                          </p:spTgt>
                                        </p:tgtEl>
                                      </p:cBhvr>
                                      <p:to x="100000" y="100000"/>
                                    </p:animScale>
                                    <p:animScale>
                                      <p:cBhvr>
                                        <p:cTn id="42" dur="26">
                                          <p:stCondLst>
                                            <p:cond delay="1642"/>
                                          </p:stCondLst>
                                        </p:cTn>
                                        <p:tgtEl>
                                          <p:spTgt spid="3">
                                            <p:txEl>
                                              <p:pRg st="1" end="1"/>
                                            </p:txEl>
                                          </p:spTgt>
                                        </p:tgtEl>
                                      </p:cBhvr>
                                      <p:to x="100000" y="90000"/>
                                    </p:animScale>
                                    <p:animScale>
                                      <p:cBhvr>
                                        <p:cTn id="43" dur="166" decel="50000">
                                          <p:stCondLst>
                                            <p:cond delay="1668"/>
                                          </p:stCondLst>
                                        </p:cTn>
                                        <p:tgtEl>
                                          <p:spTgt spid="3">
                                            <p:txEl>
                                              <p:pRg st="1" end="1"/>
                                            </p:txEl>
                                          </p:spTgt>
                                        </p:tgtEl>
                                      </p:cBhvr>
                                      <p:to x="100000" y="100000"/>
                                    </p:animScale>
                                    <p:animScale>
                                      <p:cBhvr>
                                        <p:cTn id="44" dur="26">
                                          <p:stCondLst>
                                            <p:cond delay="1808"/>
                                          </p:stCondLst>
                                        </p:cTn>
                                        <p:tgtEl>
                                          <p:spTgt spid="3">
                                            <p:txEl>
                                              <p:pRg st="1" end="1"/>
                                            </p:txEl>
                                          </p:spTgt>
                                        </p:tgtEl>
                                      </p:cBhvr>
                                      <p:to x="100000" y="95000"/>
                                    </p:animScale>
                                    <p:animScale>
                                      <p:cBhvr>
                                        <p:cTn id="45" dur="166" decel="50000">
                                          <p:stCondLst>
                                            <p:cond delay="1834"/>
                                          </p:stCondLst>
                                        </p:cTn>
                                        <p:tgtEl>
                                          <p:spTgt spid="3">
                                            <p:txEl>
                                              <p:pRg st="1" end="1"/>
                                            </p:txEl>
                                          </p:spTgt>
                                        </p:tgtEl>
                                      </p:cBhvr>
                                      <p:to x="100000" y="100000"/>
                                    </p:animScale>
                                  </p:childTnLst>
                                </p:cTn>
                              </p:par>
                              <p:par>
                                <p:cTn id="46" presetID="26" presetClass="entr" presetSubtype="0" fill="hold" grpId="0" nodeType="withEffect">
                                  <p:stCondLst>
                                    <p:cond delay="0"/>
                                  </p:stCondLst>
                                  <p:childTnLst>
                                    <p:set>
                                      <p:cBhvr>
                                        <p:cTn id="47" dur="1" fill="hold">
                                          <p:stCondLst>
                                            <p:cond delay="0"/>
                                          </p:stCondLst>
                                        </p:cTn>
                                        <p:tgtEl>
                                          <p:spTgt spid="3">
                                            <p:txEl>
                                              <p:pRg st="2" end="2"/>
                                            </p:txEl>
                                          </p:spTgt>
                                        </p:tgtEl>
                                        <p:attrNameLst>
                                          <p:attrName>style.visibility</p:attrName>
                                        </p:attrNameLst>
                                      </p:cBhvr>
                                      <p:to>
                                        <p:strVal val="visible"/>
                                      </p:to>
                                    </p:set>
                                    <p:animEffect transition="in" filter="wipe(down)">
                                      <p:cBhvr>
                                        <p:cTn id="48" dur="580">
                                          <p:stCondLst>
                                            <p:cond delay="0"/>
                                          </p:stCondLst>
                                        </p:cTn>
                                        <p:tgtEl>
                                          <p:spTgt spid="3">
                                            <p:txEl>
                                              <p:pRg st="2" end="2"/>
                                            </p:txEl>
                                          </p:spTgt>
                                        </p:tgtEl>
                                      </p:cBhvr>
                                    </p:animEffect>
                                    <p:anim calcmode="lin" valueType="num">
                                      <p:cBhvr>
                                        <p:cTn id="49"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50"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51"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52"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53"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4" dur="26">
                                          <p:stCondLst>
                                            <p:cond delay="650"/>
                                          </p:stCondLst>
                                        </p:cTn>
                                        <p:tgtEl>
                                          <p:spTgt spid="3">
                                            <p:txEl>
                                              <p:pRg st="2" end="2"/>
                                            </p:txEl>
                                          </p:spTgt>
                                        </p:tgtEl>
                                      </p:cBhvr>
                                      <p:to x="100000" y="60000"/>
                                    </p:animScale>
                                    <p:animScale>
                                      <p:cBhvr>
                                        <p:cTn id="55" dur="166" decel="50000">
                                          <p:stCondLst>
                                            <p:cond delay="676"/>
                                          </p:stCondLst>
                                        </p:cTn>
                                        <p:tgtEl>
                                          <p:spTgt spid="3">
                                            <p:txEl>
                                              <p:pRg st="2" end="2"/>
                                            </p:txEl>
                                          </p:spTgt>
                                        </p:tgtEl>
                                      </p:cBhvr>
                                      <p:to x="100000" y="100000"/>
                                    </p:animScale>
                                    <p:animScale>
                                      <p:cBhvr>
                                        <p:cTn id="56" dur="26">
                                          <p:stCondLst>
                                            <p:cond delay="1312"/>
                                          </p:stCondLst>
                                        </p:cTn>
                                        <p:tgtEl>
                                          <p:spTgt spid="3">
                                            <p:txEl>
                                              <p:pRg st="2" end="2"/>
                                            </p:txEl>
                                          </p:spTgt>
                                        </p:tgtEl>
                                      </p:cBhvr>
                                      <p:to x="100000" y="80000"/>
                                    </p:animScale>
                                    <p:animScale>
                                      <p:cBhvr>
                                        <p:cTn id="57" dur="166" decel="50000">
                                          <p:stCondLst>
                                            <p:cond delay="1338"/>
                                          </p:stCondLst>
                                        </p:cTn>
                                        <p:tgtEl>
                                          <p:spTgt spid="3">
                                            <p:txEl>
                                              <p:pRg st="2" end="2"/>
                                            </p:txEl>
                                          </p:spTgt>
                                        </p:tgtEl>
                                      </p:cBhvr>
                                      <p:to x="100000" y="100000"/>
                                    </p:animScale>
                                    <p:animScale>
                                      <p:cBhvr>
                                        <p:cTn id="58" dur="26">
                                          <p:stCondLst>
                                            <p:cond delay="1642"/>
                                          </p:stCondLst>
                                        </p:cTn>
                                        <p:tgtEl>
                                          <p:spTgt spid="3">
                                            <p:txEl>
                                              <p:pRg st="2" end="2"/>
                                            </p:txEl>
                                          </p:spTgt>
                                        </p:tgtEl>
                                      </p:cBhvr>
                                      <p:to x="100000" y="90000"/>
                                    </p:animScale>
                                    <p:animScale>
                                      <p:cBhvr>
                                        <p:cTn id="59" dur="166" decel="50000">
                                          <p:stCondLst>
                                            <p:cond delay="1668"/>
                                          </p:stCondLst>
                                        </p:cTn>
                                        <p:tgtEl>
                                          <p:spTgt spid="3">
                                            <p:txEl>
                                              <p:pRg st="2" end="2"/>
                                            </p:txEl>
                                          </p:spTgt>
                                        </p:tgtEl>
                                      </p:cBhvr>
                                      <p:to x="100000" y="100000"/>
                                    </p:animScale>
                                    <p:animScale>
                                      <p:cBhvr>
                                        <p:cTn id="60" dur="26">
                                          <p:stCondLst>
                                            <p:cond delay="1808"/>
                                          </p:stCondLst>
                                        </p:cTn>
                                        <p:tgtEl>
                                          <p:spTgt spid="3">
                                            <p:txEl>
                                              <p:pRg st="2" end="2"/>
                                            </p:txEl>
                                          </p:spTgt>
                                        </p:tgtEl>
                                      </p:cBhvr>
                                      <p:to x="100000" y="95000"/>
                                    </p:animScale>
                                    <p:animScale>
                                      <p:cBhvr>
                                        <p:cTn id="61" dur="166" decel="50000">
                                          <p:stCondLst>
                                            <p:cond delay="1834"/>
                                          </p:stCondLst>
                                        </p:cTn>
                                        <p:tgtEl>
                                          <p:spTgt spid="3">
                                            <p:txEl>
                                              <p:pRg st="2" end="2"/>
                                            </p:txEl>
                                          </p:spTgt>
                                        </p:tgtEl>
                                      </p:cBhvr>
                                      <p:to x="100000" y="100000"/>
                                    </p:animScale>
                                  </p:childTnLst>
                                </p:cTn>
                              </p:par>
                              <p:par>
                                <p:cTn id="62" presetID="26" presetClass="entr" presetSubtype="0" fill="hold" grpId="0" nodeType="withEffect">
                                  <p:stCondLst>
                                    <p:cond delay="0"/>
                                  </p:stCondLst>
                                  <p:childTnLst>
                                    <p:set>
                                      <p:cBhvr>
                                        <p:cTn id="63" dur="1" fill="hold">
                                          <p:stCondLst>
                                            <p:cond delay="0"/>
                                          </p:stCondLst>
                                        </p:cTn>
                                        <p:tgtEl>
                                          <p:spTgt spid="3">
                                            <p:txEl>
                                              <p:pRg st="3" end="3"/>
                                            </p:txEl>
                                          </p:spTgt>
                                        </p:tgtEl>
                                        <p:attrNameLst>
                                          <p:attrName>style.visibility</p:attrName>
                                        </p:attrNameLst>
                                      </p:cBhvr>
                                      <p:to>
                                        <p:strVal val="visible"/>
                                      </p:to>
                                    </p:set>
                                    <p:animEffect transition="in" filter="wipe(down)">
                                      <p:cBhvr>
                                        <p:cTn id="64" dur="580">
                                          <p:stCondLst>
                                            <p:cond delay="0"/>
                                          </p:stCondLst>
                                        </p:cTn>
                                        <p:tgtEl>
                                          <p:spTgt spid="3">
                                            <p:txEl>
                                              <p:pRg st="3" end="3"/>
                                            </p:txEl>
                                          </p:spTgt>
                                        </p:tgtEl>
                                      </p:cBhvr>
                                    </p:animEffect>
                                    <p:anim calcmode="lin" valueType="num">
                                      <p:cBhvr>
                                        <p:cTn id="65"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6"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7"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8"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9"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70" dur="26">
                                          <p:stCondLst>
                                            <p:cond delay="650"/>
                                          </p:stCondLst>
                                        </p:cTn>
                                        <p:tgtEl>
                                          <p:spTgt spid="3">
                                            <p:txEl>
                                              <p:pRg st="3" end="3"/>
                                            </p:txEl>
                                          </p:spTgt>
                                        </p:tgtEl>
                                      </p:cBhvr>
                                      <p:to x="100000" y="60000"/>
                                    </p:animScale>
                                    <p:animScale>
                                      <p:cBhvr>
                                        <p:cTn id="71" dur="166" decel="50000">
                                          <p:stCondLst>
                                            <p:cond delay="676"/>
                                          </p:stCondLst>
                                        </p:cTn>
                                        <p:tgtEl>
                                          <p:spTgt spid="3">
                                            <p:txEl>
                                              <p:pRg st="3" end="3"/>
                                            </p:txEl>
                                          </p:spTgt>
                                        </p:tgtEl>
                                      </p:cBhvr>
                                      <p:to x="100000" y="100000"/>
                                    </p:animScale>
                                    <p:animScale>
                                      <p:cBhvr>
                                        <p:cTn id="72" dur="26">
                                          <p:stCondLst>
                                            <p:cond delay="1312"/>
                                          </p:stCondLst>
                                        </p:cTn>
                                        <p:tgtEl>
                                          <p:spTgt spid="3">
                                            <p:txEl>
                                              <p:pRg st="3" end="3"/>
                                            </p:txEl>
                                          </p:spTgt>
                                        </p:tgtEl>
                                      </p:cBhvr>
                                      <p:to x="100000" y="80000"/>
                                    </p:animScale>
                                    <p:animScale>
                                      <p:cBhvr>
                                        <p:cTn id="73" dur="166" decel="50000">
                                          <p:stCondLst>
                                            <p:cond delay="1338"/>
                                          </p:stCondLst>
                                        </p:cTn>
                                        <p:tgtEl>
                                          <p:spTgt spid="3">
                                            <p:txEl>
                                              <p:pRg st="3" end="3"/>
                                            </p:txEl>
                                          </p:spTgt>
                                        </p:tgtEl>
                                      </p:cBhvr>
                                      <p:to x="100000" y="100000"/>
                                    </p:animScale>
                                    <p:animScale>
                                      <p:cBhvr>
                                        <p:cTn id="74" dur="26">
                                          <p:stCondLst>
                                            <p:cond delay="1642"/>
                                          </p:stCondLst>
                                        </p:cTn>
                                        <p:tgtEl>
                                          <p:spTgt spid="3">
                                            <p:txEl>
                                              <p:pRg st="3" end="3"/>
                                            </p:txEl>
                                          </p:spTgt>
                                        </p:tgtEl>
                                      </p:cBhvr>
                                      <p:to x="100000" y="90000"/>
                                    </p:animScale>
                                    <p:animScale>
                                      <p:cBhvr>
                                        <p:cTn id="75" dur="166" decel="50000">
                                          <p:stCondLst>
                                            <p:cond delay="1668"/>
                                          </p:stCondLst>
                                        </p:cTn>
                                        <p:tgtEl>
                                          <p:spTgt spid="3">
                                            <p:txEl>
                                              <p:pRg st="3" end="3"/>
                                            </p:txEl>
                                          </p:spTgt>
                                        </p:tgtEl>
                                      </p:cBhvr>
                                      <p:to x="100000" y="100000"/>
                                    </p:animScale>
                                    <p:animScale>
                                      <p:cBhvr>
                                        <p:cTn id="76" dur="26">
                                          <p:stCondLst>
                                            <p:cond delay="1808"/>
                                          </p:stCondLst>
                                        </p:cTn>
                                        <p:tgtEl>
                                          <p:spTgt spid="3">
                                            <p:txEl>
                                              <p:pRg st="3" end="3"/>
                                            </p:txEl>
                                          </p:spTgt>
                                        </p:tgtEl>
                                      </p:cBhvr>
                                      <p:to x="100000" y="95000"/>
                                    </p:animScale>
                                    <p:animScale>
                                      <p:cBhvr>
                                        <p:cTn id="77" dur="166" decel="50000">
                                          <p:stCondLst>
                                            <p:cond delay="1834"/>
                                          </p:stCondLst>
                                        </p:cTn>
                                        <p:tgtEl>
                                          <p:spTgt spid="3">
                                            <p:txEl>
                                              <p:pRg st="3" end="3"/>
                                            </p:txEl>
                                          </p:spTgt>
                                        </p:tgtEl>
                                      </p:cBhvr>
                                      <p:to x="100000" y="100000"/>
                                    </p:animScale>
                                  </p:childTnLst>
                                </p:cTn>
                              </p:par>
                              <p:par>
                                <p:cTn id="78" presetID="26" presetClass="entr" presetSubtype="0" fill="hold" grpId="0" nodeType="withEffect">
                                  <p:stCondLst>
                                    <p:cond delay="0"/>
                                  </p:stCondLst>
                                  <p:childTnLst>
                                    <p:set>
                                      <p:cBhvr>
                                        <p:cTn id="79" dur="1" fill="hold">
                                          <p:stCondLst>
                                            <p:cond delay="0"/>
                                          </p:stCondLst>
                                        </p:cTn>
                                        <p:tgtEl>
                                          <p:spTgt spid="3">
                                            <p:txEl>
                                              <p:pRg st="4" end="4"/>
                                            </p:txEl>
                                          </p:spTgt>
                                        </p:tgtEl>
                                        <p:attrNameLst>
                                          <p:attrName>style.visibility</p:attrName>
                                        </p:attrNameLst>
                                      </p:cBhvr>
                                      <p:to>
                                        <p:strVal val="visible"/>
                                      </p:to>
                                    </p:set>
                                    <p:animEffect transition="in" filter="wipe(down)">
                                      <p:cBhvr>
                                        <p:cTn id="80" dur="580">
                                          <p:stCondLst>
                                            <p:cond delay="0"/>
                                          </p:stCondLst>
                                        </p:cTn>
                                        <p:tgtEl>
                                          <p:spTgt spid="3">
                                            <p:txEl>
                                              <p:pRg st="4" end="4"/>
                                            </p:txEl>
                                          </p:spTgt>
                                        </p:tgtEl>
                                      </p:cBhvr>
                                    </p:animEffect>
                                    <p:anim calcmode="lin" valueType="num">
                                      <p:cBhvr>
                                        <p:cTn id="81"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2"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3"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4"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5"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6" dur="26">
                                          <p:stCondLst>
                                            <p:cond delay="650"/>
                                          </p:stCondLst>
                                        </p:cTn>
                                        <p:tgtEl>
                                          <p:spTgt spid="3">
                                            <p:txEl>
                                              <p:pRg st="4" end="4"/>
                                            </p:txEl>
                                          </p:spTgt>
                                        </p:tgtEl>
                                      </p:cBhvr>
                                      <p:to x="100000" y="60000"/>
                                    </p:animScale>
                                    <p:animScale>
                                      <p:cBhvr>
                                        <p:cTn id="87" dur="166" decel="50000">
                                          <p:stCondLst>
                                            <p:cond delay="676"/>
                                          </p:stCondLst>
                                        </p:cTn>
                                        <p:tgtEl>
                                          <p:spTgt spid="3">
                                            <p:txEl>
                                              <p:pRg st="4" end="4"/>
                                            </p:txEl>
                                          </p:spTgt>
                                        </p:tgtEl>
                                      </p:cBhvr>
                                      <p:to x="100000" y="100000"/>
                                    </p:animScale>
                                    <p:animScale>
                                      <p:cBhvr>
                                        <p:cTn id="88" dur="26">
                                          <p:stCondLst>
                                            <p:cond delay="1312"/>
                                          </p:stCondLst>
                                        </p:cTn>
                                        <p:tgtEl>
                                          <p:spTgt spid="3">
                                            <p:txEl>
                                              <p:pRg st="4" end="4"/>
                                            </p:txEl>
                                          </p:spTgt>
                                        </p:tgtEl>
                                      </p:cBhvr>
                                      <p:to x="100000" y="80000"/>
                                    </p:animScale>
                                    <p:animScale>
                                      <p:cBhvr>
                                        <p:cTn id="89" dur="166" decel="50000">
                                          <p:stCondLst>
                                            <p:cond delay="1338"/>
                                          </p:stCondLst>
                                        </p:cTn>
                                        <p:tgtEl>
                                          <p:spTgt spid="3">
                                            <p:txEl>
                                              <p:pRg st="4" end="4"/>
                                            </p:txEl>
                                          </p:spTgt>
                                        </p:tgtEl>
                                      </p:cBhvr>
                                      <p:to x="100000" y="100000"/>
                                    </p:animScale>
                                    <p:animScale>
                                      <p:cBhvr>
                                        <p:cTn id="90" dur="26">
                                          <p:stCondLst>
                                            <p:cond delay="1642"/>
                                          </p:stCondLst>
                                        </p:cTn>
                                        <p:tgtEl>
                                          <p:spTgt spid="3">
                                            <p:txEl>
                                              <p:pRg st="4" end="4"/>
                                            </p:txEl>
                                          </p:spTgt>
                                        </p:tgtEl>
                                      </p:cBhvr>
                                      <p:to x="100000" y="90000"/>
                                    </p:animScale>
                                    <p:animScale>
                                      <p:cBhvr>
                                        <p:cTn id="91" dur="166" decel="50000">
                                          <p:stCondLst>
                                            <p:cond delay="1668"/>
                                          </p:stCondLst>
                                        </p:cTn>
                                        <p:tgtEl>
                                          <p:spTgt spid="3">
                                            <p:txEl>
                                              <p:pRg st="4" end="4"/>
                                            </p:txEl>
                                          </p:spTgt>
                                        </p:tgtEl>
                                      </p:cBhvr>
                                      <p:to x="100000" y="100000"/>
                                    </p:animScale>
                                    <p:animScale>
                                      <p:cBhvr>
                                        <p:cTn id="92" dur="26">
                                          <p:stCondLst>
                                            <p:cond delay="1808"/>
                                          </p:stCondLst>
                                        </p:cTn>
                                        <p:tgtEl>
                                          <p:spTgt spid="3">
                                            <p:txEl>
                                              <p:pRg st="4" end="4"/>
                                            </p:txEl>
                                          </p:spTgt>
                                        </p:tgtEl>
                                      </p:cBhvr>
                                      <p:to x="100000" y="95000"/>
                                    </p:animScale>
                                    <p:animScale>
                                      <p:cBhvr>
                                        <p:cTn id="93" dur="166" decel="50000">
                                          <p:stCondLst>
                                            <p:cond delay="1834"/>
                                          </p:stCondLst>
                                        </p:cTn>
                                        <p:tgtEl>
                                          <p:spTgt spid="3">
                                            <p:txEl>
                                              <p:pRg st="4" end="4"/>
                                            </p:txEl>
                                          </p:spTgt>
                                        </p:tgtEl>
                                      </p:cBhvr>
                                      <p:to x="100000" y="100000"/>
                                    </p:animScale>
                                  </p:childTnLst>
                                </p:cTn>
                              </p:par>
                              <p:par>
                                <p:cTn id="94" presetID="26" presetClass="entr" presetSubtype="0" fill="hold" grpId="0" nodeType="withEffect">
                                  <p:stCondLst>
                                    <p:cond delay="0"/>
                                  </p:stCondLst>
                                  <p:childTnLst>
                                    <p:set>
                                      <p:cBhvr>
                                        <p:cTn id="95" dur="1" fill="hold">
                                          <p:stCondLst>
                                            <p:cond delay="0"/>
                                          </p:stCondLst>
                                        </p:cTn>
                                        <p:tgtEl>
                                          <p:spTgt spid="3">
                                            <p:txEl>
                                              <p:pRg st="5" end="5"/>
                                            </p:txEl>
                                          </p:spTgt>
                                        </p:tgtEl>
                                        <p:attrNameLst>
                                          <p:attrName>style.visibility</p:attrName>
                                        </p:attrNameLst>
                                      </p:cBhvr>
                                      <p:to>
                                        <p:strVal val="visible"/>
                                      </p:to>
                                    </p:set>
                                    <p:animEffect transition="in" filter="wipe(down)">
                                      <p:cBhvr>
                                        <p:cTn id="96" dur="580">
                                          <p:stCondLst>
                                            <p:cond delay="0"/>
                                          </p:stCondLst>
                                        </p:cTn>
                                        <p:tgtEl>
                                          <p:spTgt spid="3">
                                            <p:txEl>
                                              <p:pRg st="5" end="5"/>
                                            </p:txEl>
                                          </p:spTgt>
                                        </p:tgtEl>
                                      </p:cBhvr>
                                    </p:animEffect>
                                    <p:anim calcmode="lin" valueType="num">
                                      <p:cBhvr>
                                        <p:cTn id="97"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8"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99"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00"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01"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02" dur="26">
                                          <p:stCondLst>
                                            <p:cond delay="650"/>
                                          </p:stCondLst>
                                        </p:cTn>
                                        <p:tgtEl>
                                          <p:spTgt spid="3">
                                            <p:txEl>
                                              <p:pRg st="5" end="5"/>
                                            </p:txEl>
                                          </p:spTgt>
                                        </p:tgtEl>
                                      </p:cBhvr>
                                      <p:to x="100000" y="60000"/>
                                    </p:animScale>
                                    <p:animScale>
                                      <p:cBhvr>
                                        <p:cTn id="103" dur="166" decel="50000">
                                          <p:stCondLst>
                                            <p:cond delay="676"/>
                                          </p:stCondLst>
                                        </p:cTn>
                                        <p:tgtEl>
                                          <p:spTgt spid="3">
                                            <p:txEl>
                                              <p:pRg st="5" end="5"/>
                                            </p:txEl>
                                          </p:spTgt>
                                        </p:tgtEl>
                                      </p:cBhvr>
                                      <p:to x="100000" y="100000"/>
                                    </p:animScale>
                                    <p:animScale>
                                      <p:cBhvr>
                                        <p:cTn id="104" dur="26">
                                          <p:stCondLst>
                                            <p:cond delay="1312"/>
                                          </p:stCondLst>
                                        </p:cTn>
                                        <p:tgtEl>
                                          <p:spTgt spid="3">
                                            <p:txEl>
                                              <p:pRg st="5" end="5"/>
                                            </p:txEl>
                                          </p:spTgt>
                                        </p:tgtEl>
                                      </p:cBhvr>
                                      <p:to x="100000" y="80000"/>
                                    </p:animScale>
                                    <p:animScale>
                                      <p:cBhvr>
                                        <p:cTn id="105" dur="166" decel="50000">
                                          <p:stCondLst>
                                            <p:cond delay="1338"/>
                                          </p:stCondLst>
                                        </p:cTn>
                                        <p:tgtEl>
                                          <p:spTgt spid="3">
                                            <p:txEl>
                                              <p:pRg st="5" end="5"/>
                                            </p:txEl>
                                          </p:spTgt>
                                        </p:tgtEl>
                                      </p:cBhvr>
                                      <p:to x="100000" y="100000"/>
                                    </p:animScale>
                                    <p:animScale>
                                      <p:cBhvr>
                                        <p:cTn id="106" dur="26">
                                          <p:stCondLst>
                                            <p:cond delay="1642"/>
                                          </p:stCondLst>
                                        </p:cTn>
                                        <p:tgtEl>
                                          <p:spTgt spid="3">
                                            <p:txEl>
                                              <p:pRg st="5" end="5"/>
                                            </p:txEl>
                                          </p:spTgt>
                                        </p:tgtEl>
                                      </p:cBhvr>
                                      <p:to x="100000" y="90000"/>
                                    </p:animScale>
                                    <p:animScale>
                                      <p:cBhvr>
                                        <p:cTn id="107" dur="166" decel="50000">
                                          <p:stCondLst>
                                            <p:cond delay="1668"/>
                                          </p:stCondLst>
                                        </p:cTn>
                                        <p:tgtEl>
                                          <p:spTgt spid="3">
                                            <p:txEl>
                                              <p:pRg st="5" end="5"/>
                                            </p:txEl>
                                          </p:spTgt>
                                        </p:tgtEl>
                                      </p:cBhvr>
                                      <p:to x="100000" y="100000"/>
                                    </p:animScale>
                                    <p:animScale>
                                      <p:cBhvr>
                                        <p:cTn id="108" dur="26">
                                          <p:stCondLst>
                                            <p:cond delay="1808"/>
                                          </p:stCondLst>
                                        </p:cTn>
                                        <p:tgtEl>
                                          <p:spTgt spid="3">
                                            <p:txEl>
                                              <p:pRg st="5" end="5"/>
                                            </p:txEl>
                                          </p:spTgt>
                                        </p:tgtEl>
                                      </p:cBhvr>
                                      <p:to x="100000" y="95000"/>
                                    </p:animScale>
                                    <p:animScale>
                                      <p:cBhvr>
                                        <p:cTn id="109" dur="166" decel="50000">
                                          <p:stCondLst>
                                            <p:cond delay="1834"/>
                                          </p:stCondLst>
                                        </p:cTn>
                                        <p:tgtEl>
                                          <p:spTgt spid="3">
                                            <p:txEl>
                                              <p:pRg st="5" end="5"/>
                                            </p:txEl>
                                          </p:spTgt>
                                        </p:tgtEl>
                                      </p:cBhvr>
                                      <p:to x="100000" y="100000"/>
                                    </p:animScale>
                                  </p:childTnLst>
                                </p:cTn>
                              </p:par>
                              <p:par>
                                <p:cTn id="110" presetID="26" presetClass="entr" presetSubtype="0" fill="hold" grpId="0" nodeType="withEffect">
                                  <p:stCondLst>
                                    <p:cond delay="0"/>
                                  </p:stCondLst>
                                  <p:childTnLst>
                                    <p:set>
                                      <p:cBhvr>
                                        <p:cTn id="111" dur="1" fill="hold">
                                          <p:stCondLst>
                                            <p:cond delay="0"/>
                                          </p:stCondLst>
                                        </p:cTn>
                                        <p:tgtEl>
                                          <p:spTgt spid="3">
                                            <p:txEl>
                                              <p:pRg st="6" end="6"/>
                                            </p:txEl>
                                          </p:spTgt>
                                        </p:tgtEl>
                                        <p:attrNameLst>
                                          <p:attrName>style.visibility</p:attrName>
                                        </p:attrNameLst>
                                      </p:cBhvr>
                                      <p:to>
                                        <p:strVal val="visible"/>
                                      </p:to>
                                    </p:set>
                                    <p:animEffect transition="in" filter="wipe(down)">
                                      <p:cBhvr>
                                        <p:cTn id="112" dur="580">
                                          <p:stCondLst>
                                            <p:cond delay="0"/>
                                          </p:stCondLst>
                                        </p:cTn>
                                        <p:tgtEl>
                                          <p:spTgt spid="3">
                                            <p:txEl>
                                              <p:pRg st="6" end="6"/>
                                            </p:txEl>
                                          </p:spTgt>
                                        </p:tgtEl>
                                      </p:cBhvr>
                                    </p:animEffect>
                                    <p:anim calcmode="lin" valueType="num">
                                      <p:cBhvr>
                                        <p:cTn id="113"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14"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15"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16"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17"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18" dur="26">
                                          <p:stCondLst>
                                            <p:cond delay="650"/>
                                          </p:stCondLst>
                                        </p:cTn>
                                        <p:tgtEl>
                                          <p:spTgt spid="3">
                                            <p:txEl>
                                              <p:pRg st="6" end="6"/>
                                            </p:txEl>
                                          </p:spTgt>
                                        </p:tgtEl>
                                      </p:cBhvr>
                                      <p:to x="100000" y="60000"/>
                                    </p:animScale>
                                    <p:animScale>
                                      <p:cBhvr>
                                        <p:cTn id="119" dur="166" decel="50000">
                                          <p:stCondLst>
                                            <p:cond delay="676"/>
                                          </p:stCondLst>
                                        </p:cTn>
                                        <p:tgtEl>
                                          <p:spTgt spid="3">
                                            <p:txEl>
                                              <p:pRg st="6" end="6"/>
                                            </p:txEl>
                                          </p:spTgt>
                                        </p:tgtEl>
                                      </p:cBhvr>
                                      <p:to x="100000" y="100000"/>
                                    </p:animScale>
                                    <p:animScale>
                                      <p:cBhvr>
                                        <p:cTn id="120" dur="26">
                                          <p:stCondLst>
                                            <p:cond delay="1312"/>
                                          </p:stCondLst>
                                        </p:cTn>
                                        <p:tgtEl>
                                          <p:spTgt spid="3">
                                            <p:txEl>
                                              <p:pRg st="6" end="6"/>
                                            </p:txEl>
                                          </p:spTgt>
                                        </p:tgtEl>
                                      </p:cBhvr>
                                      <p:to x="100000" y="80000"/>
                                    </p:animScale>
                                    <p:animScale>
                                      <p:cBhvr>
                                        <p:cTn id="121" dur="166" decel="50000">
                                          <p:stCondLst>
                                            <p:cond delay="1338"/>
                                          </p:stCondLst>
                                        </p:cTn>
                                        <p:tgtEl>
                                          <p:spTgt spid="3">
                                            <p:txEl>
                                              <p:pRg st="6" end="6"/>
                                            </p:txEl>
                                          </p:spTgt>
                                        </p:tgtEl>
                                      </p:cBhvr>
                                      <p:to x="100000" y="100000"/>
                                    </p:animScale>
                                    <p:animScale>
                                      <p:cBhvr>
                                        <p:cTn id="122" dur="26">
                                          <p:stCondLst>
                                            <p:cond delay="1642"/>
                                          </p:stCondLst>
                                        </p:cTn>
                                        <p:tgtEl>
                                          <p:spTgt spid="3">
                                            <p:txEl>
                                              <p:pRg st="6" end="6"/>
                                            </p:txEl>
                                          </p:spTgt>
                                        </p:tgtEl>
                                      </p:cBhvr>
                                      <p:to x="100000" y="90000"/>
                                    </p:animScale>
                                    <p:animScale>
                                      <p:cBhvr>
                                        <p:cTn id="123" dur="166" decel="50000">
                                          <p:stCondLst>
                                            <p:cond delay="1668"/>
                                          </p:stCondLst>
                                        </p:cTn>
                                        <p:tgtEl>
                                          <p:spTgt spid="3">
                                            <p:txEl>
                                              <p:pRg st="6" end="6"/>
                                            </p:txEl>
                                          </p:spTgt>
                                        </p:tgtEl>
                                      </p:cBhvr>
                                      <p:to x="100000" y="100000"/>
                                    </p:animScale>
                                    <p:animScale>
                                      <p:cBhvr>
                                        <p:cTn id="124" dur="26">
                                          <p:stCondLst>
                                            <p:cond delay="1808"/>
                                          </p:stCondLst>
                                        </p:cTn>
                                        <p:tgtEl>
                                          <p:spTgt spid="3">
                                            <p:txEl>
                                              <p:pRg st="6" end="6"/>
                                            </p:txEl>
                                          </p:spTgt>
                                        </p:tgtEl>
                                      </p:cBhvr>
                                      <p:to x="100000" y="95000"/>
                                    </p:animScale>
                                    <p:animScale>
                                      <p:cBhvr>
                                        <p:cTn id="125" dur="166" decel="50000">
                                          <p:stCondLst>
                                            <p:cond delay="1834"/>
                                          </p:stCondLst>
                                        </p:cTn>
                                        <p:tgtEl>
                                          <p:spTgt spid="3">
                                            <p:txEl>
                                              <p:pRg st="6" end="6"/>
                                            </p:txEl>
                                          </p:spTgt>
                                        </p:tgtEl>
                                      </p:cBhvr>
                                      <p:to x="100000" y="100000"/>
                                    </p:animScale>
                                  </p:childTnLst>
                                </p:cTn>
                              </p:par>
                              <p:par>
                                <p:cTn id="126" presetID="26" presetClass="entr" presetSubtype="0" fill="hold" grpId="0" nodeType="withEffect">
                                  <p:stCondLst>
                                    <p:cond delay="0"/>
                                  </p:stCondLst>
                                  <p:childTnLst>
                                    <p:set>
                                      <p:cBhvr>
                                        <p:cTn id="127" dur="1" fill="hold">
                                          <p:stCondLst>
                                            <p:cond delay="0"/>
                                          </p:stCondLst>
                                        </p:cTn>
                                        <p:tgtEl>
                                          <p:spTgt spid="3">
                                            <p:txEl>
                                              <p:pRg st="7" end="7"/>
                                            </p:txEl>
                                          </p:spTgt>
                                        </p:tgtEl>
                                        <p:attrNameLst>
                                          <p:attrName>style.visibility</p:attrName>
                                        </p:attrNameLst>
                                      </p:cBhvr>
                                      <p:to>
                                        <p:strVal val="visible"/>
                                      </p:to>
                                    </p:set>
                                    <p:animEffect transition="in" filter="wipe(down)">
                                      <p:cBhvr>
                                        <p:cTn id="128" dur="580">
                                          <p:stCondLst>
                                            <p:cond delay="0"/>
                                          </p:stCondLst>
                                        </p:cTn>
                                        <p:tgtEl>
                                          <p:spTgt spid="3">
                                            <p:txEl>
                                              <p:pRg st="7" end="7"/>
                                            </p:txEl>
                                          </p:spTgt>
                                        </p:tgtEl>
                                      </p:cBhvr>
                                    </p:animEffect>
                                    <p:anim calcmode="lin" valueType="num">
                                      <p:cBhvr>
                                        <p:cTn id="129"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30"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31"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32"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33"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34" dur="26">
                                          <p:stCondLst>
                                            <p:cond delay="650"/>
                                          </p:stCondLst>
                                        </p:cTn>
                                        <p:tgtEl>
                                          <p:spTgt spid="3">
                                            <p:txEl>
                                              <p:pRg st="7" end="7"/>
                                            </p:txEl>
                                          </p:spTgt>
                                        </p:tgtEl>
                                      </p:cBhvr>
                                      <p:to x="100000" y="60000"/>
                                    </p:animScale>
                                    <p:animScale>
                                      <p:cBhvr>
                                        <p:cTn id="135" dur="166" decel="50000">
                                          <p:stCondLst>
                                            <p:cond delay="676"/>
                                          </p:stCondLst>
                                        </p:cTn>
                                        <p:tgtEl>
                                          <p:spTgt spid="3">
                                            <p:txEl>
                                              <p:pRg st="7" end="7"/>
                                            </p:txEl>
                                          </p:spTgt>
                                        </p:tgtEl>
                                      </p:cBhvr>
                                      <p:to x="100000" y="100000"/>
                                    </p:animScale>
                                    <p:animScale>
                                      <p:cBhvr>
                                        <p:cTn id="136" dur="26">
                                          <p:stCondLst>
                                            <p:cond delay="1312"/>
                                          </p:stCondLst>
                                        </p:cTn>
                                        <p:tgtEl>
                                          <p:spTgt spid="3">
                                            <p:txEl>
                                              <p:pRg st="7" end="7"/>
                                            </p:txEl>
                                          </p:spTgt>
                                        </p:tgtEl>
                                      </p:cBhvr>
                                      <p:to x="100000" y="80000"/>
                                    </p:animScale>
                                    <p:animScale>
                                      <p:cBhvr>
                                        <p:cTn id="137" dur="166" decel="50000">
                                          <p:stCondLst>
                                            <p:cond delay="1338"/>
                                          </p:stCondLst>
                                        </p:cTn>
                                        <p:tgtEl>
                                          <p:spTgt spid="3">
                                            <p:txEl>
                                              <p:pRg st="7" end="7"/>
                                            </p:txEl>
                                          </p:spTgt>
                                        </p:tgtEl>
                                      </p:cBhvr>
                                      <p:to x="100000" y="100000"/>
                                    </p:animScale>
                                    <p:animScale>
                                      <p:cBhvr>
                                        <p:cTn id="138" dur="26">
                                          <p:stCondLst>
                                            <p:cond delay="1642"/>
                                          </p:stCondLst>
                                        </p:cTn>
                                        <p:tgtEl>
                                          <p:spTgt spid="3">
                                            <p:txEl>
                                              <p:pRg st="7" end="7"/>
                                            </p:txEl>
                                          </p:spTgt>
                                        </p:tgtEl>
                                      </p:cBhvr>
                                      <p:to x="100000" y="90000"/>
                                    </p:animScale>
                                    <p:animScale>
                                      <p:cBhvr>
                                        <p:cTn id="139" dur="166" decel="50000">
                                          <p:stCondLst>
                                            <p:cond delay="1668"/>
                                          </p:stCondLst>
                                        </p:cTn>
                                        <p:tgtEl>
                                          <p:spTgt spid="3">
                                            <p:txEl>
                                              <p:pRg st="7" end="7"/>
                                            </p:txEl>
                                          </p:spTgt>
                                        </p:tgtEl>
                                      </p:cBhvr>
                                      <p:to x="100000" y="100000"/>
                                    </p:animScale>
                                    <p:animScale>
                                      <p:cBhvr>
                                        <p:cTn id="140" dur="26">
                                          <p:stCondLst>
                                            <p:cond delay="1808"/>
                                          </p:stCondLst>
                                        </p:cTn>
                                        <p:tgtEl>
                                          <p:spTgt spid="3">
                                            <p:txEl>
                                              <p:pRg st="7" end="7"/>
                                            </p:txEl>
                                          </p:spTgt>
                                        </p:tgtEl>
                                      </p:cBhvr>
                                      <p:to x="100000" y="95000"/>
                                    </p:animScale>
                                    <p:animScale>
                                      <p:cBhvr>
                                        <p:cTn id="141" dur="166" decel="50000">
                                          <p:stCondLst>
                                            <p:cond delay="1834"/>
                                          </p:stCondLst>
                                        </p:cTn>
                                        <p:tgtEl>
                                          <p:spTgt spid="3">
                                            <p:txEl>
                                              <p:pRg st="7" end="7"/>
                                            </p:txEl>
                                          </p:spTgt>
                                        </p:tgtEl>
                                      </p:cBhvr>
                                      <p:to x="100000" y="100000"/>
                                    </p:animScale>
                                  </p:childTnLst>
                                </p:cTn>
                              </p:par>
                              <p:par>
                                <p:cTn id="142" presetID="26" presetClass="entr" presetSubtype="0" fill="hold" grpId="0" nodeType="withEffect">
                                  <p:stCondLst>
                                    <p:cond delay="0"/>
                                  </p:stCondLst>
                                  <p:childTnLst>
                                    <p:set>
                                      <p:cBhvr>
                                        <p:cTn id="143" dur="1" fill="hold">
                                          <p:stCondLst>
                                            <p:cond delay="0"/>
                                          </p:stCondLst>
                                        </p:cTn>
                                        <p:tgtEl>
                                          <p:spTgt spid="3">
                                            <p:txEl>
                                              <p:pRg st="8" end="8"/>
                                            </p:txEl>
                                          </p:spTgt>
                                        </p:tgtEl>
                                        <p:attrNameLst>
                                          <p:attrName>style.visibility</p:attrName>
                                        </p:attrNameLst>
                                      </p:cBhvr>
                                      <p:to>
                                        <p:strVal val="visible"/>
                                      </p:to>
                                    </p:set>
                                    <p:animEffect transition="in" filter="wipe(down)">
                                      <p:cBhvr>
                                        <p:cTn id="144" dur="580">
                                          <p:stCondLst>
                                            <p:cond delay="0"/>
                                          </p:stCondLst>
                                        </p:cTn>
                                        <p:tgtEl>
                                          <p:spTgt spid="3">
                                            <p:txEl>
                                              <p:pRg st="8" end="8"/>
                                            </p:txEl>
                                          </p:spTgt>
                                        </p:tgtEl>
                                      </p:cBhvr>
                                    </p:animEffect>
                                    <p:anim calcmode="lin" valueType="num">
                                      <p:cBhvr>
                                        <p:cTn id="145" dur="1822" tmFilter="0,0; 0.14,0.36; 0.43,0.73; 0.71,0.91; 1.0,1.0">
                                          <p:stCondLst>
                                            <p:cond delay="0"/>
                                          </p:stCondLst>
                                        </p:cTn>
                                        <p:tgtEl>
                                          <p:spTgt spid="3">
                                            <p:txEl>
                                              <p:pRg st="8" end="8"/>
                                            </p:txEl>
                                          </p:spTgt>
                                        </p:tgtEl>
                                        <p:attrNameLst>
                                          <p:attrName>ppt_x</p:attrName>
                                        </p:attrNameLst>
                                      </p:cBhvr>
                                      <p:tavLst>
                                        <p:tav tm="0">
                                          <p:val>
                                            <p:strVal val="#ppt_x-0.25"/>
                                          </p:val>
                                        </p:tav>
                                        <p:tav tm="100000">
                                          <p:val>
                                            <p:strVal val="#ppt_x"/>
                                          </p:val>
                                        </p:tav>
                                      </p:tavLst>
                                    </p:anim>
                                    <p:anim calcmode="lin" valueType="num">
                                      <p:cBhvr>
                                        <p:cTn id="146" dur="664" tmFilter="0.0,0.0; 0.25,0.07; 0.50,0.2; 0.75,0.467; 1.0,1.0">
                                          <p:stCondLst>
                                            <p:cond delay="0"/>
                                          </p:stCondLst>
                                        </p:cTn>
                                        <p:tgtEl>
                                          <p:spTgt spid="3">
                                            <p:txEl>
                                              <p:pRg st="8" end="8"/>
                                            </p:txEl>
                                          </p:spTgt>
                                        </p:tgtEl>
                                        <p:attrNameLst>
                                          <p:attrName>ppt_y</p:attrName>
                                        </p:attrNameLst>
                                      </p:cBhvr>
                                      <p:tavLst>
                                        <p:tav tm="0" fmla="#ppt_y-sin(pi*$)/3">
                                          <p:val>
                                            <p:fltVal val="0.5"/>
                                          </p:val>
                                        </p:tav>
                                        <p:tav tm="100000">
                                          <p:val>
                                            <p:fltVal val="1"/>
                                          </p:val>
                                        </p:tav>
                                      </p:tavLst>
                                    </p:anim>
                                    <p:anim calcmode="lin" valueType="num">
                                      <p:cBhvr>
                                        <p:cTn id="147" dur="664" tmFilter="0, 0; 0.125,0.2665; 0.25,0.4; 0.375,0.465; 0.5,0.5;  0.625,0.535; 0.75,0.6; 0.875,0.7335; 1,1">
                                          <p:stCondLst>
                                            <p:cond delay="664"/>
                                          </p:stCondLst>
                                        </p:cTn>
                                        <p:tgtEl>
                                          <p:spTgt spid="3">
                                            <p:txEl>
                                              <p:pRg st="8" end="8"/>
                                            </p:txEl>
                                          </p:spTgt>
                                        </p:tgtEl>
                                        <p:attrNameLst>
                                          <p:attrName>ppt_y</p:attrName>
                                        </p:attrNameLst>
                                      </p:cBhvr>
                                      <p:tavLst>
                                        <p:tav tm="0" fmla="#ppt_y-sin(pi*$)/9">
                                          <p:val>
                                            <p:fltVal val="0"/>
                                          </p:val>
                                        </p:tav>
                                        <p:tav tm="100000">
                                          <p:val>
                                            <p:fltVal val="1"/>
                                          </p:val>
                                        </p:tav>
                                      </p:tavLst>
                                    </p:anim>
                                    <p:anim calcmode="lin" valueType="num">
                                      <p:cBhvr>
                                        <p:cTn id="148" dur="332" tmFilter="0, 0; 0.125,0.2665; 0.25,0.4; 0.375,0.465; 0.5,0.5;  0.625,0.535; 0.75,0.6; 0.875,0.7335; 1,1">
                                          <p:stCondLst>
                                            <p:cond delay="1324"/>
                                          </p:stCondLst>
                                        </p:cTn>
                                        <p:tgtEl>
                                          <p:spTgt spid="3">
                                            <p:txEl>
                                              <p:pRg st="8" end="8"/>
                                            </p:txEl>
                                          </p:spTgt>
                                        </p:tgtEl>
                                        <p:attrNameLst>
                                          <p:attrName>ppt_y</p:attrName>
                                        </p:attrNameLst>
                                      </p:cBhvr>
                                      <p:tavLst>
                                        <p:tav tm="0" fmla="#ppt_y-sin(pi*$)/27">
                                          <p:val>
                                            <p:fltVal val="0"/>
                                          </p:val>
                                        </p:tav>
                                        <p:tav tm="100000">
                                          <p:val>
                                            <p:fltVal val="1"/>
                                          </p:val>
                                        </p:tav>
                                      </p:tavLst>
                                    </p:anim>
                                    <p:anim calcmode="lin" valueType="num">
                                      <p:cBhvr>
                                        <p:cTn id="149" dur="164" tmFilter="0, 0; 0.125,0.2665; 0.25,0.4; 0.375,0.465; 0.5,0.5;  0.625,0.535; 0.75,0.6; 0.875,0.7335; 1,1">
                                          <p:stCondLst>
                                            <p:cond delay="1656"/>
                                          </p:stCondLst>
                                        </p:cTn>
                                        <p:tgtEl>
                                          <p:spTgt spid="3">
                                            <p:txEl>
                                              <p:pRg st="8" end="8"/>
                                            </p:txEl>
                                          </p:spTgt>
                                        </p:tgtEl>
                                        <p:attrNameLst>
                                          <p:attrName>ppt_y</p:attrName>
                                        </p:attrNameLst>
                                      </p:cBhvr>
                                      <p:tavLst>
                                        <p:tav tm="0" fmla="#ppt_y-sin(pi*$)/81">
                                          <p:val>
                                            <p:fltVal val="0"/>
                                          </p:val>
                                        </p:tav>
                                        <p:tav tm="100000">
                                          <p:val>
                                            <p:fltVal val="1"/>
                                          </p:val>
                                        </p:tav>
                                      </p:tavLst>
                                    </p:anim>
                                    <p:animScale>
                                      <p:cBhvr>
                                        <p:cTn id="150" dur="26">
                                          <p:stCondLst>
                                            <p:cond delay="650"/>
                                          </p:stCondLst>
                                        </p:cTn>
                                        <p:tgtEl>
                                          <p:spTgt spid="3">
                                            <p:txEl>
                                              <p:pRg st="8" end="8"/>
                                            </p:txEl>
                                          </p:spTgt>
                                        </p:tgtEl>
                                      </p:cBhvr>
                                      <p:to x="100000" y="60000"/>
                                    </p:animScale>
                                    <p:animScale>
                                      <p:cBhvr>
                                        <p:cTn id="151" dur="166" decel="50000">
                                          <p:stCondLst>
                                            <p:cond delay="676"/>
                                          </p:stCondLst>
                                        </p:cTn>
                                        <p:tgtEl>
                                          <p:spTgt spid="3">
                                            <p:txEl>
                                              <p:pRg st="8" end="8"/>
                                            </p:txEl>
                                          </p:spTgt>
                                        </p:tgtEl>
                                      </p:cBhvr>
                                      <p:to x="100000" y="100000"/>
                                    </p:animScale>
                                    <p:animScale>
                                      <p:cBhvr>
                                        <p:cTn id="152" dur="26">
                                          <p:stCondLst>
                                            <p:cond delay="1312"/>
                                          </p:stCondLst>
                                        </p:cTn>
                                        <p:tgtEl>
                                          <p:spTgt spid="3">
                                            <p:txEl>
                                              <p:pRg st="8" end="8"/>
                                            </p:txEl>
                                          </p:spTgt>
                                        </p:tgtEl>
                                      </p:cBhvr>
                                      <p:to x="100000" y="80000"/>
                                    </p:animScale>
                                    <p:animScale>
                                      <p:cBhvr>
                                        <p:cTn id="153" dur="166" decel="50000">
                                          <p:stCondLst>
                                            <p:cond delay="1338"/>
                                          </p:stCondLst>
                                        </p:cTn>
                                        <p:tgtEl>
                                          <p:spTgt spid="3">
                                            <p:txEl>
                                              <p:pRg st="8" end="8"/>
                                            </p:txEl>
                                          </p:spTgt>
                                        </p:tgtEl>
                                      </p:cBhvr>
                                      <p:to x="100000" y="100000"/>
                                    </p:animScale>
                                    <p:animScale>
                                      <p:cBhvr>
                                        <p:cTn id="154" dur="26">
                                          <p:stCondLst>
                                            <p:cond delay="1642"/>
                                          </p:stCondLst>
                                        </p:cTn>
                                        <p:tgtEl>
                                          <p:spTgt spid="3">
                                            <p:txEl>
                                              <p:pRg st="8" end="8"/>
                                            </p:txEl>
                                          </p:spTgt>
                                        </p:tgtEl>
                                      </p:cBhvr>
                                      <p:to x="100000" y="90000"/>
                                    </p:animScale>
                                    <p:animScale>
                                      <p:cBhvr>
                                        <p:cTn id="155" dur="166" decel="50000">
                                          <p:stCondLst>
                                            <p:cond delay="1668"/>
                                          </p:stCondLst>
                                        </p:cTn>
                                        <p:tgtEl>
                                          <p:spTgt spid="3">
                                            <p:txEl>
                                              <p:pRg st="8" end="8"/>
                                            </p:txEl>
                                          </p:spTgt>
                                        </p:tgtEl>
                                      </p:cBhvr>
                                      <p:to x="100000" y="100000"/>
                                    </p:animScale>
                                    <p:animScale>
                                      <p:cBhvr>
                                        <p:cTn id="156" dur="26">
                                          <p:stCondLst>
                                            <p:cond delay="1808"/>
                                          </p:stCondLst>
                                        </p:cTn>
                                        <p:tgtEl>
                                          <p:spTgt spid="3">
                                            <p:txEl>
                                              <p:pRg st="8" end="8"/>
                                            </p:txEl>
                                          </p:spTgt>
                                        </p:tgtEl>
                                      </p:cBhvr>
                                      <p:to x="100000" y="95000"/>
                                    </p:animScale>
                                    <p:animScale>
                                      <p:cBhvr>
                                        <p:cTn id="157" dur="166" decel="50000">
                                          <p:stCondLst>
                                            <p:cond delay="1834"/>
                                          </p:stCondLst>
                                        </p:cTn>
                                        <p:tgtEl>
                                          <p:spTgt spid="3">
                                            <p:txEl>
                                              <p:pRg st="8" end="8"/>
                                            </p:txEl>
                                          </p:spTgt>
                                        </p:tgtEl>
                                      </p:cBhvr>
                                      <p:to x="100000" y="100000"/>
                                    </p:animScale>
                                  </p:childTnLst>
                                </p:cTn>
                              </p:par>
                              <p:par>
                                <p:cTn id="158" presetID="26" presetClass="entr" presetSubtype="0" fill="hold" grpId="0" nodeType="withEffect">
                                  <p:stCondLst>
                                    <p:cond delay="0"/>
                                  </p:stCondLst>
                                  <p:childTnLst>
                                    <p:set>
                                      <p:cBhvr>
                                        <p:cTn id="159" dur="1" fill="hold">
                                          <p:stCondLst>
                                            <p:cond delay="0"/>
                                          </p:stCondLst>
                                        </p:cTn>
                                        <p:tgtEl>
                                          <p:spTgt spid="3">
                                            <p:txEl>
                                              <p:pRg st="9" end="9"/>
                                            </p:txEl>
                                          </p:spTgt>
                                        </p:tgtEl>
                                        <p:attrNameLst>
                                          <p:attrName>style.visibility</p:attrName>
                                        </p:attrNameLst>
                                      </p:cBhvr>
                                      <p:to>
                                        <p:strVal val="visible"/>
                                      </p:to>
                                    </p:set>
                                    <p:animEffect transition="in" filter="wipe(down)">
                                      <p:cBhvr>
                                        <p:cTn id="160" dur="580">
                                          <p:stCondLst>
                                            <p:cond delay="0"/>
                                          </p:stCondLst>
                                        </p:cTn>
                                        <p:tgtEl>
                                          <p:spTgt spid="3">
                                            <p:txEl>
                                              <p:pRg st="9" end="9"/>
                                            </p:txEl>
                                          </p:spTgt>
                                        </p:tgtEl>
                                      </p:cBhvr>
                                    </p:animEffect>
                                    <p:anim calcmode="lin" valueType="num">
                                      <p:cBhvr>
                                        <p:cTn id="161" dur="1822" tmFilter="0,0; 0.14,0.36; 0.43,0.73; 0.71,0.91; 1.0,1.0">
                                          <p:stCondLst>
                                            <p:cond delay="0"/>
                                          </p:stCondLst>
                                        </p:cTn>
                                        <p:tgtEl>
                                          <p:spTgt spid="3">
                                            <p:txEl>
                                              <p:pRg st="9" end="9"/>
                                            </p:txEl>
                                          </p:spTgt>
                                        </p:tgtEl>
                                        <p:attrNameLst>
                                          <p:attrName>ppt_x</p:attrName>
                                        </p:attrNameLst>
                                      </p:cBhvr>
                                      <p:tavLst>
                                        <p:tav tm="0">
                                          <p:val>
                                            <p:strVal val="#ppt_x-0.25"/>
                                          </p:val>
                                        </p:tav>
                                        <p:tav tm="100000">
                                          <p:val>
                                            <p:strVal val="#ppt_x"/>
                                          </p:val>
                                        </p:tav>
                                      </p:tavLst>
                                    </p:anim>
                                    <p:anim calcmode="lin" valueType="num">
                                      <p:cBhvr>
                                        <p:cTn id="162" dur="664" tmFilter="0.0,0.0; 0.25,0.07; 0.50,0.2; 0.75,0.467; 1.0,1.0">
                                          <p:stCondLst>
                                            <p:cond delay="0"/>
                                          </p:stCondLst>
                                        </p:cTn>
                                        <p:tgtEl>
                                          <p:spTgt spid="3">
                                            <p:txEl>
                                              <p:pRg st="9" end="9"/>
                                            </p:txEl>
                                          </p:spTgt>
                                        </p:tgtEl>
                                        <p:attrNameLst>
                                          <p:attrName>ppt_y</p:attrName>
                                        </p:attrNameLst>
                                      </p:cBhvr>
                                      <p:tavLst>
                                        <p:tav tm="0" fmla="#ppt_y-sin(pi*$)/3">
                                          <p:val>
                                            <p:fltVal val="0.5"/>
                                          </p:val>
                                        </p:tav>
                                        <p:tav tm="100000">
                                          <p:val>
                                            <p:fltVal val="1"/>
                                          </p:val>
                                        </p:tav>
                                      </p:tavLst>
                                    </p:anim>
                                    <p:anim calcmode="lin" valueType="num">
                                      <p:cBhvr>
                                        <p:cTn id="163" dur="664" tmFilter="0, 0; 0.125,0.2665; 0.25,0.4; 0.375,0.465; 0.5,0.5;  0.625,0.535; 0.75,0.6; 0.875,0.7335; 1,1">
                                          <p:stCondLst>
                                            <p:cond delay="664"/>
                                          </p:stCondLst>
                                        </p:cTn>
                                        <p:tgtEl>
                                          <p:spTgt spid="3">
                                            <p:txEl>
                                              <p:pRg st="9" end="9"/>
                                            </p:txEl>
                                          </p:spTgt>
                                        </p:tgtEl>
                                        <p:attrNameLst>
                                          <p:attrName>ppt_y</p:attrName>
                                        </p:attrNameLst>
                                      </p:cBhvr>
                                      <p:tavLst>
                                        <p:tav tm="0" fmla="#ppt_y-sin(pi*$)/9">
                                          <p:val>
                                            <p:fltVal val="0"/>
                                          </p:val>
                                        </p:tav>
                                        <p:tav tm="100000">
                                          <p:val>
                                            <p:fltVal val="1"/>
                                          </p:val>
                                        </p:tav>
                                      </p:tavLst>
                                    </p:anim>
                                    <p:anim calcmode="lin" valueType="num">
                                      <p:cBhvr>
                                        <p:cTn id="164" dur="332" tmFilter="0, 0; 0.125,0.2665; 0.25,0.4; 0.375,0.465; 0.5,0.5;  0.625,0.535; 0.75,0.6; 0.875,0.7335; 1,1">
                                          <p:stCondLst>
                                            <p:cond delay="1324"/>
                                          </p:stCondLst>
                                        </p:cTn>
                                        <p:tgtEl>
                                          <p:spTgt spid="3">
                                            <p:txEl>
                                              <p:pRg st="9" end="9"/>
                                            </p:txEl>
                                          </p:spTgt>
                                        </p:tgtEl>
                                        <p:attrNameLst>
                                          <p:attrName>ppt_y</p:attrName>
                                        </p:attrNameLst>
                                      </p:cBhvr>
                                      <p:tavLst>
                                        <p:tav tm="0" fmla="#ppt_y-sin(pi*$)/27">
                                          <p:val>
                                            <p:fltVal val="0"/>
                                          </p:val>
                                        </p:tav>
                                        <p:tav tm="100000">
                                          <p:val>
                                            <p:fltVal val="1"/>
                                          </p:val>
                                        </p:tav>
                                      </p:tavLst>
                                    </p:anim>
                                    <p:anim calcmode="lin" valueType="num">
                                      <p:cBhvr>
                                        <p:cTn id="165" dur="164" tmFilter="0, 0; 0.125,0.2665; 0.25,0.4; 0.375,0.465; 0.5,0.5;  0.625,0.535; 0.75,0.6; 0.875,0.7335; 1,1">
                                          <p:stCondLst>
                                            <p:cond delay="1656"/>
                                          </p:stCondLst>
                                        </p:cTn>
                                        <p:tgtEl>
                                          <p:spTgt spid="3">
                                            <p:txEl>
                                              <p:pRg st="9" end="9"/>
                                            </p:txEl>
                                          </p:spTgt>
                                        </p:tgtEl>
                                        <p:attrNameLst>
                                          <p:attrName>ppt_y</p:attrName>
                                        </p:attrNameLst>
                                      </p:cBhvr>
                                      <p:tavLst>
                                        <p:tav tm="0" fmla="#ppt_y-sin(pi*$)/81">
                                          <p:val>
                                            <p:fltVal val="0"/>
                                          </p:val>
                                        </p:tav>
                                        <p:tav tm="100000">
                                          <p:val>
                                            <p:fltVal val="1"/>
                                          </p:val>
                                        </p:tav>
                                      </p:tavLst>
                                    </p:anim>
                                    <p:animScale>
                                      <p:cBhvr>
                                        <p:cTn id="166" dur="26">
                                          <p:stCondLst>
                                            <p:cond delay="650"/>
                                          </p:stCondLst>
                                        </p:cTn>
                                        <p:tgtEl>
                                          <p:spTgt spid="3">
                                            <p:txEl>
                                              <p:pRg st="9" end="9"/>
                                            </p:txEl>
                                          </p:spTgt>
                                        </p:tgtEl>
                                      </p:cBhvr>
                                      <p:to x="100000" y="60000"/>
                                    </p:animScale>
                                    <p:animScale>
                                      <p:cBhvr>
                                        <p:cTn id="167" dur="166" decel="50000">
                                          <p:stCondLst>
                                            <p:cond delay="676"/>
                                          </p:stCondLst>
                                        </p:cTn>
                                        <p:tgtEl>
                                          <p:spTgt spid="3">
                                            <p:txEl>
                                              <p:pRg st="9" end="9"/>
                                            </p:txEl>
                                          </p:spTgt>
                                        </p:tgtEl>
                                      </p:cBhvr>
                                      <p:to x="100000" y="100000"/>
                                    </p:animScale>
                                    <p:animScale>
                                      <p:cBhvr>
                                        <p:cTn id="168" dur="26">
                                          <p:stCondLst>
                                            <p:cond delay="1312"/>
                                          </p:stCondLst>
                                        </p:cTn>
                                        <p:tgtEl>
                                          <p:spTgt spid="3">
                                            <p:txEl>
                                              <p:pRg st="9" end="9"/>
                                            </p:txEl>
                                          </p:spTgt>
                                        </p:tgtEl>
                                      </p:cBhvr>
                                      <p:to x="100000" y="80000"/>
                                    </p:animScale>
                                    <p:animScale>
                                      <p:cBhvr>
                                        <p:cTn id="169" dur="166" decel="50000">
                                          <p:stCondLst>
                                            <p:cond delay="1338"/>
                                          </p:stCondLst>
                                        </p:cTn>
                                        <p:tgtEl>
                                          <p:spTgt spid="3">
                                            <p:txEl>
                                              <p:pRg st="9" end="9"/>
                                            </p:txEl>
                                          </p:spTgt>
                                        </p:tgtEl>
                                      </p:cBhvr>
                                      <p:to x="100000" y="100000"/>
                                    </p:animScale>
                                    <p:animScale>
                                      <p:cBhvr>
                                        <p:cTn id="170" dur="26">
                                          <p:stCondLst>
                                            <p:cond delay="1642"/>
                                          </p:stCondLst>
                                        </p:cTn>
                                        <p:tgtEl>
                                          <p:spTgt spid="3">
                                            <p:txEl>
                                              <p:pRg st="9" end="9"/>
                                            </p:txEl>
                                          </p:spTgt>
                                        </p:tgtEl>
                                      </p:cBhvr>
                                      <p:to x="100000" y="90000"/>
                                    </p:animScale>
                                    <p:animScale>
                                      <p:cBhvr>
                                        <p:cTn id="171" dur="166" decel="50000">
                                          <p:stCondLst>
                                            <p:cond delay="1668"/>
                                          </p:stCondLst>
                                        </p:cTn>
                                        <p:tgtEl>
                                          <p:spTgt spid="3">
                                            <p:txEl>
                                              <p:pRg st="9" end="9"/>
                                            </p:txEl>
                                          </p:spTgt>
                                        </p:tgtEl>
                                      </p:cBhvr>
                                      <p:to x="100000" y="100000"/>
                                    </p:animScale>
                                    <p:animScale>
                                      <p:cBhvr>
                                        <p:cTn id="172" dur="26">
                                          <p:stCondLst>
                                            <p:cond delay="1808"/>
                                          </p:stCondLst>
                                        </p:cTn>
                                        <p:tgtEl>
                                          <p:spTgt spid="3">
                                            <p:txEl>
                                              <p:pRg st="9" end="9"/>
                                            </p:txEl>
                                          </p:spTgt>
                                        </p:tgtEl>
                                      </p:cBhvr>
                                      <p:to x="100000" y="95000"/>
                                    </p:animScale>
                                    <p:animScale>
                                      <p:cBhvr>
                                        <p:cTn id="173" dur="166" decel="50000">
                                          <p:stCondLst>
                                            <p:cond delay="1834"/>
                                          </p:stCondLst>
                                        </p:cTn>
                                        <p:tgtEl>
                                          <p:spTgt spid="3">
                                            <p:txEl>
                                              <p:pRg st="9" end="9"/>
                                            </p:txEl>
                                          </p:spTgt>
                                        </p:tgtEl>
                                      </p:cBhvr>
                                      <p:to x="100000" y="100000"/>
                                    </p:animScale>
                                  </p:childTnLst>
                                </p:cTn>
                              </p:par>
                            </p:childTnLst>
                          </p:cTn>
                        </p:par>
                      </p:childTnLst>
                    </p:cTn>
                  </p:par>
                  <p:par>
                    <p:cTn id="174" fill="hold">
                      <p:stCondLst>
                        <p:cond delay="indefinite"/>
                      </p:stCondLst>
                      <p:childTnLst>
                        <p:par>
                          <p:cTn id="175" fill="hold">
                            <p:stCondLst>
                              <p:cond delay="0"/>
                            </p:stCondLst>
                            <p:childTnLst>
                              <p:par>
                                <p:cTn id="176" presetID="26" presetClass="entr" presetSubtype="0" fill="hold" grpId="0" nodeType="clickEffect">
                                  <p:stCondLst>
                                    <p:cond delay="0"/>
                                  </p:stCondLst>
                                  <p:childTnLst>
                                    <p:set>
                                      <p:cBhvr>
                                        <p:cTn id="177" dur="1" fill="hold">
                                          <p:stCondLst>
                                            <p:cond delay="0"/>
                                          </p:stCondLst>
                                        </p:cTn>
                                        <p:tgtEl>
                                          <p:spTgt spid="4">
                                            <p:txEl>
                                              <p:pRg st="0" end="0"/>
                                            </p:txEl>
                                          </p:spTgt>
                                        </p:tgtEl>
                                        <p:attrNameLst>
                                          <p:attrName>style.visibility</p:attrName>
                                        </p:attrNameLst>
                                      </p:cBhvr>
                                      <p:to>
                                        <p:strVal val="visible"/>
                                      </p:to>
                                    </p:set>
                                    <p:animEffect transition="in" filter="wipe(down)">
                                      <p:cBhvr>
                                        <p:cTn id="178" dur="580">
                                          <p:stCondLst>
                                            <p:cond delay="0"/>
                                          </p:stCondLst>
                                        </p:cTn>
                                        <p:tgtEl>
                                          <p:spTgt spid="4">
                                            <p:txEl>
                                              <p:pRg st="0" end="0"/>
                                            </p:txEl>
                                          </p:spTgt>
                                        </p:tgtEl>
                                      </p:cBhvr>
                                    </p:animEffect>
                                    <p:anim calcmode="lin" valueType="num">
                                      <p:cBhvr>
                                        <p:cTn id="179"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180"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181"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182"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183"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184" dur="26">
                                          <p:stCondLst>
                                            <p:cond delay="650"/>
                                          </p:stCondLst>
                                        </p:cTn>
                                        <p:tgtEl>
                                          <p:spTgt spid="4">
                                            <p:txEl>
                                              <p:pRg st="0" end="0"/>
                                            </p:txEl>
                                          </p:spTgt>
                                        </p:tgtEl>
                                      </p:cBhvr>
                                      <p:to x="100000" y="60000"/>
                                    </p:animScale>
                                    <p:animScale>
                                      <p:cBhvr>
                                        <p:cTn id="185" dur="166" decel="50000">
                                          <p:stCondLst>
                                            <p:cond delay="676"/>
                                          </p:stCondLst>
                                        </p:cTn>
                                        <p:tgtEl>
                                          <p:spTgt spid="4">
                                            <p:txEl>
                                              <p:pRg st="0" end="0"/>
                                            </p:txEl>
                                          </p:spTgt>
                                        </p:tgtEl>
                                      </p:cBhvr>
                                      <p:to x="100000" y="100000"/>
                                    </p:animScale>
                                    <p:animScale>
                                      <p:cBhvr>
                                        <p:cTn id="186" dur="26">
                                          <p:stCondLst>
                                            <p:cond delay="1312"/>
                                          </p:stCondLst>
                                        </p:cTn>
                                        <p:tgtEl>
                                          <p:spTgt spid="4">
                                            <p:txEl>
                                              <p:pRg st="0" end="0"/>
                                            </p:txEl>
                                          </p:spTgt>
                                        </p:tgtEl>
                                      </p:cBhvr>
                                      <p:to x="100000" y="80000"/>
                                    </p:animScale>
                                    <p:animScale>
                                      <p:cBhvr>
                                        <p:cTn id="187" dur="166" decel="50000">
                                          <p:stCondLst>
                                            <p:cond delay="1338"/>
                                          </p:stCondLst>
                                        </p:cTn>
                                        <p:tgtEl>
                                          <p:spTgt spid="4">
                                            <p:txEl>
                                              <p:pRg st="0" end="0"/>
                                            </p:txEl>
                                          </p:spTgt>
                                        </p:tgtEl>
                                      </p:cBhvr>
                                      <p:to x="100000" y="100000"/>
                                    </p:animScale>
                                    <p:animScale>
                                      <p:cBhvr>
                                        <p:cTn id="188" dur="26">
                                          <p:stCondLst>
                                            <p:cond delay="1642"/>
                                          </p:stCondLst>
                                        </p:cTn>
                                        <p:tgtEl>
                                          <p:spTgt spid="4">
                                            <p:txEl>
                                              <p:pRg st="0" end="0"/>
                                            </p:txEl>
                                          </p:spTgt>
                                        </p:tgtEl>
                                      </p:cBhvr>
                                      <p:to x="100000" y="90000"/>
                                    </p:animScale>
                                    <p:animScale>
                                      <p:cBhvr>
                                        <p:cTn id="189" dur="166" decel="50000">
                                          <p:stCondLst>
                                            <p:cond delay="1668"/>
                                          </p:stCondLst>
                                        </p:cTn>
                                        <p:tgtEl>
                                          <p:spTgt spid="4">
                                            <p:txEl>
                                              <p:pRg st="0" end="0"/>
                                            </p:txEl>
                                          </p:spTgt>
                                        </p:tgtEl>
                                      </p:cBhvr>
                                      <p:to x="100000" y="100000"/>
                                    </p:animScale>
                                    <p:animScale>
                                      <p:cBhvr>
                                        <p:cTn id="190" dur="26">
                                          <p:stCondLst>
                                            <p:cond delay="1808"/>
                                          </p:stCondLst>
                                        </p:cTn>
                                        <p:tgtEl>
                                          <p:spTgt spid="4">
                                            <p:txEl>
                                              <p:pRg st="0" end="0"/>
                                            </p:txEl>
                                          </p:spTgt>
                                        </p:tgtEl>
                                      </p:cBhvr>
                                      <p:to x="100000" y="95000"/>
                                    </p:animScale>
                                    <p:animScale>
                                      <p:cBhvr>
                                        <p:cTn id="191" dur="166" decel="50000">
                                          <p:stCondLst>
                                            <p:cond delay="1834"/>
                                          </p:stCondLst>
                                        </p:cTn>
                                        <p:tgtEl>
                                          <p:spTgt spid="4">
                                            <p:txEl>
                                              <p:pRg st="0" end="0"/>
                                            </p:txEl>
                                          </p:spTgt>
                                        </p:tgtEl>
                                      </p:cBhvr>
                                      <p:to x="100000" y="100000"/>
                                    </p:animScale>
                                  </p:childTnLst>
                                </p:cTn>
                              </p:par>
                              <p:par>
                                <p:cTn id="192" presetID="26" presetClass="entr" presetSubtype="0" fill="hold" grpId="0" nodeType="withEffect">
                                  <p:stCondLst>
                                    <p:cond delay="0"/>
                                  </p:stCondLst>
                                  <p:childTnLst>
                                    <p:set>
                                      <p:cBhvr>
                                        <p:cTn id="193" dur="1" fill="hold">
                                          <p:stCondLst>
                                            <p:cond delay="0"/>
                                          </p:stCondLst>
                                        </p:cTn>
                                        <p:tgtEl>
                                          <p:spTgt spid="4">
                                            <p:txEl>
                                              <p:pRg st="1" end="1"/>
                                            </p:txEl>
                                          </p:spTgt>
                                        </p:tgtEl>
                                        <p:attrNameLst>
                                          <p:attrName>style.visibility</p:attrName>
                                        </p:attrNameLst>
                                      </p:cBhvr>
                                      <p:to>
                                        <p:strVal val="visible"/>
                                      </p:to>
                                    </p:set>
                                    <p:animEffect transition="in" filter="wipe(down)">
                                      <p:cBhvr>
                                        <p:cTn id="194" dur="580">
                                          <p:stCondLst>
                                            <p:cond delay="0"/>
                                          </p:stCondLst>
                                        </p:cTn>
                                        <p:tgtEl>
                                          <p:spTgt spid="4">
                                            <p:txEl>
                                              <p:pRg st="1" end="1"/>
                                            </p:txEl>
                                          </p:spTgt>
                                        </p:tgtEl>
                                      </p:cBhvr>
                                    </p:animEffect>
                                    <p:anim calcmode="lin" valueType="num">
                                      <p:cBhvr>
                                        <p:cTn id="195" dur="1822" tmFilter="0,0; 0.14,0.36; 0.43,0.73; 0.71,0.91; 1.0,1.0">
                                          <p:stCondLst>
                                            <p:cond delay="0"/>
                                          </p:stCondLst>
                                        </p:cTn>
                                        <p:tgtEl>
                                          <p:spTgt spid="4">
                                            <p:txEl>
                                              <p:pRg st="1" end="1"/>
                                            </p:txEl>
                                          </p:spTgt>
                                        </p:tgtEl>
                                        <p:attrNameLst>
                                          <p:attrName>ppt_x</p:attrName>
                                        </p:attrNameLst>
                                      </p:cBhvr>
                                      <p:tavLst>
                                        <p:tav tm="0">
                                          <p:val>
                                            <p:strVal val="#ppt_x-0.25"/>
                                          </p:val>
                                        </p:tav>
                                        <p:tav tm="100000">
                                          <p:val>
                                            <p:strVal val="#ppt_x"/>
                                          </p:val>
                                        </p:tav>
                                      </p:tavLst>
                                    </p:anim>
                                    <p:anim calcmode="lin" valueType="num">
                                      <p:cBhvr>
                                        <p:cTn id="196" dur="664" tmFilter="0.0,0.0; 0.25,0.07; 0.50,0.2; 0.75,0.467; 1.0,1.0">
                                          <p:stCondLst>
                                            <p:cond delay="0"/>
                                          </p:stCondLst>
                                        </p:cTn>
                                        <p:tgtEl>
                                          <p:spTgt spid="4">
                                            <p:txEl>
                                              <p:pRg st="1" end="1"/>
                                            </p:txEl>
                                          </p:spTgt>
                                        </p:tgtEl>
                                        <p:attrNameLst>
                                          <p:attrName>ppt_y</p:attrName>
                                        </p:attrNameLst>
                                      </p:cBhvr>
                                      <p:tavLst>
                                        <p:tav tm="0" fmla="#ppt_y-sin(pi*$)/3">
                                          <p:val>
                                            <p:fltVal val="0.5"/>
                                          </p:val>
                                        </p:tav>
                                        <p:tav tm="100000">
                                          <p:val>
                                            <p:fltVal val="1"/>
                                          </p:val>
                                        </p:tav>
                                      </p:tavLst>
                                    </p:anim>
                                    <p:anim calcmode="lin" valueType="num">
                                      <p:cBhvr>
                                        <p:cTn id="197" dur="664" tmFilter="0, 0; 0.125,0.2665; 0.25,0.4; 0.375,0.465; 0.5,0.5;  0.625,0.535; 0.75,0.6; 0.875,0.7335; 1,1">
                                          <p:stCondLst>
                                            <p:cond delay="664"/>
                                          </p:stCondLst>
                                        </p:cTn>
                                        <p:tgtEl>
                                          <p:spTgt spid="4">
                                            <p:txEl>
                                              <p:pRg st="1" end="1"/>
                                            </p:txEl>
                                          </p:spTgt>
                                        </p:tgtEl>
                                        <p:attrNameLst>
                                          <p:attrName>ppt_y</p:attrName>
                                        </p:attrNameLst>
                                      </p:cBhvr>
                                      <p:tavLst>
                                        <p:tav tm="0" fmla="#ppt_y-sin(pi*$)/9">
                                          <p:val>
                                            <p:fltVal val="0"/>
                                          </p:val>
                                        </p:tav>
                                        <p:tav tm="100000">
                                          <p:val>
                                            <p:fltVal val="1"/>
                                          </p:val>
                                        </p:tav>
                                      </p:tavLst>
                                    </p:anim>
                                    <p:anim calcmode="lin" valueType="num">
                                      <p:cBhvr>
                                        <p:cTn id="198" dur="332" tmFilter="0, 0; 0.125,0.2665; 0.25,0.4; 0.375,0.465; 0.5,0.5;  0.625,0.535; 0.75,0.6; 0.875,0.7335; 1,1">
                                          <p:stCondLst>
                                            <p:cond delay="1324"/>
                                          </p:stCondLst>
                                        </p:cTn>
                                        <p:tgtEl>
                                          <p:spTgt spid="4">
                                            <p:txEl>
                                              <p:pRg st="1" end="1"/>
                                            </p:txEl>
                                          </p:spTgt>
                                        </p:tgtEl>
                                        <p:attrNameLst>
                                          <p:attrName>ppt_y</p:attrName>
                                        </p:attrNameLst>
                                      </p:cBhvr>
                                      <p:tavLst>
                                        <p:tav tm="0" fmla="#ppt_y-sin(pi*$)/27">
                                          <p:val>
                                            <p:fltVal val="0"/>
                                          </p:val>
                                        </p:tav>
                                        <p:tav tm="100000">
                                          <p:val>
                                            <p:fltVal val="1"/>
                                          </p:val>
                                        </p:tav>
                                      </p:tavLst>
                                    </p:anim>
                                    <p:anim calcmode="lin" valueType="num">
                                      <p:cBhvr>
                                        <p:cTn id="199" dur="164" tmFilter="0, 0; 0.125,0.2665; 0.25,0.4; 0.375,0.465; 0.5,0.5;  0.625,0.535; 0.75,0.6; 0.875,0.7335; 1,1">
                                          <p:stCondLst>
                                            <p:cond delay="1656"/>
                                          </p:stCondLst>
                                        </p:cTn>
                                        <p:tgtEl>
                                          <p:spTgt spid="4">
                                            <p:txEl>
                                              <p:pRg st="1" end="1"/>
                                            </p:txEl>
                                          </p:spTgt>
                                        </p:tgtEl>
                                        <p:attrNameLst>
                                          <p:attrName>ppt_y</p:attrName>
                                        </p:attrNameLst>
                                      </p:cBhvr>
                                      <p:tavLst>
                                        <p:tav tm="0" fmla="#ppt_y-sin(pi*$)/81">
                                          <p:val>
                                            <p:fltVal val="0"/>
                                          </p:val>
                                        </p:tav>
                                        <p:tav tm="100000">
                                          <p:val>
                                            <p:fltVal val="1"/>
                                          </p:val>
                                        </p:tav>
                                      </p:tavLst>
                                    </p:anim>
                                    <p:animScale>
                                      <p:cBhvr>
                                        <p:cTn id="200" dur="26">
                                          <p:stCondLst>
                                            <p:cond delay="650"/>
                                          </p:stCondLst>
                                        </p:cTn>
                                        <p:tgtEl>
                                          <p:spTgt spid="4">
                                            <p:txEl>
                                              <p:pRg st="1" end="1"/>
                                            </p:txEl>
                                          </p:spTgt>
                                        </p:tgtEl>
                                      </p:cBhvr>
                                      <p:to x="100000" y="60000"/>
                                    </p:animScale>
                                    <p:animScale>
                                      <p:cBhvr>
                                        <p:cTn id="201" dur="166" decel="50000">
                                          <p:stCondLst>
                                            <p:cond delay="676"/>
                                          </p:stCondLst>
                                        </p:cTn>
                                        <p:tgtEl>
                                          <p:spTgt spid="4">
                                            <p:txEl>
                                              <p:pRg st="1" end="1"/>
                                            </p:txEl>
                                          </p:spTgt>
                                        </p:tgtEl>
                                      </p:cBhvr>
                                      <p:to x="100000" y="100000"/>
                                    </p:animScale>
                                    <p:animScale>
                                      <p:cBhvr>
                                        <p:cTn id="202" dur="26">
                                          <p:stCondLst>
                                            <p:cond delay="1312"/>
                                          </p:stCondLst>
                                        </p:cTn>
                                        <p:tgtEl>
                                          <p:spTgt spid="4">
                                            <p:txEl>
                                              <p:pRg st="1" end="1"/>
                                            </p:txEl>
                                          </p:spTgt>
                                        </p:tgtEl>
                                      </p:cBhvr>
                                      <p:to x="100000" y="80000"/>
                                    </p:animScale>
                                    <p:animScale>
                                      <p:cBhvr>
                                        <p:cTn id="203" dur="166" decel="50000">
                                          <p:stCondLst>
                                            <p:cond delay="1338"/>
                                          </p:stCondLst>
                                        </p:cTn>
                                        <p:tgtEl>
                                          <p:spTgt spid="4">
                                            <p:txEl>
                                              <p:pRg st="1" end="1"/>
                                            </p:txEl>
                                          </p:spTgt>
                                        </p:tgtEl>
                                      </p:cBhvr>
                                      <p:to x="100000" y="100000"/>
                                    </p:animScale>
                                    <p:animScale>
                                      <p:cBhvr>
                                        <p:cTn id="204" dur="26">
                                          <p:stCondLst>
                                            <p:cond delay="1642"/>
                                          </p:stCondLst>
                                        </p:cTn>
                                        <p:tgtEl>
                                          <p:spTgt spid="4">
                                            <p:txEl>
                                              <p:pRg st="1" end="1"/>
                                            </p:txEl>
                                          </p:spTgt>
                                        </p:tgtEl>
                                      </p:cBhvr>
                                      <p:to x="100000" y="90000"/>
                                    </p:animScale>
                                    <p:animScale>
                                      <p:cBhvr>
                                        <p:cTn id="205" dur="166" decel="50000">
                                          <p:stCondLst>
                                            <p:cond delay="1668"/>
                                          </p:stCondLst>
                                        </p:cTn>
                                        <p:tgtEl>
                                          <p:spTgt spid="4">
                                            <p:txEl>
                                              <p:pRg st="1" end="1"/>
                                            </p:txEl>
                                          </p:spTgt>
                                        </p:tgtEl>
                                      </p:cBhvr>
                                      <p:to x="100000" y="100000"/>
                                    </p:animScale>
                                    <p:animScale>
                                      <p:cBhvr>
                                        <p:cTn id="206" dur="26">
                                          <p:stCondLst>
                                            <p:cond delay="1808"/>
                                          </p:stCondLst>
                                        </p:cTn>
                                        <p:tgtEl>
                                          <p:spTgt spid="4">
                                            <p:txEl>
                                              <p:pRg st="1" end="1"/>
                                            </p:txEl>
                                          </p:spTgt>
                                        </p:tgtEl>
                                      </p:cBhvr>
                                      <p:to x="100000" y="95000"/>
                                    </p:animScale>
                                    <p:animScale>
                                      <p:cBhvr>
                                        <p:cTn id="207" dur="166" decel="50000">
                                          <p:stCondLst>
                                            <p:cond delay="1834"/>
                                          </p:stCondLst>
                                        </p:cTn>
                                        <p:tgtEl>
                                          <p:spTgt spid="4">
                                            <p:txEl>
                                              <p:pRg st="1" end="1"/>
                                            </p:txEl>
                                          </p:spTgt>
                                        </p:tgtEl>
                                      </p:cBhvr>
                                      <p:to x="100000" y="100000"/>
                                    </p:animScale>
                                  </p:childTnLst>
                                </p:cTn>
                              </p:par>
                              <p:par>
                                <p:cTn id="208" presetID="26" presetClass="entr" presetSubtype="0" fill="hold" grpId="0" nodeType="withEffect">
                                  <p:stCondLst>
                                    <p:cond delay="0"/>
                                  </p:stCondLst>
                                  <p:childTnLst>
                                    <p:set>
                                      <p:cBhvr>
                                        <p:cTn id="209" dur="1" fill="hold">
                                          <p:stCondLst>
                                            <p:cond delay="0"/>
                                          </p:stCondLst>
                                        </p:cTn>
                                        <p:tgtEl>
                                          <p:spTgt spid="4">
                                            <p:txEl>
                                              <p:pRg st="2" end="2"/>
                                            </p:txEl>
                                          </p:spTgt>
                                        </p:tgtEl>
                                        <p:attrNameLst>
                                          <p:attrName>style.visibility</p:attrName>
                                        </p:attrNameLst>
                                      </p:cBhvr>
                                      <p:to>
                                        <p:strVal val="visible"/>
                                      </p:to>
                                    </p:set>
                                    <p:animEffect transition="in" filter="wipe(down)">
                                      <p:cBhvr>
                                        <p:cTn id="210" dur="580">
                                          <p:stCondLst>
                                            <p:cond delay="0"/>
                                          </p:stCondLst>
                                        </p:cTn>
                                        <p:tgtEl>
                                          <p:spTgt spid="4">
                                            <p:txEl>
                                              <p:pRg st="2" end="2"/>
                                            </p:txEl>
                                          </p:spTgt>
                                        </p:tgtEl>
                                      </p:cBhvr>
                                    </p:animEffect>
                                    <p:anim calcmode="lin" valueType="num">
                                      <p:cBhvr>
                                        <p:cTn id="211" dur="1822" tmFilter="0,0; 0.14,0.36; 0.43,0.73; 0.71,0.91; 1.0,1.0">
                                          <p:stCondLst>
                                            <p:cond delay="0"/>
                                          </p:stCondLst>
                                        </p:cTn>
                                        <p:tgtEl>
                                          <p:spTgt spid="4">
                                            <p:txEl>
                                              <p:pRg st="2" end="2"/>
                                            </p:txEl>
                                          </p:spTgt>
                                        </p:tgtEl>
                                        <p:attrNameLst>
                                          <p:attrName>ppt_x</p:attrName>
                                        </p:attrNameLst>
                                      </p:cBhvr>
                                      <p:tavLst>
                                        <p:tav tm="0">
                                          <p:val>
                                            <p:strVal val="#ppt_x-0.25"/>
                                          </p:val>
                                        </p:tav>
                                        <p:tav tm="100000">
                                          <p:val>
                                            <p:strVal val="#ppt_x"/>
                                          </p:val>
                                        </p:tav>
                                      </p:tavLst>
                                    </p:anim>
                                    <p:anim calcmode="lin" valueType="num">
                                      <p:cBhvr>
                                        <p:cTn id="212" dur="664" tmFilter="0.0,0.0; 0.25,0.07; 0.50,0.2; 0.75,0.467; 1.0,1.0">
                                          <p:stCondLst>
                                            <p:cond delay="0"/>
                                          </p:stCondLst>
                                        </p:cTn>
                                        <p:tgtEl>
                                          <p:spTgt spid="4">
                                            <p:txEl>
                                              <p:pRg st="2" end="2"/>
                                            </p:txEl>
                                          </p:spTgt>
                                        </p:tgtEl>
                                        <p:attrNameLst>
                                          <p:attrName>ppt_y</p:attrName>
                                        </p:attrNameLst>
                                      </p:cBhvr>
                                      <p:tavLst>
                                        <p:tav tm="0" fmla="#ppt_y-sin(pi*$)/3">
                                          <p:val>
                                            <p:fltVal val="0.5"/>
                                          </p:val>
                                        </p:tav>
                                        <p:tav tm="100000">
                                          <p:val>
                                            <p:fltVal val="1"/>
                                          </p:val>
                                        </p:tav>
                                      </p:tavLst>
                                    </p:anim>
                                    <p:anim calcmode="lin" valueType="num">
                                      <p:cBhvr>
                                        <p:cTn id="213" dur="664" tmFilter="0, 0; 0.125,0.2665; 0.25,0.4; 0.375,0.465; 0.5,0.5;  0.625,0.535; 0.75,0.6; 0.875,0.7335; 1,1">
                                          <p:stCondLst>
                                            <p:cond delay="664"/>
                                          </p:stCondLst>
                                        </p:cTn>
                                        <p:tgtEl>
                                          <p:spTgt spid="4">
                                            <p:txEl>
                                              <p:pRg st="2" end="2"/>
                                            </p:txEl>
                                          </p:spTgt>
                                        </p:tgtEl>
                                        <p:attrNameLst>
                                          <p:attrName>ppt_y</p:attrName>
                                        </p:attrNameLst>
                                      </p:cBhvr>
                                      <p:tavLst>
                                        <p:tav tm="0" fmla="#ppt_y-sin(pi*$)/9">
                                          <p:val>
                                            <p:fltVal val="0"/>
                                          </p:val>
                                        </p:tav>
                                        <p:tav tm="100000">
                                          <p:val>
                                            <p:fltVal val="1"/>
                                          </p:val>
                                        </p:tav>
                                      </p:tavLst>
                                    </p:anim>
                                    <p:anim calcmode="lin" valueType="num">
                                      <p:cBhvr>
                                        <p:cTn id="214" dur="332" tmFilter="0, 0; 0.125,0.2665; 0.25,0.4; 0.375,0.465; 0.5,0.5;  0.625,0.535; 0.75,0.6; 0.875,0.7335; 1,1">
                                          <p:stCondLst>
                                            <p:cond delay="1324"/>
                                          </p:stCondLst>
                                        </p:cTn>
                                        <p:tgtEl>
                                          <p:spTgt spid="4">
                                            <p:txEl>
                                              <p:pRg st="2" end="2"/>
                                            </p:txEl>
                                          </p:spTgt>
                                        </p:tgtEl>
                                        <p:attrNameLst>
                                          <p:attrName>ppt_y</p:attrName>
                                        </p:attrNameLst>
                                      </p:cBhvr>
                                      <p:tavLst>
                                        <p:tav tm="0" fmla="#ppt_y-sin(pi*$)/27">
                                          <p:val>
                                            <p:fltVal val="0"/>
                                          </p:val>
                                        </p:tav>
                                        <p:tav tm="100000">
                                          <p:val>
                                            <p:fltVal val="1"/>
                                          </p:val>
                                        </p:tav>
                                      </p:tavLst>
                                    </p:anim>
                                    <p:anim calcmode="lin" valueType="num">
                                      <p:cBhvr>
                                        <p:cTn id="215" dur="164" tmFilter="0, 0; 0.125,0.2665; 0.25,0.4; 0.375,0.465; 0.5,0.5;  0.625,0.535; 0.75,0.6; 0.875,0.7335; 1,1">
                                          <p:stCondLst>
                                            <p:cond delay="1656"/>
                                          </p:stCondLst>
                                        </p:cTn>
                                        <p:tgtEl>
                                          <p:spTgt spid="4">
                                            <p:txEl>
                                              <p:pRg st="2" end="2"/>
                                            </p:txEl>
                                          </p:spTgt>
                                        </p:tgtEl>
                                        <p:attrNameLst>
                                          <p:attrName>ppt_y</p:attrName>
                                        </p:attrNameLst>
                                      </p:cBhvr>
                                      <p:tavLst>
                                        <p:tav tm="0" fmla="#ppt_y-sin(pi*$)/81">
                                          <p:val>
                                            <p:fltVal val="0"/>
                                          </p:val>
                                        </p:tav>
                                        <p:tav tm="100000">
                                          <p:val>
                                            <p:fltVal val="1"/>
                                          </p:val>
                                        </p:tav>
                                      </p:tavLst>
                                    </p:anim>
                                    <p:animScale>
                                      <p:cBhvr>
                                        <p:cTn id="216" dur="26">
                                          <p:stCondLst>
                                            <p:cond delay="650"/>
                                          </p:stCondLst>
                                        </p:cTn>
                                        <p:tgtEl>
                                          <p:spTgt spid="4">
                                            <p:txEl>
                                              <p:pRg st="2" end="2"/>
                                            </p:txEl>
                                          </p:spTgt>
                                        </p:tgtEl>
                                      </p:cBhvr>
                                      <p:to x="100000" y="60000"/>
                                    </p:animScale>
                                    <p:animScale>
                                      <p:cBhvr>
                                        <p:cTn id="217" dur="166" decel="50000">
                                          <p:stCondLst>
                                            <p:cond delay="676"/>
                                          </p:stCondLst>
                                        </p:cTn>
                                        <p:tgtEl>
                                          <p:spTgt spid="4">
                                            <p:txEl>
                                              <p:pRg st="2" end="2"/>
                                            </p:txEl>
                                          </p:spTgt>
                                        </p:tgtEl>
                                      </p:cBhvr>
                                      <p:to x="100000" y="100000"/>
                                    </p:animScale>
                                    <p:animScale>
                                      <p:cBhvr>
                                        <p:cTn id="218" dur="26">
                                          <p:stCondLst>
                                            <p:cond delay="1312"/>
                                          </p:stCondLst>
                                        </p:cTn>
                                        <p:tgtEl>
                                          <p:spTgt spid="4">
                                            <p:txEl>
                                              <p:pRg st="2" end="2"/>
                                            </p:txEl>
                                          </p:spTgt>
                                        </p:tgtEl>
                                      </p:cBhvr>
                                      <p:to x="100000" y="80000"/>
                                    </p:animScale>
                                    <p:animScale>
                                      <p:cBhvr>
                                        <p:cTn id="219" dur="166" decel="50000">
                                          <p:stCondLst>
                                            <p:cond delay="1338"/>
                                          </p:stCondLst>
                                        </p:cTn>
                                        <p:tgtEl>
                                          <p:spTgt spid="4">
                                            <p:txEl>
                                              <p:pRg st="2" end="2"/>
                                            </p:txEl>
                                          </p:spTgt>
                                        </p:tgtEl>
                                      </p:cBhvr>
                                      <p:to x="100000" y="100000"/>
                                    </p:animScale>
                                    <p:animScale>
                                      <p:cBhvr>
                                        <p:cTn id="220" dur="26">
                                          <p:stCondLst>
                                            <p:cond delay="1642"/>
                                          </p:stCondLst>
                                        </p:cTn>
                                        <p:tgtEl>
                                          <p:spTgt spid="4">
                                            <p:txEl>
                                              <p:pRg st="2" end="2"/>
                                            </p:txEl>
                                          </p:spTgt>
                                        </p:tgtEl>
                                      </p:cBhvr>
                                      <p:to x="100000" y="90000"/>
                                    </p:animScale>
                                    <p:animScale>
                                      <p:cBhvr>
                                        <p:cTn id="221" dur="166" decel="50000">
                                          <p:stCondLst>
                                            <p:cond delay="1668"/>
                                          </p:stCondLst>
                                        </p:cTn>
                                        <p:tgtEl>
                                          <p:spTgt spid="4">
                                            <p:txEl>
                                              <p:pRg st="2" end="2"/>
                                            </p:txEl>
                                          </p:spTgt>
                                        </p:tgtEl>
                                      </p:cBhvr>
                                      <p:to x="100000" y="100000"/>
                                    </p:animScale>
                                    <p:animScale>
                                      <p:cBhvr>
                                        <p:cTn id="222" dur="26">
                                          <p:stCondLst>
                                            <p:cond delay="1808"/>
                                          </p:stCondLst>
                                        </p:cTn>
                                        <p:tgtEl>
                                          <p:spTgt spid="4">
                                            <p:txEl>
                                              <p:pRg st="2" end="2"/>
                                            </p:txEl>
                                          </p:spTgt>
                                        </p:tgtEl>
                                      </p:cBhvr>
                                      <p:to x="100000" y="95000"/>
                                    </p:animScale>
                                    <p:animScale>
                                      <p:cBhvr>
                                        <p:cTn id="223" dur="166" decel="50000">
                                          <p:stCondLst>
                                            <p:cond delay="1834"/>
                                          </p:stCondLst>
                                        </p:cTn>
                                        <p:tgtEl>
                                          <p:spTgt spid="4">
                                            <p:txEl>
                                              <p:pRg st="2" end="2"/>
                                            </p:txEl>
                                          </p:spTgt>
                                        </p:tgtEl>
                                      </p:cBhvr>
                                      <p:to x="100000" y="100000"/>
                                    </p:animScale>
                                  </p:childTnLst>
                                </p:cTn>
                              </p:par>
                              <p:par>
                                <p:cTn id="224" presetID="26" presetClass="entr" presetSubtype="0" fill="hold" grpId="0" nodeType="withEffect">
                                  <p:stCondLst>
                                    <p:cond delay="0"/>
                                  </p:stCondLst>
                                  <p:childTnLst>
                                    <p:set>
                                      <p:cBhvr>
                                        <p:cTn id="225" dur="1" fill="hold">
                                          <p:stCondLst>
                                            <p:cond delay="0"/>
                                          </p:stCondLst>
                                        </p:cTn>
                                        <p:tgtEl>
                                          <p:spTgt spid="4">
                                            <p:txEl>
                                              <p:pRg st="3" end="3"/>
                                            </p:txEl>
                                          </p:spTgt>
                                        </p:tgtEl>
                                        <p:attrNameLst>
                                          <p:attrName>style.visibility</p:attrName>
                                        </p:attrNameLst>
                                      </p:cBhvr>
                                      <p:to>
                                        <p:strVal val="visible"/>
                                      </p:to>
                                    </p:set>
                                    <p:animEffect transition="in" filter="wipe(down)">
                                      <p:cBhvr>
                                        <p:cTn id="226" dur="580">
                                          <p:stCondLst>
                                            <p:cond delay="0"/>
                                          </p:stCondLst>
                                        </p:cTn>
                                        <p:tgtEl>
                                          <p:spTgt spid="4">
                                            <p:txEl>
                                              <p:pRg st="3" end="3"/>
                                            </p:txEl>
                                          </p:spTgt>
                                        </p:tgtEl>
                                      </p:cBhvr>
                                    </p:animEffect>
                                    <p:anim calcmode="lin" valueType="num">
                                      <p:cBhvr>
                                        <p:cTn id="227" dur="1822" tmFilter="0,0; 0.14,0.36; 0.43,0.73; 0.71,0.91; 1.0,1.0">
                                          <p:stCondLst>
                                            <p:cond delay="0"/>
                                          </p:stCondLst>
                                        </p:cTn>
                                        <p:tgtEl>
                                          <p:spTgt spid="4">
                                            <p:txEl>
                                              <p:pRg st="3" end="3"/>
                                            </p:txEl>
                                          </p:spTgt>
                                        </p:tgtEl>
                                        <p:attrNameLst>
                                          <p:attrName>ppt_x</p:attrName>
                                        </p:attrNameLst>
                                      </p:cBhvr>
                                      <p:tavLst>
                                        <p:tav tm="0">
                                          <p:val>
                                            <p:strVal val="#ppt_x-0.25"/>
                                          </p:val>
                                        </p:tav>
                                        <p:tav tm="100000">
                                          <p:val>
                                            <p:strVal val="#ppt_x"/>
                                          </p:val>
                                        </p:tav>
                                      </p:tavLst>
                                    </p:anim>
                                    <p:anim calcmode="lin" valueType="num">
                                      <p:cBhvr>
                                        <p:cTn id="228" dur="664" tmFilter="0.0,0.0; 0.25,0.07; 0.50,0.2; 0.75,0.467; 1.0,1.0">
                                          <p:stCondLst>
                                            <p:cond delay="0"/>
                                          </p:stCondLst>
                                        </p:cTn>
                                        <p:tgtEl>
                                          <p:spTgt spid="4">
                                            <p:txEl>
                                              <p:pRg st="3" end="3"/>
                                            </p:txEl>
                                          </p:spTgt>
                                        </p:tgtEl>
                                        <p:attrNameLst>
                                          <p:attrName>ppt_y</p:attrName>
                                        </p:attrNameLst>
                                      </p:cBhvr>
                                      <p:tavLst>
                                        <p:tav tm="0" fmla="#ppt_y-sin(pi*$)/3">
                                          <p:val>
                                            <p:fltVal val="0.5"/>
                                          </p:val>
                                        </p:tav>
                                        <p:tav tm="100000">
                                          <p:val>
                                            <p:fltVal val="1"/>
                                          </p:val>
                                        </p:tav>
                                      </p:tavLst>
                                    </p:anim>
                                    <p:anim calcmode="lin" valueType="num">
                                      <p:cBhvr>
                                        <p:cTn id="229" dur="664" tmFilter="0, 0; 0.125,0.2665; 0.25,0.4; 0.375,0.465; 0.5,0.5;  0.625,0.535; 0.75,0.6; 0.875,0.7335; 1,1">
                                          <p:stCondLst>
                                            <p:cond delay="664"/>
                                          </p:stCondLst>
                                        </p:cTn>
                                        <p:tgtEl>
                                          <p:spTgt spid="4">
                                            <p:txEl>
                                              <p:pRg st="3" end="3"/>
                                            </p:txEl>
                                          </p:spTgt>
                                        </p:tgtEl>
                                        <p:attrNameLst>
                                          <p:attrName>ppt_y</p:attrName>
                                        </p:attrNameLst>
                                      </p:cBhvr>
                                      <p:tavLst>
                                        <p:tav tm="0" fmla="#ppt_y-sin(pi*$)/9">
                                          <p:val>
                                            <p:fltVal val="0"/>
                                          </p:val>
                                        </p:tav>
                                        <p:tav tm="100000">
                                          <p:val>
                                            <p:fltVal val="1"/>
                                          </p:val>
                                        </p:tav>
                                      </p:tavLst>
                                    </p:anim>
                                    <p:anim calcmode="lin" valueType="num">
                                      <p:cBhvr>
                                        <p:cTn id="230" dur="332" tmFilter="0, 0; 0.125,0.2665; 0.25,0.4; 0.375,0.465; 0.5,0.5;  0.625,0.535; 0.75,0.6; 0.875,0.7335; 1,1">
                                          <p:stCondLst>
                                            <p:cond delay="1324"/>
                                          </p:stCondLst>
                                        </p:cTn>
                                        <p:tgtEl>
                                          <p:spTgt spid="4">
                                            <p:txEl>
                                              <p:pRg st="3" end="3"/>
                                            </p:txEl>
                                          </p:spTgt>
                                        </p:tgtEl>
                                        <p:attrNameLst>
                                          <p:attrName>ppt_y</p:attrName>
                                        </p:attrNameLst>
                                      </p:cBhvr>
                                      <p:tavLst>
                                        <p:tav tm="0" fmla="#ppt_y-sin(pi*$)/27">
                                          <p:val>
                                            <p:fltVal val="0"/>
                                          </p:val>
                                        </p:tav>
                                        <p:tav tm="100000">
                                          <p:val>
                                            <p:fltVal val="1"/>
                                          </p:val>
                                        </p:tav>
                                      </p:tavLst>
                                    </p:anim>
                                    <p:anim calcmode="lin" valueType="num">
                                      <p:cBhvr>
                                        <p:cTn id="231" dur="164" tmFilter="0, 0; 0.125,0.2665; 0.25,0.4; 0.375,0.465; 0.5,0.5;  0.625,0.535; 0.75,0.6; 0.875,0.7335; 1,1">
                                          <p:stCondLst>
                                            <p:cond delay="1656"/>
                                          </p:stCondLst>
                                        </p:cTn>
                                        <p:tgtEl>
                                          <p:spTgt spid="4">
                                            <p:txEl>
                                              <p:pRg st="3" end="3"/>
                                            </p:txEl>
                                          </p:spTgt>
                                        </p:tgtEl>
                                        <p:attrNameLst>
                                          <p:attrName>ppt_y</p:attrName>
                                        </p:attrNameLst>
                                      </p:cBhvr>
                                      <p:tavLst>
                                        <p:tav tm="0" fmla="#ppt_y-sin(pi*$)/81">
                                          <p:val>
                                            <p:fltVal val="0"/>
                                          </p:val>
                                        </p:tav>
                                        <p:tav tm="100000">
                                          <p:val>
                                            <p:fltVal val="1"/>
                                          </p:val>
                                        </p:tav>
                                      </p:tavLst>
                                    </p:anim>
                                    <p:animScale>
                                      <p:cBhvr>
                                        <p:cTn id="232" dur="26">
                                          <p:stCondLst>
                                            <p:cond delay="650"/>
                                          </p:stCondLst>
                                        </p:cTn>
                                        <p:tgtEl>
                                          <p:spTgt spid="4">
                                            <p:txEl>
                                              <p:pRg st="3" end="3"/>
                                            </p:txEl>
                                          </p:spTgt>
                                        </p:tgtEl>
                                      </p:cBhvr>
                                      <p:to x="100000" y="60000"/>
                                    </p:animScale>
                                    <p:animScale>
                                      <p:cBhvr>
                                        <p:cTn id="233" dur="166" decel="50000">
                                          <p:stCondLst>
                                            <p:cond delay="676"/>
                                          </p:stCondLst>
                                        </p:cTn>
                                        <p:tgtEl>
                                          <p:spTgt spid="4">
                                            <p:txEl>
                                              <p:pRg st="3" end="3"/>
                                            </p:txEl>
                                          </p:spTgt>
                                        </p:tgtEl>
                                      </p:cBhvr>
                                      <p:to x="100000" y="100000"/>
                                    </p:animScale>
                                    <p:animScale>
                                      <p:cBhvr>
                                        <p:cTn id="234" dur="26">
                                          <p:stCondLst>
                                            <p:cond delay="1312"/>
                                          </p:stCondLst>
                                        </p:cTn>
                                        <p:tgtEl>
                                          <p:spTgt spid="4">
                                            <p:txEl>
                                              <p:pRg st="3" end="3"/>
                                            </p:txEl>
                                          </p:spTgt>
                                        </p:tgtEl>
                                      </p:cBhvr>
                                      <p:to x="100000" y="80000"/>
                                    </p:animScale>
                                    <p:animScale>
                                      <p:cBhvr>
                                        <p:cTn id="235" dur="166" decel="50000">
                                          <p:stCondLst>
                                            <p:cond delay="1338"/>
                                          </p:stCondLst>
                                        </p:cTn>
                                        <p:tgtEl>
                                          <p:spTgt spid="4">
                                            <p:txEl>
                                              <p:pRg st="3" end="3"/>
                                            </p:txEl>
                                          </p:spTgt>
                                        </p:tgtEl>
                                      </p:cBhvr>
                                      <p:to x="100000" y="100000"/>
                                    </p:animScale>
                                    <p:animScale>
                                      <p:cBhvr>
                                        <p:cTn id="236" dur="26">
                                          <p:stCondLst>
                                            <p:cond delay="1642"/>
                                          </p:stCondLst>
                                        </p:cTn>
                                        <p:tgtEl>
                                          <p:spTgt spid="4">
                                            <p:txEl>
                                              <p:pRg st="3" end="3"/>
                                            </p:txEl>
                                          </p:spTgt>
                                        </p:tgtEl>
                                      </p:cBhvr>
                                      <p:to x="100000" y="90000"/>
                                    </p:animScale>
                                    <p:animScale>
                                      <p:cBhvr>
                                        <p:cTn id="237" dur="166" decel="50000">
                                          <p:stCondLst>
                                            <p:cond delay="1668"/>
                                          </p:stCondLst>
                                        </p:cTn>
                                        <p:tgtEl>
                                          <p:spTgt spid="4">
                                            <p:txEl>
                                              <p:pRg st="3" end="3"/>
                                            </p:txEl>
                                          </p:spTgt>
                                        </p:tgtEl>
                                      </p:cBhvr>
                                      <p:to x="100000" y="100000"/>
                                    </p:animScale>
                                    <p:animScale>
                                      <p:cBhvr>
                                        <p:cTn id="238" dur="26">
                                          <p:stCondLst>
                                            <p:cond delay="1808"/>
                                          </p:stCondLst>
                                        </p:cTn>
                                        <p:tgtEl>
                                          <p:spTgt spid="4">
                                            <p:txEl>
                                              <p:pRg st="3" end="3"/>
                                            </p:txEl>
                                          </p:spTgt>
                                        </p:tgtEl>
                                      </p:cBhvr>
                                      <p:to x="100000" y="95000"/>
                                    </p:animScale>
                                    <p:animScale>
                                      <p:cBhvr>
                                        <p:cTn id="239" dur="166" decel="50000">
                                          <p:stCondLst>
                                            <p:cond delay="1834"/>
                                          </p:stCondLst>
                                        </p:cTn>
                                        <p:tgtEl>
                                          <p:spTgt spid="4">
                                            <p:txEl>
                                              <p:pRg st="3" end="3"/>
                                            </p:txEl>
                                          </p:spTgt>
                                        </p:tgtEl>
                                      </p:cBhvr>
                                      <p:to x="100000" y="100000"/>
                                    </p:animScale>
                                  </p:childTnLst>
                                </p:cTn>
                              </p:par>
                              <p:par>
                                <p:cTn id="240" presetID="26" presetClass="entr" presetSubtype="0" fill="hold" grpId="0" nodeType="withEffect">
                                  <p:stCondLst>
                                    <p:cond delay="0"/>
                                  </p:stCondLst>
                                  <p:childTnLst>
                                    <p:set>
                                      <p:cBhvr>
                                        <p:cTn id="241" dur="1" fill="hold">
                                          <p:stCondLst>
                                            <p:cond delay="0"/>
                                          </p:stCondLst>
                                        </p:cTn>
                                        <p:tgtEl>
                                          <p:spTgt spid="4">
                                            <p:txEl>
                                              <p:pRg st="4" end="4"/>
                                            </p:txEl>
                                          </p:spTgt>
                                        </p:tgtEl>
                                        <p:attrNameLst>
                                          <p:attrName>style.visibility</p:attrName>
                                        </p:attrNameLst>
                                      </p:cBhvr>
                                      <p:to>
                                        <p:strVal val="visible"/>
                                      </p:to>
                                    </p:set>
                                    <p:animEffect transition="in" filter="wipe(down)">
                                      <p:cBhvr>
                                        <p:cTn id="242" dur="580">
                                          <p:stCondLst>
                                            <p:cond delay="0"/>
                                          </p:stCondLst>
                                        </p:cTn>
                                        <p:tgtEl>
                                          <p:spTgt spid="4">
                                            <p:txEl>
                                              <p:pRg st="4" end="4"/>
                                            </p:txEl>
                                          </p:spTgt>
                                        </p:tgtEl>
                                      </p:cBhvr>
                                    </p:animEffect>
                                    <p:anim calcmode="lin" valueType="num">
                                      <p:cBhvr>
                                        <p:cTn id="243" dur="1822" tmFilter="0,0; 0.14,0.36; 0.43,0.73; 0.71,0.91; 1.0,1.0">
                                          <p:stCondLst>
                                            <p:cond delay="0"/>
                                          </p:stCondLst>
                                        </p:cTn>
                                        <p:tgtEl>
                                          <p:spTgt spid="4">
                                            <p:txEl>
                                              <p:pRg st="4" end="4"/>
                                            </p:txEl>
                                          </p:spTgt>
                                        </p:tgtEl>
                                        <p:attrNameLst>
                                          <p:attrName>ppt_x</p:attrName>
                                        </p:attrNameLst>
                                      </p:cBhvr>
                                      <p:tavLst>
                                        <p:tav tm="0">
                                          <p:val>
                                            <p:strVal val="#ppt_x-0.25"/>
                                          </p:val>
                                        </p:tav>
                                        <p:tav tm="100000">
                                          <p:val>
                                            <p:strVal val="#ppt_x"/>
                                          </p:val>
                                        </p:tav>
                                      </p:tavLst>
                                    </p:anim>
                                    <p:anim calcmode="lin" valueType="num">
                                      <p:cBhvr>
                                        <p:cTn id="244" dur="664" tmFilter="0.0,0.0; 0.25,0.07; 0.50,0.2; 0.75,0.467; 1.0,1.0">
                                          <p:stCondLst>
                                            <p:cond delay="0"/>
                                          </p:stCondLst>
                                        </p:cTn>
                                        <p:tgtEl>
                                          <p:spTgt spid="4">
                                            <p:txEl>
                                              <p:pRg st="4" end="4"/>
                                            </p:txEl>
                                          </p:spTgt>
                                        </p:tgtEl>
                                        <p:attrNameLst>
                                          <p:attrName>ppt_y</p:attrName>
                                        </p:attrNameLst>
                                      </p:cBhvr>
                                      <p:tavLst>
                                        <p:tav tm="0" fmla="#ppt_y-sin(pi*$)/3">
                                          <p:val>
                                            <p:fltVal val="0.5"/>
                                          </p:val>
                                        </p:tav>
                                        <p:tav tm="100000">
                                          <p:val>
                                            <p:fltVal val="1"/>
                                          </p:val>
                                        </p:tav>
                                      </p:tavLst>
                                    </p:anim>
                                    <p:anim calcmode="lin" valueType="num">
                                      <p:cBhvr>
                                        <p:cTn id="245" dur="664" tmFilter="0, 0; 0.125,0.2665; 0.25,0.4; 0.375,0.465; 0.5,0.5;  0.625,0.535; 0.75,0.6; 0.875,0.7335; 1,1">
                                          <p:stCondLst>
                                            <p:cond delay="664"/>
                                          </p:stCondLst>
                                        </p:cTn>
                                        <p:tgtEl>
                                          <p:spTgt spid="4">
                                            <p:txEl>
                                              <p:pRg st="4" end="4"/>
                                            </p:txEl>
                                          </p:spTgt>
                                        </p:tgtEl>
                                        <p:attrNameLst>
                                          <p:attrName>ppt_y</p:attrName>
                                        </p:attrNameLst>
                                      </p:cBhvr>
                                      <p:tavLst>
                                        <p:tav tm="0" fmla="#ppt_y-sin(pi*$)/9">
                                          <p:val>
                                            <p:fltVal val="0"/>
                                          </p:val>
                                        </p:tav>
                                        <p:tav tm="100000">
                                          <p:val>
                                            <p:fltVal val="1"/>
                                          </p:val>
                                        </p:tav>
                                      </p:tavLst>
                                    </p:anim>
                                    <p:anim calcmode="lin" valueType="num">
                                      <p:cBhvr>
                                        <p:cTn id="246" dur="332" tmFilter="0, 0; 0.125,0.2665; 0.25,0.4; 0.375,0.465; 0.5,0.5;  0.625,0.535; 0.75,0.6; 0.875,0.7335; 1,1">
                                          <p:stCondLst>
                                            <p:cond delay="1324"/>
                                          </p:stCondLst>
                                        </p:cTn>
                                        <p:tgtEl>
                                          <p:spTgt spid="4">
                                            <p:txEl>
                                              <p:pRg st="4" end="4"/>
                                            </p:txEl>
                                          </p:spTgt>
                                        </p:tgtEl>
                                        <p:attrNameLst>
                                          <p:attrName>ppt_y</p:attrName>
                                        </p:attrNameLst>
                                      </p:cBhvr>
                                      <p:tavLst>
                                        <p:tav tm="0" fmla="#ppt_y-sin(pi*$)/27">
                                          <p:val>
                                            <p:fltVal val="0"/>
                                          </p:val>
                                        </p:tav>
                                        <p:tav tm="100000">
                                          <p:val>
                                            <p:fltVal val="1"/>
                                          </p:val>
                                        </p:tav>
                                      </p:tavLst>
                                    </p:anim>
                                    <p:anim calcmode="lin" valueType="num">
                                      <p:cBhvr>
                                        <p:cTn id="247" dur="164" tmFilter="0, 0; 0.125,0.2665; 0.25,0.4; 0.375,0.465; 0.5,0.5;  0.625,0.535; 0.75,0.6; 0.875,0.7335; 1,1">
                                          <p:stCondLst>
                                            <p:cond delay="1656"/>
                                          </p:stCondLst>
                                        </p:cTn>
                                        <p:tgtEl>
                                          <p:spTgt spid="4">
                                            <p:txEl>
                                              <p:pRg st="4" end="4"/>
                                            </p:txEl>
                                          </p:spTgt>
                                        </p:tgtEl>
                                        <p:attrNameLst>
                                          <p:attrName>ppt_y</p:attrName>
                                        </p:attrNameLst>
                                      </p:cBhvr>
                                      <p:tavLst>
                                        <p:tav tm="0" fmla="#ppt_y-sin(pi*$)/81">
                                          <p:val>
                                            <p:fltVal val="0"/>
                                          </p:val>
                                        </p:tav>
                                        <p:tav tm="100000">
                                          <p:val>
                                            <p:fltVal val="1"/>
                                          </p:val>
                                        </p:tav>
                                      </p:tavLst>
                                    </p:anim>
                                    <p:animScale>
                                      <p:cBhvr>
                                        <p:cTn id="248" dur="26">
                                          <p:stCondLst>
                                            <p:cond delay="650"/>
                                          </p:stCondLst>
                                        </p:cTn>
                                        <p:tgtEl>
                                          <p:spTgt spid="4">
                                            <p:txEl>
                                              <p:pRg st="4" end="4"/>
                                            </p:txEl>
                                          </p:spTgt>
                                        </p:tgtEl>
                                      </p:cBhvr>
                                      <p:to x="100000" y="60000"/>
                                    </p:animScale>
                                    <p:animScale>
                                      <p:cBhvr>
                                        <p:cTn id="249" dur="166" decel="50000">
                                          <p:stCondLst>
                                            <p:cond delay="676"/>
                                          </p:stCondLst>
                                        </p:cTn>
                                        <p:tgtEl>
                                          <p:spTgt spid="4">
                                            <p:txEl>
                                              <p:pRg st="4" end="4"/>
                                            </p:txEl>
                                          </p:spTgt>
                                        </p:tgtEl>
                                      </p:cBhvr>
                                      <p:to x="100000" y="100000"/>
                                    </p:animScale>
                                    <p:animScale>
                                      <p:cBhvr>
                                        <p:cTn id="250" dur="26">
                                          <p:stCondLst>
                                            <p:cond delay="1312"/>
                                          </p:stCondLst>
                                        </p:cTn>
                                        <p:tgtEl>
                                          <p:spTgt spid="4">
                                            <p:txEl>
                                              <p:pRg st="4" end="4"/>
                                            </p:txEl>
                                          </p:spTgt>
                                        </p:tgtEl>
                                      </p:cBhvr>
                                      <p:to x="100000" y="80000"/>
                                    </p:animScale>
                                    <p:animScale>
                                      <p:cBhvr>
                                        <p:cTn id="251" dur="166" decel="50000">
                                          <p:stCondLst>
                                            <p:cond delay="1338"/>
                                          </p:stCondLst>
                                        </p:cTn>
                                        <p:tgtEl>
                                          <p:spTgt spid="4">
                                            <p:txEl>
                                              <p:pRg st="4" end="4"/>
                                            </p:txEl>
                                          </p:spTgt>
                                        </p:tgtEl>
                                      </p:cBhvr>
                                      <p:to x="100000" y="100000"/>
                                    </p:animScale>
                                    <p:animScale>
                                      <p:cBhvr>
                                        <p:cTn id="252" dur="26">
                                          <p:stCondLst>
                                            <p:cond delay="1642"/>
                                          </p:stCondLst>
                                        </p:cTn>
                                        <p:tgtEl>
                                          <p:spTgt spid="4">
                                            <p:txEl>
                                              <p:pRg st="4" end="4"/>
                                            </p:txEl>
                                          </p:spTgt>
                                        </p:tgtEl>
                                      </p:cBhvr>
                                      <p:to x="100000" y="90000"/>
                                    </p:animScale>
                                    <p:animScale>
                                      <p:cBhvr>
                                        <p:cTn id="253" dur="166" decel="50000">
                                          <p:stCondLst>
                                            <p:cond delay="1668"/>
                                          </p:stCondLst>
                                        </p:cTn>
                                        <p:tgtEl>
                                          <p:spTgt spid="4">
                                            <p:txEl>
                                              <p:pRg st="4" end="4"/>
                                            </p:txEl>
                                          </p:spTgt>
                                        </p:tgtEl>
                                      </p:cBhvr>
                                      <p:to x="100000" y="100000"/>
                                    </p:animScale>
                                    <p:animScale>
                                      <p:cBhvr>
                                        <p:cTn id="254" dur="26">
                                          <p:stCondLst>
                                            <p:cond delay="1808"/>
                                          </p:stCondLst>
                                        </p:cTn>
                                        <p:tgtEl>
                                          <p:spTgt spid="4">
                                            <p:txEl>
                                              <p:pRg st="4" end="4"/>
                                            </p:txEl>
                                          </p:spTgt>
                                        </p:tgtEl>
                                      </p:cBhvr>
                                      <p:to x="100000" y="95000"/>
                                    </p:animScale>
                                    <p:animScale>
                                      <p:cBhvr>
                                        <p:cTn id="255" dur="166" decel="50000">
                                          <p:stCondLst>
                                            <p:cond delay="1834"/>
                                          </p:stCondLst>
                                        </p:cTn>
                                        <p:tgtEl>
                                          <p:spTgt spid="4">
                                            <p:txEl>
                                              <p:pRg st="4" end="4"/>
                                            </p:txEl>
                                          </p:spTgt>
                                        </p:tgtEl>
                                      </p:cBhvr>
                                      <p:to x="100000" y="100000"/>
                                    </p:animScale>
                                  </p:childTnLst>
                                </p:cTn>
                              </p:par>
                              <p:par>
                                <p:cTn id="256" presetID="26" presetClass="entr" presetSubtype="0" fill="hold" grpId="0" nodeType="withEffect">
                                  <p:stCondLst>
                                    <p:cond delay="0"/>
                                  </p:stCondLst>
                                  <p:childTnLst>
                                    <p:set>
                                      <p:cBhvr>
                                        <p:cTn id="257" dur="1" fill="hold">
                                          <p:stCondLst>
                                            <p:cond delay="0"/>
                                          </p:stCondLst>
                                        </p:cTn>
                                        <p:tgtEl>
                                          <p:spTgt spid="4">
                                            <p:txEl>
                                              <p:pRg st="5" end="5"/>
                                            </p:txEl>
                                          </p:spTgt>
                                        </p:tgtEl>
                                        <p:attrNameLst>
                                          <p:attrName>style.visibility</p:attrName>
                                        </p:attrNameLst>
                                      </p:cBhvr>
                                      <p:to>
                                        <p:strVal val="visible"/>
                                      </p:to>
                                    </p:set>
                                    <p:animEffect transition="in" filter="wipe(down)">
                                      <p:cBhvr>
                                        <p:cTn id="258" dur="580">
                                          <p:stCondLst>
                                            <p:cond delay="0"/>
                                          </p:stCondLst>
                                        </p:cTn>
                                        <p:tgtEl>
                                          <p:spTgt spid="4">
                                            <p:txEl>
                                              <p:pRg st="5" end="5"/>
                                            </p:txEl>
                                          </p:spTgt>
                                        </p:tgtEl>
                                      </p:cBhvr>
                                    </p:animEffect>
                                    <p:anim calcmode="lin" valueType="num">
                                      <p:cBhvr>
                                        <p:cTn id="259" dur="1822" tmFilter="0,0; 0.14,0.36; 0.43,0.73; 0.71,0.91; 1.0,1.0">
                                          <p:stCondLst>
                                            <p:cond delay="0"/>
                                          </p:stCondLst>
                                        </p:cTn>
                                        <p:tgtEl>
                                          <p:spTgt spid="4">
                                            <p:txEl>
                                              <p:pRg st="5" end="5"/>
                                            </p:txEl>
                                          </p:spTgt>
                                        </p:tgtEl>
                                        <p:attrNameLst>
                                          <p:attrName>ppt_x</p:attrName>
                                        </p:attrNameLst>
                                      </p:cBhvr>
                                      <p:tavLst>
                                        <p:tav tm="0">
                                          <p:val>
                                            <p:strVal val="#ppt_x-0.25"/>
                                          </p:val>
                                        </p:tav>
                                        <p:tav tm="100000">
                                          <p:val>
                                            <p:strVal val="#ppt_x"/>
                                          </p:val>
                                        </p:tav>
                                      </p:tavLst>
                                    </p:anim>
                                    <p:anim calcmode="lin" valueType="num">
                                      <p:cBhvr>
                                        <p:cTn id="260" dur="664" tmFilter="0.0,0.0; 0.25,0.07; 0.50,0.2; 0.75,0.467; 1.0,1.0">
                                          <p:stCondLst>
                                            <p:cond delay="0"/>
                                          </p:stCondLst>
                                        </p:cTn>
                                        <p:tgtEl>
                                          <p:spTgt spid="4">
                                            <p:txEl>
                                              <p:pRg st="5" end="5"/>
                                            </p:txEl>
                                          </p:spTgt>
                                        </p:tgtEl>
                                        <p:attrNameLst>
                                          <p:attrName>ppt_y</p:attrName>
                                        </p:attrNameLst>
                                      </p:cBhvr>
                                      <p:tavLst>
                                        <p:tav tm="0" fmla="#ppt_y-sin(pi*$)/3">
                                          <p:val>
                                            <p:fltVal val="0.5"/>
                                          </p:val>
                                        </p:tav>
                                        <p:tav tm="100000">
                                          <p:val>
                                            <p:fltVal val="1"/>
                                          </p:val>
                                        </p:tav>
                                      </p:tavLst>
                                    </p:anim>
                                    <p:anim calcmode="lin" valueType="num">
                                      <p:cBhvr>
                                        <p:cTn id="261" dur="664" tmFilter="0, 0; 0.125,0.2665; 0.25,0.4; 0.375,0.465; 0.5,0.5;  0.625,0.535; 0.75,0.6; 0.875,0.7335; 1,1">
                                          <p:stCondLst>
                                            <p:cond delay="664"/>
                                          </p:stCondLst>
                                        </p:cTn>
                                        <p:tgtEl>
                                          <p:spTgt spid="4">
                                            <p:txEl>
                                              <p:pRg st="5" end="5"/>
                                            </p:txEl>
                                          </p:spTgt>
                                        </p:tgtEl>
                                        <p:attrNameLst>
                                          <p:attrName>ppt_y</p:attrName>
                                        </p:attrNameLst>
                                      </p:cBhvr>
                                      <p:tavLst>
                                        <p:tav tm="0" fmla="#ppt_y-sin(pi*$)/9">
                                          <p:val>
                                            <p:fltVal val="0"/>
                                          </p:val>
                                        </p:tav>
                                        <p:tav tm="100000">
                                          <p:val>
                                            <p:fltVal val="1"/>
                                          </p:val>
                                        </p:tav>
                                      </p:tavLst>
                                    </p:anim>
                                    <p:anim calcmode="lin" valueType="num">
                                      <p:cBhvr>
                                        <p:cTn id="262" dur="332" tmFilter="0, 0; 0.125,0.2665; 0.25,0.4; 0.375,0.465; 0.5,0.5;  0.625,0.535; 0.75,0.6; 0.875,0.7335; 1,1">
                                          <p:stCondLst>
                                            <p:cond delay="1324"/>
                                          </p:stCondLst>
                                        </p:cTn>
                                        <p:tgtEl>
                                          <p:spTgt spid="4">
                                            <p:txEl>
                                              <p:pRg st="5" end="5"/>
                                            </p:txEl>
                                          </p:spTgt>
                                        </p:tgtEl>
                                        <p:attrNameLst>
                                          <p:attrName>ppt_y</p:attrName>
                                        </p:attrNameLst>
                                      </p:cBhvr>
                                      <p:tavLst>
                                        <p:tav tm="0" fmla="#ppt_y-sin(pi*$)/27">
                                          <p:val>
                                            <p:fltVal val="0"/>
                                          </p:val>
                                        </p:tav>
                                        <p:tav tm="100000">
                                          <p:val>
                                            <p:fltVal val="1"/>
                                          </p:val>
                                        </p:tav>
                                      </p:tavLst>
                                    </p:anim>
                                    <p:anim calcmode="lin" valueType="num">
                                      <p:cBhvr>
                                        <p:cTn id="263" dur="164" tmFilter="0, 0; 0.125,0.2665; 0.25,0.4; 0.375,0.465; 0.5,0.5;  0.625,0.535; 0.75,0.6; 0.875,0.7335; 1,1">
                                          <p:stCondLst>
                                            <p:cond delay="1656"/>
                                          </p:stCondLst>
                                        </p:cTn>
                                        <p:tgtEl>
                                          <p:spTgt spid="4">
                                            <p:txEl>
                                              <p:pRg st="5" end="5"/>
                                            </p:txEl>
                                          </p:spTgt>
                                        </p:tgtEl>
                                        <p:attrNameLst>
                                          <p:attrName>ppt_y</p:attrName>
                                        </p:attrNameLst>
                                      </p:cBhvr>
                                      <p:tavLst>
                                        <p:tav tm="0" fmla="#ppt_y-sin(pi*$)/81">
                                          <p:val>
                                            <p:fltVal val="0"/>
                                          </p:val>
                                        </p:tav>
                                        <p:tav tm="100000">
                                          <p:val>
                                            <p:fltVal val="1"/>
                                          </p:val>
                                        </p:tav>
                                      </p:tavLst>
                                    </p:anim>
                                    <p:animScale>
                                      <p:cBhvr>
                                        <p:cTn id="264" dur="26">
                                          <p:stCondLst>
                                            <p:cond delay="650"/>
                                          </p:stCondLst>
                                        </p:cTn>
                                        <p:tgtEl>
                                          <p:spTgt spid="4">
                                            <p:txEl>
                                              <p:pRg st="5" end="5"/>
                                            </p:txEl>
                                          </p:spTgt>
                                        </p:tgtEl>
                                      </p:cBhvr>
                                      <p:to x="100000" y="60000"/>
                                    </p:animScale>
                                    <p:animScale>
                                      <p:cBhvr>
                                        <p:cTn id="265" dur="166" decel="50000">
                                          <p:stCondLst>
                                            <p:cond delay="676"/>
                                          </p:stCondLst>
                                        </p:cTn>
                                        <p:tgtEl>
                                          <p:spTgt spid="4">
                                            <p:txEl>
                                              <p:pRg st="5" end="5"/>
                                            </p:txEl>
                                          </p:spTgt>
                                        </p:tgtEl>
                                      </p:cBhvr>
                                      <p:to x="100000" y="100000"/>
                                    </p:animScale>
                                    <p:animScale>
                                      <p:cBhvr>
                                        <p:cTn id="266" dur="26">
                                          <p:stCondLst>
                                            <p:cond delay="1312"/>
                                          </p:stCondLst>
                                        </p:cTn>
                                        <p:tgtEl>
                                          <p:spTgt spid="4">
                                            <p:txEl>
                                              <p:pRg st="5" end="5"/>
                                            </p:txEl>
                                          </p:spTgt>
                                        </p:tgtEl>
                                      </p:cBhvr>
                                      <p:to x="100000" y="80000"/>
                                    </p:animScale>
                                    <p:animScale>
                                      <p:cBhvr>
                                        <p:cTn id="267" dur="166" decel="50000">
                                          <p:stCondLst>
                                            <p:cond delay="1338"/>
                                          </p:stCondLst>
                                        </p:cTn>
                                        <p:tgtEl>
                                          <p:spTgt spid="4">
                                            <p:txEl>
                                              <p:pRg st="5" end="5"/>
                                            </p:txEl>
                                          </p:spTgt>
                                        </p:tgtEl>
                                      </p:cBhvr>
                                      <p:to x="100000" y="100000"/>
                                    </p:animScale>
                                    <p:animScale>
                                      <p:cBhvr>
                                        <p:cTn id="268" dur="26">
                                          <p:stCondLst>
                                            <p:cond delay="1642"/>
                                          </p:stCondLst>
                                        </p:cTn>
                                        <p:tgtEl>
                                          <p:spTgt spid="4">
                                            <p:txEl>
                                              <p:pRg st="5" end="5"/>
                                            </p:txEl>
                                          </p:spTgt>
                                        </p:tgtEl>
                                      </p:cBhvr>
                                      <p:to x="100000" y="90000"/>
                                    </p:animScale>
                                    <p:animScale>
                                      <p:cBhvr>
                                        <p:cTn id="269" dur="166" decel="50000">
                                          <p:stCondLst>
                                            <p:cond delay="1668"/>
                                          </p:stCondLst>
                                        </p:cTn>
                                        <p:tgtEl>
                                          <p:spTgt spid="4">
                                            <p:txEl>
                                              <p:pRg st="5" end="5"/>
                                            </p:txEl>
                                          </p:spTgt>
                                        </p:tgtEl>
                                      </p:cBhvr>
                                      <p:to x="100000" y="100000"/>
                                    </p:animScale>
                                    <p:animScale>
                                      <p:cBhvr>
                                        <p:cTn id="270" dur="26">
                                          <p:stCondLst>
                                            <p:cond delay="1808"/>
                                          </p:stCondLst>
                                        </p:cTn>
                                        <p:tgtEl>
                                          <p:spTgt spid="4">
                                            <p:txEl>
                                              <p:pRg st="5" end="5"/>
                                            </p:txEl>
                                          </p:spTgt>
                                        </p:tgtEl>
                                      </p:cBhvr>
                                      <p:to x="100000" y="95000"/>
                                    </p:animScale>
                                    <p:animScale>
                                      <p:cBhvr>
                                        <p:cTn id="271" dur="166" decel="50000">
                                          <p:stCondLst>
                                            <p:cond delay="1834"/>
                                          </p:stCondLst>
                                        </p:cTn>
                                        <p:tgtEl>
                                          <p:spTgt spid="4">
                                            <p:txEl>
                                              <p:pRg st="5" end="5"/>
                                            </p:txEl>
                                          </p:spTgt>
                                        </p:tgtEl>
                                      </p:cBhvr>
                                      <p:to x="100000" y="100000"/>
                                    </p:animScale>
                                  </p:childTnLst>
                                </p:cTn>
                              </p:par>
                              <p:par>
                                <p:cTn id="272" presetID="26" presetClass="entr" presetSubtype="0" fill="hold" grpId="0" nodeType="withEffect">
                                  <p:stCondLst>
                                    <p:cond delay="0"/>
                                  </p:stCondLst>
                                  <p:childTnLst>
                                    <p:set>
                                      <p:cBhvr>
                                        <p:cTn id="273" dur="1" fill="hold">
                                          <p:stCondLst>
                                            <p:cond delay="0"/>
                                          </p:stCondLst>
                                        </p:cTn>
                                        <p:tgtEl>
                                          <p:spTgt spid="4">
                                            <p:txEl>
                                              <p:pRg st="6" end="6"/>
                                            </p:txEl>
                                          </p:spTgt>
                                        </p:tgtEl>
                                        <p:attrNameLst>
                                          <p:attrName>style.visibility</p:attrName>
                                        </p:attrNameLst>
                                      </p:cBhvr>
                                      <p:to>
                                        <p:strVal val="visible"/>
                                      </p:to>
                                    </p:set>
                                    <p:animEffect transition="in" filter="wipe(down)">
                                      <p:cBhvr>
                                        <p:cTn id="274" dur="580">
                                          <p:stCondLst>
                                            <p:cond delay="0"/>
                                          </p:stCondLst>
                                        </p:cTn>
                                        <p:tgtEl>
                                          <p:spTgt spid="4">
                                            <p:txEl>
                                              <p:pRg st="6" end="6"/>
                                            </p:txEl>
                                          </p:spTgt>
                                        </p:tgtEl>
                                      </p:cBhvr>
                                    </p:animEffect>
                                    <p:anim calcmode="lin" valueType="num">
                                      <p:cBhvr>
                                        <p:cTn id="275" dur="1822" tmFilter="0,0; 0.14,0.36; 0.43,0.73; 0.71,0.91; 1.0,1.0">
                                          <p:stCondLst>
                                            <p:cond delay="0"/>
                                          </p:stCondLst>
                                        </p:cTn>
                                        <p:tgtEl>
                                          <p:spTgt spid="4">
                                            <p:txEl>
                                              <p:pRg st="6" end="6"/>
                                            </p:txEl>
                                          </p:spTgt>
                                        </p:tgtEl>
                                        <p:attrNameLst>
                                          <p:attrName>ppt_x</p:attrName>
                                        </p:attrNameLst>
                                      </p:cBhvr>
                                      <p:tavLst>
                                        <p:tav tm="0">
                                          <p:val>
                                            <p:strVal val="#ppt_x-0.25"/>
                                          </p:val>
                                        </p:tav>
                                        <p:tav tm="100000">
                                          <p:val>
                                            <p:strVal val="#ppt_x"/>
                                          </p:val>
                                        </p:tav>
                                      </p:tavLst>
                                    </p:anim>
                                    <p:anim calcmode="lin" valueType="num">
                                      <p:cBhvr>
                                        <p:cTn id="276" dur="664" tmFilter="0.0,0.0; 0.25,0.07; 0.50,0.2; 0.75,0.467; 1.0,1.0">
                                          <p:stCondLst>
                                            <p:cond delay="0"/>
                                          </p:stCondLst>
                                        </p:cTn>
                                        <p:tgtEl>
                                          <p:spTgt spid="4">
                                            <p:txEl>
                                              <p:pRg st="6" end="6"/>
                                            </p:txEl>
                                          </p:spTgt>
                                        </p:tgtEl>
                                        <p:attrNameLst>
                                          <p:attrName>ppt_y</p:attrName>
                                        </p:attrNameLst>
                                      </p:cBhvr>
                                      <p:tavLst>
                                        <p:tav tm="0" fmla="#ppt_y-sin(pi*$)/3">
                                          <p:val>
                                            <p:fltVal val="0.5"/>
                                          </p:val>
                                        </p:tav>
                                        <p:tav tm="100000">
                                          <p:val>
                                            <p:fltVal val="1"/>
                                          </p:val>
                                        </p:tav>
                                      </p:tavLst>
                                    </p:anim>
                                    <p:anim calcmode="lin" valueType="num">
                                      <p:cBhvr>
                                        <p:cTn id="277" dur="664" tmFilter="0, 0; 0.125,0.2665; 0.25,0.4; 0.375,0.465; 0.5,0.5;  0.625,0.535; 0.75,0.6; 0.875,0.7335; 1,1">
                                          <p:stCondLst>
                                            <p:cond delay="664"/>
                                          </p:stCondLst>
                                        </p:cTn>
                                        <p:tgtEl>
                                          <p:spTgt spid="4">
                                            <p:txEl>
                                              <p:pRg st="6" end="6"/>
                                            </p:txEl>
                                          </p:spTgt>
                                        </p:tgtEl>
                                        <p:attrNameLst>
                                          <p:attrName>ppt_y</p:attrName>
                                        </p:attrNameLst>
                                      </p:cBhvr>
                                      <p:tavLst>
                                        <p:tav tm="0" fmla="#ppt_y-sin(pi*$)/9">
                                          <p:val>
                                            <p:fltVal val="0"/>
                                          </p:val>
                                        </p:tav>
                                        <p:tav tm="100000">
                                          <p:val>
                                            <p:fltVal val="1"/>
                                          </p:val>
                                        </p:tav>
                                      </p:tavLst>
                                    </p:anim>
                                    <p:anim calcmode="lin" valueType="num">
                                      <p:cBhvr>
                                        <p:cTn id="278" dur="332" tmFilter="0, 0; 0.125,0.2665; 0.25,0.4; 0.375,0.465; 0.5,0.5;  0.625,0.535; 0.75,0.6; 0.875,0.7335; 1,1">
                                          <p:stCondLst>
                                            <p:cond delay="1324"/>
                                          </p:stCondLst>
                                        </p:cTn>
                                        <p:tgtEl>
                                          <p:spTgt spid="4">
                                            <p:txEl>
                                              <p:pRg st="6" end="6"/>
                                            </p:txEl>
                                          </p:spTgt>
                                        </p:tgtEl>
                                        <p:attrNameLst>
                                          <p:attrName>ppt_y</p:attrName>
                                        </p:attrNameLst>
                                      </p:cBhvr>
                                      <p:tavLst>
                                        <p:tav tm="0" fmla="#ppt_y-sin(pi*$)/27">
                                          <p:val>
                                            <p:fltVal val="0"/>
                                          </p:val>
                                        </p:tav>
                                        <p:tav tm="100000">
                                          <p:val>
                                            <p:fltVal val="1"/>
                                          </p:val>
                                        </p:tav>
                                      </p:tavLst>
                                    </p:anim>
                                    <p:anim calcmode="lin" valueType="num">
                                      <p:cBhvr>
                                        <p:cTn id="279" dur="164" tmFilter="0, 0; 0.125,0.2665; 0.25,0.4; 0.375,0.465; 0.5,0.5;  0.625,0.535; 0.75,0.6; 0.875,0.7335; 1,1">
                                          <p:stCondLst>
                                            <p:cond delay="1656"/>
                                          </p:stCondLst>
                                        </p:cTn>
                                        <p:tgtEl>
                                          <p:spTgt spid="4">
                                            <p:txEl>
                                              <p:pRg st="6" end="6"/>
                                            </p:txEl>
                                          </p:spTgt>
                                        </p:tgtEl>
                                        <p:attrNameLst>
                                          <p:attrName>ppt_y</p:attrName>
                                        </p:attrNameLst>
                                      </p:cBhvr>
                                      <p:tavLst>
                                        <p:tav tm="0" fmla="#ppt_y-sin(pi*$)/81">
                                          <p:val>
                                            <p:fltVal val="0"/>
                                          </p:val>
                                        </p:tav>
                                        <p:tav tm="100000">
                                          <p:val>
                                            <p:fltVal val="1"/>
                                          </p:val>
                                        </p:tav>
                                      </p:tavLst>
                                    </p:anim>
                                    <p:animScale>
                                      <p:cBhvr>
                                        <p:cTn id="280" dur="26">
                                          <p:stCondLst>
                                            <p:cond delay="650"/>
                                          </p:stCondLst>
                                        </p:cTn>
                                        <p:tgtEl>
                                          <p:spTgt spid="4">
                                            <p:txEl>
                                              <p:pRg st="6" end="6"/>
                                            </p:txEl>
                                          </p:spTgt>
                                        </p:tgtEl>
                                      </p:cBhvr>
                                      <p:to x="100000" y="60000"/>
                                    </p:animScale>
                                    <p:animScale>
                                      <p:cBhvr>
                                        <p:cTn id="281" dur="166" decel="50000">
                                          <p:stCondLst>
                                            <p:cond delay="676"/>
                                          </p:stCondLst>
                                        </p:cTn>
                                        <p:tgtEl>
                                          <p:spTgt spid="4">
                                            <p:txEl>
                                              <p:pRg st="6" end="6"/>
                                            </p:txEl>
                                          </p:spTgt>
                                        </p:tgtEl>
                                      </p:cBhvr>
                                      <p:to x="100000" y="100000"/>
                                    </p:animScale>
                                    <p:animScale>
                                      <p:cBhvr>
                                        <p:cTn id="282" dur="26">
                                          <p:stCondLst>
                                            <p:cond delay="1312"/>
                                          </p:stCondLst>
                                        </p:cTn>
                                        <p:tgtEl>
                                          <p:spTgt spid="4">
                                            <p:txEl>
                                              <p:pRg st="6" end="6"/>
                                            </p:txEl>
                                          </p:spTgt>
                                        </p:tgtEl>
                                      </p:cBhvr>
                                      <p:to x="100000" y="80000"/>
                                    </p:animScale>
                                    <p:animScale>
                                      <p:cBhvr>
                                        <p:cTn id="283" dur="166" decel="50000">
                                          <p:stCondLst>
                                            <p:cond delay="1338"/>
                                          </p:stCondLst>
                                        </p:cTn>
                                        <p:tgtEl>
                                          <p:spTgt spid="4">
                                            <p:txEl>
                                              <p:pRg st="6" end="6"/>
                                            </p:txEl>
                                          </p:spTgt>
                                        </p:tgtEl>
                                      </p:cBhvr>
                                      <p:to x="100000" y="100000"/>
                                    </p:animScale>
                                    <p:animScale>
                                      <p:cBhvr>
                                        <p:cTn id="284" dur="26">
                                          <p:stCondLst>
                                            <p:cond delay="1642"/>
                                          </p:stCondLst>
                                        </p:cTn>
                                        <p:tgtEl>
                                          <p:spTgt spid="4">
                                            <p:txEl>
                                              <p:pRg st="6" end="6"/>
                                            </p:txEl>
                                          </p:spTgt>
                                        </p:tgtEl>
                                      </p:cBhvr>
                                      <p:to x="100000" y="90000"/>
                                    </p:animScale>
                                    <p:animScale>
                                      <p:cBhvr>
                                        <p:cTn id="285" dur="166" decel="50000">
                                          <p:stCondLst>
                                            <p:cond delay="1668"/>
                                          </p:stCondLst>
                                        </p:cTn>
                                        <p:tgtEl>
                                          <p:spTgt spid="4">
                                            <p:txEl>
                                              <p:pRg st="6" end="6"/>
                                            </p:txEl>
                                          </p:spTgt>
                                        </p:tgtEl>
                                      </p:cBhvr>
                                      <p:to x="100000" y="100000"/>
                                    </p:animScale>
                                    <p:animScale>
                                      <p:cBhvr>
                                        <p:cTn id="286" dur="26">
                                          <p:stCondLst>
                                            <p:cond delay="1808"/>
                                          </p:stCondLst>
                                        </p:cTn>
                                        <p:tgtEl>
                                          <p:spTgt spid="4">
                                            <p:txEl>
                                              <p:pRg st="6" end="6"/>
                                            </p:txEl>
                                          </p:spTgt>
                                        </p:tgtEl>
                                      </p:cBhvr>
                                      <p:to x="100000" y="95000"/>
                                    </p:animScale>
                                    <p:animScale>
                                      <p:cBhvr>
                                        <p:cTn id="287" dur="166" decel="50000">
                                          <p:stCondLst>
                                            <p:cond delay="1834"/>
                                          </p:stCondLst>
                                        </p:cTn>
                                        <p:tgtEl>
                                          <p:spTgt spid="4">
                                            <p:txEl>
                                              <p:pRg st="6" end="6"/>
                                            </p:txEl>
                                          </p:spTgt>
                                        </p:tgtEl>
                                      </p:cBhvr>
                                      <p:to x="100000" y="100000"/>
                                    </p:animScale>
                                  </p:childTnLst>
                                </p:cTn>
                              </p:par>
                              <p:par>
                                <p:cTn id="288" presetID="26" presetClass="entr" presetSubtype="0" fill="hold" grpId="0" nodeType="withEffect">
                                  <p:stCondLst>
                                    <p:cond delay="0"/>
                                  </p:stCondLst>
                                  <p:childTnLst>
                                    <p:set>
                                      <p:cBhvr>
                                        <p:cTn id="289" dur="1" fill="hold">
                                          <p:stCondLst>
                                            <p:cond delay="0"/>
                                          </p:stCondLst>
                                        </p:cTn>
                                        <p:tgtEl>
                                          <p:spTgt spid="4">
                                            <p:txEl>
                                              <p:pRg st="7" end="7"/>
                                            </p:txEl>
                                          </p:spTgt>
                                        </p:tgtEl>
                                        <p:attrNameLst>
                                          <p:attrName>style.visibility</p:attrName>
                                        </p:attrNameLst>
                                      </p:cBhvr>
                                      <p:to>
                                        <p:strVal val="visible"/>
                                      </p:to>
                                    </p:set>
                                    <p:animEffect transition="in" filter="wipe(down)">
                                      <p:cBhvr>
                                        <p:cTn id="290" dur="580">
                                          <p:stCondLst>
                                            <p:cond delay="0"/>
                                          </p:stCondLst>
                                        </p:cTn>
                                        <p:tgtEl>
                                          <p:spTgt spid="4">
                                            <p:txEl>
                                              <p:pRg st="7" end="7"/>
                                            </p:txEl>
                                          </p:spTgt>
                                        </p:tgtEl>
                                      </p:cBhvr>
                                    </p:animEffect>
                                    <p:anim calcmode="lin" valueType="num">
                                      <p:cBhvr>
                                        <p:cTn id="291" dur="1822" tmFilter="0,0; 0.14,0.36; 0.43,0.73; 0.71,0.91; 1.0,1.0">
                                          <p:stCondLst>
                                            <p:cond delay="0"/>
                                          </p:stCondLst>
                                        </p:cTn>
                                        <p:tgtEl>
                                          <p:spTgt spid="4">
                                            <p:txEl>
                                              <p:pRg st="7" end="7"/>
                                            </p:txEl>
                                          </p:spTgt>
                                        </p:tgtEl>
                                        <p:attrNameLst>
                                          <p:attrName>ppt_x</p:attrName>
                                        </p:attrNameLst>
                                      </p:cBhvr>
                                      <p:tavLst>
                                        <p:tav tm="0">
                                          <p:val>
                                            <p:strVal val="#ppt_x-0.25"/>
                                          </p:val>
                                        </p:tav>
                                        <p:tav tm="100000">
                                          <p:val>
                                            <p:strVal val="#ppt_x"/>
                                          </p:val>
                                        </p:tav>
                                      </p:tavLst>
                                    </p:anim>
                                    <p:anim calcmode="lin" valueType="num">
                                      <p:cBhvr>
                                        <p:cTn id="292" dur="664" tmFilter="0.0,0.0; 0.25,0.07; 0.50,0.2; 0.75,0.467; 1.0,1.0">
                                          <p:stCondLst>
                                            <p:cond delay="0"/>
                                          </p:stCondLst>
                                        </p:cTn>
                                        <p:tgtEl>
                                          <p:spTgt spid="4">
                                            <p:txEl>
                                              <p:pRg st="7" end="7"/>
                                            </p:txEl>
                                          </p:spTgt>
                                        </p:tgtEl>
                                        <p:attrNameLst>
                                          <p:attrName>ppt_y</p:attrName>
                                        </p:attrNameLst>
                                      </p:cBhvr>
                                      <p:tavLst>
                                        <p:tav tm="0" fmla="#ppt_y-sin(pi*$)/3">
                                          <p:val>
                                            <p:fltVal val="0.5"/>
                                          </p:val>
                                        </p:tav>
                                        <p:tav tm="100000">
                                          <p:val>
                                            <p:fltVal val="1"/>
                                          </p:val>
                                        </p:tav>
                                      </p:tavLst>
                                    </p:anim>
                                    <p:anim calcmode="lin" valueType="num">
                                      <p:cBhvr>
                                        <p:cTn id="293" dur="664" tmFilter="0, 0; 0.125,0.2665; 0.25,0.4; 0.375,0.465; 0.5,0.5;  0.625,0.535; 0.75,0.6; 0.875,0.7335; 1,1">
                                          <p:stCondLst>
                                            <p:cond delay="664"/>
                                          </p:stCondLst>
                                        </p:cTn>
                                        <p:tgtEl>
                                          <p:spTgt spid="4">
                                            <p:txEl>
                                              <p:pRg st="7" end="7"/>
                                            </p:txEl>
                                          </p:spTgt>
                                        </p:tgtEl>
                                        <p:attrNameLst>
                                          <p:attrName>ppt_y</p:attrName>
                                        </p:attrNameLst>
                                      </p:cBhvr>
                                      <p:tavLst>
                                        <p:tav tm="0" fmla="#ppt_y-sin(pi*$)/9">
                                          <p:val>
                                            <p:fltVal val="0"/>
                                          </p:val>
                                        </p:tav>
                                        <p:tav tm="100000">
                                          <p:val>
                                            <p:fltVal val="1"/>
                                          </p:val>
                                        </p:tav>
                                      </p:tavLst>
                                    </p:anim>
                                    <p:anim calcmode="lin" valueType="num">
                                      <p:cBhvr>
                                        <p:cTn id="294" dur="332" tmFilter="0, 0; 0.125,0.2665; 0.25,0.4; 0.375,0.465; 0.5,0.5;  0.625,0.535; 0.75,0.6; 0.875,0.7335; 1,1">
                                          <p:stCondLst>
                                            <p:cond delay="1324"/>
                                          </p:stCondLst>
                                        </p:cTn>
                                        <p:tgtEl>
                                          <p:spTgt spid="4">
                                            <p:txEl>
                                              <p:pRg st="7" end="7"/>
                                            </p:txEl>
                                          </p:spTgt>
                                        </p:tgtEl>
                                        <p:attrNameLst>
                                          <p:attrName>ppt_y</p:attrName>
                                        </p:attrNameLst>
                                      </p:cBhvr>
                                      <p:tavLst>
                                        <p:tav tm="0" fmla="#ppt_y-sin(pi*$)/27">
                                          <p:val>
                                            <p:fltVal val="0"/>
                                          </p:val>
                                        </p:tav>
                                        <p:tav tm="100000">
                                          <p:val>
                                            <p:fltVal val="1"/>
                                          </p:val>
                                        </p:tav>
                                      </p:tavLst>
                                    </p:anim>
                                    <p:anim calcmode="lin" valueType="num">
                                      <p:cBhvr>
                                        <p:cTn id="295" dur="164" tmFilter="0, 0; 0.125,0.2665; 0.25,0.4; 0.375,0.465; 0.5,0.5;  0.625,0.535; 0.75,0.6; 0.875,0.7335; 1,1">
                                          <p:stCondLst>
                                            <p:cond delay="1656"/>
                                          </p:stCondLst>
                                        </p:cTn>
                                        <p:tgtEl>
                                          <p:spTgt spid="4">
                                            <p:txEl>
                                              <p:pRg st="7" end="7"/>
                                            </p:txEl>
                                          </p:spTgt>
                                        </p:tgtEl>
                                        <p:attrNameLst>
                                          <p:attrName>ppt_y</p:attrName>
                                        </p:attrNameLst>
                                      </p:cBhvr>
                                      <p:tavLst>
                                        <p:tav tm="0" fmla="#ppt_y-sin(pi*$)/81">
                                          <p:val>
                                            <p:fltVal val="0"/>
                                          </p:val>
                                        </p:tav>
                                        <p:tav tm="100000">
                                          <p:val>
                                            <p:fltVal val="1"/>
                                          </p:val>
                                        </p:tav>
                                      </p:tavLst>
                                    </p:anim>
                                    <p:animScale>
                                      <p:cBhvr>
                                        <p:cTn id="296" dur="26">
                                          <p:stCondLst>
                                            <p:cond delay="650"/>
                                          </p:stCondLst>
                                        </p:cTn>
                                        <p:tgtEl>
                                          <p:spTgt spid="4">
                                            <p:txEl>
                                              <p:pRg st="7" end="7"/>
                                            </p:txEl>
                                          </p:spTgt>
                                        </p:tgtEl>
                                      </p:cBhvr>
                                      <p:to x="100000" y="60000"/>
                                    </p:animScale>
                                    <p:animScale>
                                      <p:cBhvr>
                                        <p:cTn id="297" dur="166" decel="50000">
                                          <p:stCondLst>
                                            <p:cond delay="676"/>
                                          </p:stCondLst>
                                        </p:cTn>
                                        <p:tgtEl>
                                          <p:spTgt spid="4">
                                            <p:txEl>
                                              <p:pRg st="7" end="7"/>
                                            </p:txEl>
                                          </p:spTgt>
                                        </p:tgtEl>
                                      </p:cBhvr>
                                      <p:to x="100000" y="100000"/>
                                    </p:animScale>
                                    <p:animScale>
                                      <p:cBhvr>
                                        <p:cTn id="298" dur="26">
                                          <p:stCondLst>
                                            <p:cond delay="1312"/>
                                          </p:stCondLst>
                                        </p:cTn>
                                        <p:tgtEl>
                                          <p:spTgt spid="4">
                                            <p:txEl>
                                              <p:pRg st="7" end="7"/>
                                            </p:txEl>
                                          </p:spTgt>
                                        </p:tgtEl>
                                      </p:cBhvr>
                                      <p:to x="100000" y="80000"/>
                                    </p:animScale>
                                    <p:animScale>
                                      <p:cBhvr>
                                        <p:cTn id="299" dur="166" decel="50000">
                                          <p:stCondLst>
                                            <p:cond delay="1338"/>
                                          </p:stCondLst>
                                        </p:cTn>
                                        <p:tgtEl>
                                          <p:spTgt spid="4">
                                            <p:txEl>
                                              <p:pRg st="7" end="7"/>
                                            </p:txEl>
                                          </p:spTgt>
                                        </p:tgtEl>
                                      </p:cBhvr>
                                      <p:to x="100000" y="100000"/>
                                    </p:animScale>
                                    <p:animScale>
                                      <p:cBhvr>
                                        <p:cTn id="300" dur="26">
                                          <p:stCondLst>
                                            <p:cond delay="1642"/>
                                          </p:stCondLst>
                                        </p:cTn>
                                        <p:tgtEl>
                                          <p:spTgt spid="4">
                                            <p:txEl>
                                              <p:pRg st="7" end="7"/>
                                            </p:txEl>
                                          </p:spTgt>
                                        </p:tgtEl>
                                      </p:cBhvr>
                                      <p:to x="100000" y="90000"/>
                                    </p:animScale>
                                    <p:animScale>
                                      <p:cBhvr>
                                        <p:cTn id="301" dur="166" decel="50000">
                                          <p:stCondLst>
                                            <p:cond delay="1668"/>
                                          </p:stCondLst>
                                        </p:cTn>
                                        <p:tgtEl>
                                          <p:spTgt spid="4">
                                            <p:txEl>
                                              <p:pRg st="7" end="7"/>
                                            </p:txEl>
                                          </p:spTgt>
                                        </p:tgtEl>
                                      </p:cBhvr>
                                      <p:to x="100000" y="100000"/>
                                    </p:animScale>
                                    <p:animScale>
                                      <p:cBhvr>
                                        <p:cTn id="302" dur="26">
                                          <p:stCondLst>
                                            <p:cond delay="1808"/>
                                          </p:stCondLst>
                                        </p:cTn>
                                        <p:tgtEl>
                                          <p:spTgt spid="4">
                                            <p:txEl>
                                              <p:pRg st="7" end="7"/>
                                            </p:txEl>
                                          </p:spTgt>
                                        </p:tgtEl>
                                      </p:cBhvr>
                                      <p:to x="100000" y="95000"/>
                                    </p:animScale>
                                    <p:animScale>
                                      <p:cBhvr>
                                        <p:cTn id="303" dur="166" decel="50000">
                                          <p:stCondLst>
                                            <p:cond delay="1834"/>
                                          </p:stCondLst>
                                        </p:cTn>
                                        <p:tgtEl>
                                          <p:spTgt spid="4">
                                            <p:txEl>
                                              <p:pRg st="7" end="7"/>
                                            </p:txEl>
                                          </p:spTgt>
                                        </p:tgtEl>
                                      </p:cBhvr>
                                      <p:to x="100000" y="100000"/>
                                    </p:animScale>
                                  </p:childTnLst>
                                </p:cTn>
                              </p:par>
                              <p:par>
                                <p:cTn id="304" presetID="26" presetClass="entr" presetSubtype="0" fill="hold" grpId="0" nodeType="withEffect">
                                  <p:stCondLst>
                                    <p:cond delay="0"/>
                                  </p:stCondLst>
                                  <p:childTnLst>
                                    <p:set>
                                      <p:cBhvr>
                                        <p:cTn id="305" dur="1" fill="hold">
                                          <p:stCondLst>
                                            <p:cond delay="0"/>
                                          </p:stCondLst>
                                        </p:cTn>
                                        <p:tgtEl>
                                          <p:spTgt spid="4">
                                            <p:txEl>
                                              <p:pRg st="8" end="8"/>
                                            </p:txEl>
                                          </p:spTgt>
                                        </p:tgtEl>
                                        <p:attrNameLst>
                                          <p:attrName>style.visibility</p:attrName>
                                        </p:attrNameLst>
                                      </p:cBhvr>
                                      <p:to>
                                        <p:strVal val="visible"/>
                                      </p:to>
                                    </p:set>
                                    <p:animEffect transition="in" filter="wipe(down)">
                                      <p:cBhvr>
                                        <p:cTn id="306" dur="580">
                                          <p:stCondLst>
                                            <p:cond delay="0"/>
                                          </p:stCondLst>
                                        </p:cTn>
                                        <p:tgtEl>
                                          <p:spTgt spid="4">
                                            <p:txEl>
                                              <p:pRg st="8" end="8"/>
                                            </p:txEl>
                                          </p:spTgt>
                                        </p:tgtEl>
                                      </p:cBhvr>
                                    </p:animEffect>
                                    <p:anim calcmode="lin" valueType="num">
                                      <p:cBhvr>
                                        <p:cTn id="307" dur="1822" tmFilter="0,0; 0.14,0.36; 0.43,0.73; 0.71,0.91; 1.0,1.0">
                                          <p:stCondLst>
                                            <p:cond delay="0"/>
                                          </p:stCondLst>
                                        </p:cTn>
                                        <p:tgtEl>
                                          <p:spTgt spid="4">
                                            <p:txEl>
                                              <p:pRg st="8" end="8"/>
                                            </p:txEl>
                                          </p:spTgt>
                                        </p:tgtEl>
                                        <p:attrNameLst>
                                          <p:attrName>ppt_x</p:attrName>
                                        </p:attrNameLst>
                                      </p:cBhvr>
                                      <p:tavLst>
                                        <p:tav tm="0">
                                          <p:val>
                                            <p:strVal val="#ppt_x-0.25"/>
                                          </p:val>
                                        </p:tav>
                                        <p:tav tm="100000">
                                          <p:val>
                                            <p:strVal val="#ppt_x"/>
                                          </p:val>
                                        </p:tav>
                                      </p:tavLst>
                                    </p:anim>
                                    <p:anim calcmode="lin" valueType="num">
                                      <p:cBhvr>
                                        <p:cTn id="308" dur="664" tmFilter="0.0,0.0; 0.25,0.07; 0.50,0.2; 0.75,0.467; 1.0,1.0">
                                          <p:stCondLst>
                                            <p:cond delay="0"/>
                                          </p:stCondLst>
                                        </p:cTn>
                                        <p:tgtEl>
                                          <p:spTgt spid="4">
                                            <p:txEl>
                                              <p:pRg st="8" end="8"/>
                                            </p:txEl>
                                          </p:spTgt>
                                        </p:tgtEl>
                                        <p:attrNameLst>
                                          <p:attrName>ppt_y</p:attrName>
                                        </p:attrNameLst>
                                      </p:cBhvr>
                                      <p:tavLst>
                                        <p:tav tm="0" fmla="#ppt_y-sin(pi*$)/3">
                                          <p:val>
                                            <p:fltVal val="0.5"/>
                                          </p:val>
                                        </p:tav>
                                        <p:tav tm="100000">
                                          <p:val>
                                            <p:fltVal val="1"/>
                                          </p:val>
                                        </p:tav>
                                      </p:tavLst>
                                    </p:anim>
                                    <p:anim calcmode="lin" valueType="num">
                                      <p:cBhvr>
                                        <p:cTn id="309" dur="664" tmFilter="0, 0; 0.125,0.2665; 0.25,0.4; 0.375,0.465; 0.5,0.5;  0.625,0.535; 0.75,0.6; 0.875,0.7335; 1,1">
                                          <p:stCondLst>
                                            <p:cond delay="664"/>
                                          </p:stCondLst>
                                        </p:cTn>
                                        <p:tgtEl>
                                          <p:spTgt spid="4">
                                            <p:txEl>
                                              <p:pRg st="8" end="8"/>
                                            </p:txEl>
                                          </p:spTgt>
                                        </p:tgtEl>
                                        <p:attrNameLst>
                                          <p:attrName>ppt_y</p:attrName>
                                        </p:attrNameLst>
                                      </p:cBhvr>
                                      <p:tavLst>
                                        <p:tav tm="0" fmla="#ppt_y-sin(pi*$)/9">
                                          <p:val>
                                            <p:fltVal val="0"/>
                                          </p:val>
                                        </p:tav>
                                        <p:tav tm="100000">
                                          <p:val>
                                            <p:fltVal val="1"/>
                                          </p:val>
                                        </p:tav>
                                      </p:tavLst>
                                    </p:anim>
                                    <p:anim calcmode="lin" valueType="num">
                                      <p:cBhvr>
                                        <p:cTn id="310" dur="332" tmFilter="0, 0; 0.125,0.2665; 0.25,0.4; 0.375,0.465; 0.5,0.5;  0.625,0.535; 0.75,0.6; 0.875,0.7335; 1,1">
                                          <p:stCondLst>
                                            <p:cond delay="1324"/>
                                          </p:stCondLst>
                                        </p:cTn>
                                        <p:tgtEl>
                                          <p:spTgt spid="4">
                                            <p:txEl>
                                              <p:pRg st="8" end="8"/>
                                            </p:txEl>
                                          </p:spTgt>
                                        </p:tgtEl>
                                        <p:attrNameLst>
                                          <p:attrName>ppt_y</p:attrName>
                                        </p:attrNameLst>
                                      </p:cBhvr>
                                      <p:tavLst>
                                        <p:tav tm="0" fmla="#ppt_y-sin(pi*$)/27">
                                          <p:val>
                                            <p:fltVal val="0"/>
                                          </p:val>
                                        </p:tav>
                                        <p:tav tm="100000">
                                          <p:val>
                                            <p:fltVal val="1"/>
                                          </p:val>
                                        </p:tav>
                                      </p:tavLst>
                                    </p:anim>
                                    <p:anim calcmode="lin" valueType="num">
                                      <p:cBhvr>
                                        <p:cTn id="311" dur="164" tmFilter="0, 0; 0.125,0.2665; 0.25,0.4; 0.375,0.465; 0.5,0.5;  0.625,0.535; 0.75,0.6; 0.875,0.7335; 1,1">
                                          <p:stCondLst>
                                            <p:cond delay="1656"/>
                                          </p:stCondLst>
                                        </p:cTn>
                                        <p:tgtEl>
                                          <p:spTgt spid="4">
                                            <p:txEl>
                                              <p:pRg st="8" end="8"/>
                                            </p:txEl>
                                          </p:spTgt>
                                        </p:tgtEl>
                                        <p:attrNameLst>
                                          <p:attrName>ppt_y</p:attrName>
                                        </p:attrNameLst>
                                      </p:cBhvr>
                                      <p:tavLst>
                                        <p:tav tm="0" fmla="#ppt_y-sin(pi*$)/81">
                                          <p:val>
                                            <p:fltVal val="0"/>
                                          </p:val>
                                        </p:tav>
                                        <p:tav tm="100000">
                                          <p:val>
                                            <p:fltVal val="1"/>
                                          </p:val>
                                        </p:tav>
                                      </p:tavLst>
                                    </p:anim>
                                    <p:animScale>
                                      <p:cBhvr>
                                        <p:cTn id="312" dur="26">
                                          <p:stCondLst>
                                            <p:cond delay="650"/>
                                          </p:stCondLst>
                                        </p:cTn>
                                        <p:tgtEl>
                                          <p:spTgt spid="4">
                                            <p:txEl>
                                              <p:pRg st="8" end="8"/>
                                            </p:txEl>
                                          </p:spTgt>
                                        </p:tgtEl>
                                      </p:cBhvr>
                                      <p:to x="100000" y="60000"/>
                                    </p:animScale>
                                    <p:animScale>
                                      <p:cBhvr>
                                        <p:cTn id="313" dur="166" decel="50000">
                                          <p:stCondLst>
                                            <p:cond delay="676"/>
                                          </p:stCondLst>
                                        </p:cTn>
                                        <p:tgtEl>
                                          <p:spTgt spid="4">
                                            <p:txEl>
                                              <p:pRg st="8" end="8"/>
                                            </p:txEl>
                                          </p:spTgt>
                                        </p:tgtEl>
                                      </p:cBhvr>
                                      <p:to x="100000" y="100000"/>
                                    </p:animScale>
                                    <p:animScale>
                                      <p:cBhvr>
                                        <p:cTn id="314" dur="26">
                                          <p:stCondLst>
                                            <p:cond delay="1312"/>
                                          </p:stCondLst>
                                        </p:cTn>
                                        <p:tgtEl>
                                          <p:spTgt spid="4">
                                            <p:txEl>
                                              <p:pRg st="8" end="8"/>
                                            </p:txEl>
                                          </p:spTgt>
                                        </p:tgtEl>
                                      </p:cBhvr>
                                      <p:to x="100000" y="80000"/>
                                    </p:animScale>
                                    <p:animScale>
                                      <p:cBhvr>
                                        <p:cTn id="315" dur="166" decel="50000">
                                          <p:stCondLst>
                                            <p:cond delay="1338"/>
                                          </p:stCondLst>
                                        </p:cTn>
                                        <p:tgtEl>
                                          <p:spTgt spid="4">
                                            <p:txEl>
                                              <p:pRg st="8" end="8"/>
                                            </p:txEl>
                                          </p:spTgt>
                                        </p:tgtEl>
                                      </p:cBhvr>
                                      <p:to x="100000" y="100000"/>
                                    </p:animScale>
                                    <p:animScale>
                                      <p:cBhvr>
                                        <p:cTn id="316" dur="26">
                                          <p:stCondLst>
                                            <p:cond delay="1642"/>
                                          </p:stCondLst>
                                        </p:cTn>
                                        <p:tgtEl>
                                          <p:spTgt spid="4">
                                            <p:txEl>
                                              <p:pRg st="8" end="8"/>
                                            </p:txEl>
                                          </p:spTgt>
                                        </p:tgtEl>
                                      </p:cBhvr>
                                      <p:to x="100000" y="90000"/>
                                    </p:animScale>
                                    <p:animScale>
                                      <p:cBhvr>
                                        <p:cTn id="317" dur="166" decel="50000">
                                          <p:stCondLst>
                                            <p:cond delay="1668"/>
                                          </p:stCondLst>
                                        </p:cTn>
                                        <p:tgtEl>
                                          <p:spTgt spid="4">
                                            <p:txEl>
                                              <p:pRg st="8" end="8"/>
                                            </p:txEl>
                                          </p:spTgt>
                                        </p:tgtEl>
                                      </p:cBhvr>
                                      <p:to x="100000" y="100000"/>
                                    </p:animScale>
                                    <p:animScale>
                                      <p:cBhvr>
                                        <p:cTn id="318" dur="26">
                                          <p:stCondLst>
                                            <p:cond delay="1808"/>
                                          </p:stCondLst>
                                        </p:cTn>
                                        <p:tgtEl>
                                          <p:spTgt spid="4">
                                            <p:txEl>
                                              <p:pRg st="8" end="8"/>
                                            </p:txEl>
                                          </p:spTgt>
                                        </p:tgtEl>
                                      </p:cBhvr>
                                      <p:to x="100000" y="95000"/>
                                    </p:animScale>
                                    <p:animScale>
                                      <p:cBhvr>
                                        <p:cTn id="319" dur="166" decel="50000">
                                          <p:stCondLst>
                                            <p:cond delay="1834"/>
                                          </p:stCondLst>
                                        </p:cTn>
                                        <p:tgtEl>
                                          <p:spTgt spid="4">
                                            <p:txEl>
                                              <p:pRg st="8" end="8"/>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requirements</a:t>
            </a:r>
            <a:endParaRPr lang="en-ZA" dirty="0"/>
          </a:p>
        </p:txBody>
      </p:sp>
      <p:sp>
        <p:nvSpPr>
          <p:cNvPr id="3" name="Content Placeholder 2"/>
          <p:cNvSpPr>
            <a:spLocks noGrp="1"/>
          </p:cNvSpPr>
          <p:nvPr>
            <p:ph sz="half" idx="1"/>
          </p:nvPr>
        </p:nvSpPr>
        <p:spPr/>
        <p:txBody>
          <a:bodyPr>
            <a:normAutofit fontScale="77500" lnSpcReduction="20000"/>
          </a:bodyPr>
          <a:lstStyle/>
          <a:p>
            <a:pPr lvl="0">
              <a:buFont typeface="Wingdings" panose="05000000000000000000" pitchFamily="2" charset="2"/>
              <a:buChar char="Ø"/>
            </a:pPr>
            <a:r>
              <a:rPr lang="en-US" dirty="0">
                <a:effectLst/>
              </a:rPr>
              <a:t>New products</a:t>
            </a:r>
            <a:endParaRPr lang="en-ZA" dirty="0">
              <a:effectLst/>
            </a:endParaRPr>
          </a:p>
          <a:p>
            <a:pPr lvl="0">
              <a:buFont typeface="Wingdings" panose="05000000000000000000" pitchFamily="2" charset="2"/>
              <a:buChar char="Ø"/>
            </a:pPr>
            <a:r>
              <a:rPr lang="en-US" dirty="0">
                <a:effectLst/>
              </a:rPr>
              <a:t>Best sellers</a:t>
            </a:r>
            <a:endParaRPr lang="en-ZA" dirty="0">
              <a:effectLst/>
            </a:endParaRPr>
          </a:p>
          <a:p>
            <a:pPr lvl="0">
              <a:buFont typeface="Wingdings" panose="05000000000000000000" pitchFamily="2" charset="2"/>
              <a:buChar char="Ø"/>
            </a:pPr>
            <a:r>
              <a:rPr lang="en-US" dirty="0">
                <a:effectLst/>
              </a:rPr>
              <a:t>Contact us</a:t>
            </a:r>
            <a:endParaRPr lang="en-ZA" dirty="0">
              <a:effectLst/>
            </a:endParaRPr>
          </a:p>
          <a:p>
            <a:pPr lvl="0">
              <a:buFont typeface="Wingdings" panose="05000000000000000000" pitchFamily="2" charset="2"/>
              <a:buChar char="Ø"/>
            </a:pPr>
            <a:r>
              <a:rPr lang="en-US" dirty="0">
                <a:effectLst/>
              </a:rPr>
              <a:t>Our store</a:t>
            </a:r>
            <a:endParaRPr lang="en-ZA" dirty="0">
              <a:effectLst/>
            </a:endParaRPr>
          </a:p>
          <a:p>
            <a:pPr lvl="0">
              <a:buFont typeface="Wingdings" panose="05000000000000000000" pitchFamily="2" charset="2"/>
              <a:buChar char="Ø"/>
            </a:pPr>
            <a:r>
              <a:rPr lang="en-US" dirty="0">
                <a:effectLst/>
              </a:rPr>
              <a:t>Terms and conditions of use</a:t>
            </a:r>
            <a:endParaRPr lang="en-ZA" dirty="0">
              <a:effectLst/>
            </a:endParaRPr>
          </a:p>
          <a:p>
            <a:pPr lvl="0">
              <a:buFont typeface="Wingdings" panose="05000000000000000000" pitchFamily="2" charset="2"/>
              <a:buChar char="Ø"/>
            </a:pPr>
            <a:r>
              <a:rPr lang="en-US" dirty="0">
                <a:effectLst/>
              </a:rPr>
              <a:t>About us</a:t>
            </a:r>
            <a:endParaRPr lang="en-ZA" dirty="0">
              <a:effectLst/>
            </a:endParaRPr>
          </a:p>
          <a:p>
            <a:pPr lvl="0">
              <a:buFont typeface="Wingdings" panose="05000000000000000000" pitchFamily="2" charset="2"/>
              <a:buChar char="Ø"/>
            </a:pPr>
            <a:r>
              <a:rPr lang="en-US" dirty="0" smtClean="0">
                <a:effectLst/>
              </a:rPr>
              <a:t>Sitemap</a:t>
            </a:r>
            <a:endParaRPr lang="en-ZA" dirty="0">
              <a:effectLst/>
            </a:endParaRPr>
          </a:p>
          <a:p>
            <a:pPr lvl="0">
              <a:buFont typeface="Wingdings" panose="05000000000000000000" pitchFamily="2" charset="2"/>
              <a:buChar char="Ø"/>
            </a:pPr>
            <a:r>
              <a:rPr lang="en-US" dirty="0">
                <a:effectLst/>
              </a:rPr>
              <a:t>My addresses</a:t>
            </a:r>
            <a:endParaRPr lang="en-ZA" dirty="0">
              <a:effectLst/>
            </a:endParaRPr>
          </a:p>
          <a:p>
            <a:pPr lvl="0">
              <a:buFont typeface="Wingdings" panose="05000000000000000000" pitchFamily="2" charset="2"/>
              <a:buChar char="Ø"/>
            </a:pPr>
            <a:r>
              <a:rPr lang="en-US" dirty="0">
                <a:effectLst/>
              </a:rPr>
              <a:t>My personal info</a:t>
            </a:r>
            <a:endParaRPr lang="en-ZA" dirty="0">
              <a:effectLst/>
            </a:endParaRPr>
          </a:p>
          <a:p>
            <a:pPr lvl="0">
              <a:buFont typeface="Wingdings" panose="05000000000000000000" pitchFamily="2" charset="2"/>
              <a:buChar char="Ø"/>
            </a:pPr>
            <a:r>
              <a:rPr lang="en-US" dirty="0">
                <a:effectLst/>
              </a:rPr>
              <a:t>Sign out</a:t>
            </a:r>
            <a:endParaRPr lang="en-ZA" dirty="0">
              <a:effectLst/>
            </a:endParaRPr>
          </a:p>
          <a:p>
            <a:endParaRPr lang="en-ZA" dirty="0"/>
          </a:p>
        </p:txBody>
      </p:sp>
      <p:sp>
        <p:nvSpPr>
          <p:cNvPr id="4" name="Content Placeholder 3"/>
          <p:cNvSpPr>
            <a:spLocks noGrp="1"/>
          </p:cNvSpPr>
          <p:nvPr>
            <p:ph sz="half" idx="2"/>
          </p:nvPr>
        </p:nvSpPr>
        <p:spPr/>
        <p:txBody>
          <a:bodyPr>
            <a:normAutofit fontScale="77500" lnSpcReduction="20000"/>
          </a:bodyPr>
          <a:lstStyle/>
          <a:p>
            <a:endParaRPr lang="en-ZA" dirty="0"/>
          </a:p>
        </p:txBody>
      </p:sp>
    </p:spTree>
    <p:extLst>
      <p:ext uri="{BB962C8B-B14F-4D97-AF65-F5344CB8AC3E}">
        <p14:creationId xmlns:p14="http://schemas.microsoft.com/office/powerpoint/2010/main" val="183944735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80">
                                          <p:stCondLst>
                                            <p:cond delay="0"/>
                                          </p:stCondLst>
                                        </p:cTn>
                                        <p:tgtEl>
                                          <p:spTgt spid="3">
                                            <p:txEl>
                                              <p:pRg st="0" end="0"/>
                                            </p:txEl>
                                          </p:spTgt>
                                        </p:tgtEl>
                                      </p:cBhvr>
                                    </p:animEffect>
                                    <p:anim calcmode="lin" valueType="num">
                                      <p:cBhvr>
                                        <p:cTn id="15"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0" end="0"/>
                                            </p:txEl>
                                          </p:spTgt>
                                        </p:tgtEl>
                                      </p:cBhvr>
                                      <p:to x="100000" y="60000"/>
                                    </p:animScale>
                                    <p:animScale>
                                      <p:cBhvr>
                                        <p:cTn id="21" dur="166" decel="50000">
                                          <p:stCondLst>
                                            <p:cond delay="676"/>
                                          </p:stCondLst>
                                        </p:cTn>
                                        <p:tgtEl>
                                          <p:spTgt spid="3">
                                            <p:txEl>
                                              <p:pRg st="0" end="0"/>
                                            </p:txEl>
                                          </p:spTgt>
                                        </p:tgtEl>
                                      </p:cBhvr>
                                      <p:to x="100000" y="100000"/>
                                    </p:animScale>
                                    <p:animScale>
                                      <p:cBhvr>
                                        <p:cTn id="22" dur="26">
                                          <p:stCondLst>
                                            <p:cond delay="1312"/>
                                          </p:stCondLst>
                                        </p:cTn>
                                        <p:tgtEl>
                                          <p:spTgt spid="3">
                                            <p:txEl>
                                              <p:pRg st="0" end="0"/>
                                            </p:txEl>
                                          </p:spTgt>
                                        </p:tgtEl>
                                      </p:cBhvr>
                                      <p:to x="100000" y="80000"/>
                                    </p:animScale>
                                    <p:animScale>
                                      <p:cBhvr>
                                        <p:cTn id="23" dur="166" decel="50000">
                                          <p:stCondLst>
                                            <p:cond delay="1338"/>
                                          </p:stCondLst>
                                        </p:cTn>
                                        <p:tgtEl>
                                          <p:spTgt spid="3">
                                            <p:txEl>
                                              <p:pRg st="0" end="0"/>
                                            </p:txEl>
                                          </p:spTgt>
                                        </p:tgtEl>
                                      </p:cBhvr>
                                      <p:to x="100000" y="100000"/>
                                    </p:animScale>
                                    <p:animScale>
                                      <p:cBhvr>
                                        <p:cTn id="24" dur="26">
                                          <p:stCondLst>
                                            <p:cond delay="1642"/>
                                          </p:stCondLst>
                                        </p:cTn>
                                        <p:tgtEl>
                                          <p:spTgt spid="3">
                                            <p:txEl>
                                              <p:pRg st="0" end="0"/>
                                            </p:txEl>
                                          </p:spTgt>
                                        </p:tgtEl>
                                      </p:cBhvr>
                                      <p:to x="100000" y="90000"/>
                                    </p:animScale>
                                    <p:animScale>
                                      <p:cBhvr>
                                        <p:cTn id="25" dur="166" decel="50000">
                                          <p:stCondLst>
                                            <p:cond delay="1668"/>
                                          </p:stCondLst>
                                        </p:cTn>
                                        <p:tgtEl>
                                          <p:spTgt spid="3">
                                            <p:txEl>
                                              <p:pRg st="0" end="0"/>
                                            </p:txEl>
                                          </p:spTgt>
                                        </p:tgtEl>
                                      </p:cBhvr>
                                      <p:to x="100000" y="100000"/>
                                    </p:animScale>
                                    <p:animScale>
                                      <p:cBhvr>
                                        <p:cTn id="26" dur="26">
                                          <p:stCondLst>
                                            <p:cond delay="1808"/>
                                          </p:stCondLst>
                                        </p:cTn>
                                        <p:tgtEl>
                                          <p:spTgt spid="3">
                                            <p:txEl>
                                              <p:pRg st="0" end="0"/>
                                            </p:txEl>
                                          </p:spTgt>
                                        </p:tgtEl>
                                      </p:cBhvr>
                                      <p:to x="100000" y="95000"/>
                                    </p:animScale>
                                    <p:animScale>
                                      <p:cBhvr>
                                        <p:cTn id="27" dur="166" decel="50000">
                                          <p:stCondLst>
                                            <p:cond delay="1834"/>
                                          </p:stCondLst>
                                        </p:cTn>
                                        <p:tgtEl>
                                          <p:spTgt spid="3">
                                            <p:txEl>
                                              <p:pRg st="0" end="0"/>
                                            </p:txEl>
                                          </p:spTgt>
                                        </p:tgtEl>
                                      </p:cBhvr>
                                      <p:to x="100000" y="100000"/>
                                    </p:animScale>
                                  </p:childTnLst>
                                </p:cTn>
                              </p:par>
                              <p:par>
                                <p:cTn id="28" presetID="26" presetClass="entr" presetSubtype="0" fill="hold" grpId="0"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wipe(down)">
                                      <p:cBhvr>
                                        <p:cTn id="30" dur="580">
                                          <p:stCondLst>
                                            <p:cond delay="0"/>
                                          </p:stCondLst>
                                        </p:cTn>
                                        <p:tgtEl>
                                          <p:spTgt spid="3">
                                            <p:txEl>
                                              <p:pRg st="1" end="1"/>
                                            </p:txEl>
                                          </p:spTgt>
                                        </p:tgtEl>
                                      </p:cBhvr>
                                    </p:animEffect>
                                    <p:anim calcmode="lin" valueType="num">
                                      <p:cBhvr>
                                        <p:cTn id="31"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xEl>
                                              <p:pRg st="1" end="1"/>
                                            </p:txEl>
                                          </p:spTgt>
                                        </p:tgtEl>
                                      </p:cBhvr>
                                      <p:to x="100000" y="60000"/>
                                    </p:animScale>
                                    <p:animScale>
                                      <p:cBhvr>
                                        <p:cTn id="37" dur="166" decel="50000">
                                          <p:stCondLst>
                                            <p:cond delay="676"/>
                                          </p:stCondLst>
                                        </p:cTn>
                                        <p:tgtEl>
                                          <p:spTgt spid="3">
                                            <p:txEl>
                                              <p:pRg st="1" end="1"/>
                                            </p:txEl>
                                          </p:spTgt>
                                        </p:tgtEl>
                                      </p:cBhvr>
                                      <p:to x="100000" y="100000"/>
                                    </p:animScale>
                                    <p:animScale>
                                      <p:cBhvr>
                                        <p:cTn id="38" dur="26">
                                          <p:stCondLst>
                                            <p:cond delay="1312"/>
                                          </p:stCondLst>
                                        </p:cTn>
                                        <p:tgtEl>
                                          <p:spTgt spid="3">
                                            <p:txEl>
                                              <p:pRg st="1" end="1"/>
                                            </p:txEl>
                                          </p:spTgt>
                                        </p:tgtEl>
                                      </p:cBhvr>
                                      <p:to x="100000" y="80000"/>
                                    </p:animScale>
                                    <p:animScale>
                                      <p:cBhvr>
                                        <p:cTn id="39" dur="166" decel="50000">
                                          <p:stCondLst>
                                            <p:cond delay="1338"/>
                                          </p:stCondLst>
                                        </p:cTn>
                                        <p:tgtEl>
                                          <p:spTgt spid="3">
                                            <p:txEl>
                                              <p:pRg st="1" end="1"/>
                                            </p:txEl>
                                          </p:spTgt>
                                        </p:tgtEl>
                                      </p:cBhvr>
                                      <p:to x="100000" y="100000"/>
                                    </p:animScale>
                                    <p:animScale>
                                      <p:cBhvr>
                                        <p:cTn id="40" dur="26">
                                          <p:stCondLst>
                                            <p:cond delay="1642"/>
                                          </p:stCondLst>
                                        </p:cTn>
                                        <p:tgtEl>
                                          <p:spTgt spid="3">
                                            <p:txEl>
                                              <p:pRg st="1" end="1"/>
                                            </p:txEl>
                                          </p:spTgt>
                                        </p:tgtEl>
                                      </p:cBhvr>
                                      <p:to x="100000" y="90000"/>
                                    </p:animScale>
                                    <p:animScale>
                                      <p:cBhvr>
                                        <p:cTn id="41" dur="166" decel="50000">
                                          <p:stCondLst>
                                            <p:cond delay="1668"/>
                                          </p:stCondLst>
                                        </p:cTn>
                                        <p:tgtEl>
                                          <p:spTgt spid="3">
                                            <p:txEl>
                                              <p:pRg st="1" end="1"/>
                                            </p:txEl>
                                          </p:spTgt>
                                        </p:tgtEl>
                                      </p:cBhvr>
                                      <p:to x="100000" y="100000"/>
                                    </p:animScale>
                                    <p:animScale>
                                      <p:cBhvr>
                                        <p:cTn id="42" dur="26">
                                          <p:stCondLst>
                                            <p:cond delay="1808"/>
                                          </p:stCondLst>
                                        </p:cTn>
                                        <p:tgtEl>
                                          <p:spTgt spid="3">
                                            <p:txEl>
                                              <p:pRg st="1" end="1"/>
                                            </p:txEl>
                                          </p:spTgt>
                                        </p:tgtEl>
                                      </p:cBhvr>
                                      <p:to x="100000" y="95000"/>
                                    </p:animScale>
                                    <p:animScale>
                                      <p:cBhvr>
                                        <p:cTn id="43" dur="166" decel="50000">
                                          <p:stCondLst>
                                            <p:cond delay="1834"/>
                                          </p:stCondLst>
                                        </p:cTn>
                                        <p:tgtEl>
                                          <p:spTgt spid="3">
                                            <p:txEl>
                                              <p:pRg st="1" end="1"/>
                                            </p:txEl>
                                          </p:spTgt>
                                        </p:tgtEl>
                                      </p:cBhvr>
                                      <p:to x="100000" y="100000"/>
                                    </p:animScale>
                                  </p:childTnLst>
                                </p:cTn>
                              </p:par>
                              <p:par>
                                <p:cTn id="44" presetID="26" presetClass="entr" presetSubtype="0" fill="hold" grpId="0" nodeType="with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wipe(down)">
                                      <p:cBhvr>
                                        <p:cTn id="46" dur="580">
                                          <p:stCondLst>
                                            <p:cond delay="0"/>
                                          </p:stCondLst>
                                        </p:cTn>
                                        <p:tgtEl>
                                          <p:spTgt spid="3">
                                            <p:txEl>
                                              <p:pRg st="2" end="2"/>
                                            </p:txEl>
                                          </p:spTgt>
                                        </p:tgtEl>
                                      </p:cBhvr>
                                    </p:animEffect>
                                    <p:anim calcmode="lin" valueType="num">
                                      <p:cBhvr>
                                        <p:cTn id="47"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2" dur="26">
                                          <p:stCondLst>
                                            <p:cond delay="650"/>
                                          </p:stCondLst>
                                        </p:cTn>
                                        <p:tgtEl>
                                          <p:spTgt spid="3">
                                            <p:txEl>
                                              <p:pRg st="2" end="2"/>
                                            </p:txEl>
                                          </p:spTgt>
                                        </p:tgtEl>
                                      </p:cBhvr>
                                      <p:to x="100000" y="60000"/>
                                    </p:animScale>
                                    <p:animScale>
                                      <p:cBhvr>
                                        <p:cTn id="53" dur="166" decel="50000">
                                          <p:stCondLst>
                                            <p:cond delay="676"/>
                                          </p:stCondLst>
                                        </p:cTn>
                                        <p:tgtEl>
                                          <p:spTgt spid="3">
                                            <p:txEl>
                                              <p:pRg st="2" end="2"/>
                                            </p:txEl>
                                          </p:spTgt>
                                        </p:tgtEl>
                                      </p:cBhvr>
                                      <p:to x="100000" y="100000"/>
                                    </p:animScale>
                                    <p:animScale>
                                      <p:cBhvr>
                                        <p:cTn id="54" dur="26">
                                          <p:stCondLst>
                                            <p:cond delay="1312"/>
                                          </p:stCondLst>
                                        </p:cTn>
                                        <p:tgtEl>
                                          <p:spTgt spid="3">
                                            <p:txEl>
                                              <p:pRg st="2" end="2"/>
                                            </p:txEl>
                                          </p:spTgt>
                                        </p:tgtEl>
                                      </p:cBhvr>
                                      <p:to x="100000" y="80000"/>
                                    </p:animScale>
                                    <p:animScale>
                                      <p:cBhvr>
                                        <p:cTn id="55" dur="166" decel="50000">
                                          <p:stCondLst>
                                            <p:cond delay="1338"/>
                                          </p:stCondLst>
                                        </p:cTn>
                                        <p:tgtEl>
                                          <p:spTgt spid="3">
                                            <p:txEl>
                                              <p:pRg st="2" end="2"/>
                                            </p:txEl>
                                          </p:spTgt>
                                        </p:tgtEl>
                                      </p:cBhvr>
                                      <p:to x="100000" y="100000"/>
                                    </p:animScale>
                                    <p:animScale>
                                      <p:cBhvr>
                                        <p:cTn id="56" dur="26">
                                          <p:stCondLst>
                                            <p:cond delay="1642"/>
                                          </p:stCondLst>
                                        </p:cTn>
                                        <p:tgtEl>
                                          <p:spTgt spid="3">
                                            <p:txEl>
                                              <p:pRg st="2" end="2"/>
                                            </p:txEl>
                                          </p:spTgt>
                                        </p:tgtEl>
                                      </p:cBhvr>
                                      <p:to x="100000" y="90000"/>
                                    </p:animScale>
                                    <p:animScale>
                                      <p:cBhvr>
                                        <p:cTn id="57" dur="166" decel="50000">
                                          <p:stCondLst>
                                            <p:cond delay="1668"/>
                                          </p:stCondLst>
                                        </p:cTn>
                                        <p:tgtEl>
                                          <p:spTgt spid="3">
                                            <p:txEl>
                                              <p:pRg st="2" end="2"/>
                                            </p:txEl>
                                          </p:spTgt>
                                        </p:tgtEl>
                                      </p:cBhvr>
                                      <p:to x="100000" y="100000"/>
                                    </p:animScale>
                                    <p:animScale>
                                      <p:cBhvr>
                                        <p:cTn id="58" dur="26">
                                          <p:stCondLst>
                                            <p:cond delay="1808"/>
                                          </p:stCondLst>
                                        </p:cTn>
                                        <p:tgtEl>
                                          <p:spTgt spid="3">
                                            <p:txEl>
                                              <p:pRg st="2" end="2"/>
                                            </p:txEl>
                                          </p:spTgt>
                                        </p:tgtEl>
                                      </p:cBhvr>
                                      <p:to x="100000" y="95000"/>
                                    </p:animScale>
                                    <p:animScale>
                                      <p:cBhvr>
                                        <p:cTn id="59" dur="166" decel="50000">
                                          <p:stCondLst>
                                            <p:cond delay="1834"/>
                                          </p:stCondLst>
                                        </p:cTn>
                                        <p:tgtEl>
                                          <p:spTgt spid="3">
                                            <p:txEl>
                                              <p:pRg st="2" end="2"/>
                                            </p:txEl>
                                          </p:spTgt>
                                        </p:tgtEl>
                                      </p:cBhvr>
                                      <p:to x="100000" y="100000"/>
                                    </p:animScale>
                                  </p:childTnLst>
                                </p:cTn>
                              </p:par>
                              <p:par>
                                <p:cTn id="60" presetID="26" presetClass="entr" presetSubtype="0" fill="hold" grpId="0" nodeType="withEffect">
                                  <p:stCondLst>
                                    <p:cond delay="0"/>
                                  </p:stCondLst>
                                  <p:childTnLst>
                                    <p:set>
                                      <p:cBhvr>
                                        <p:cTn id="61" dur="1" fill="hold">
                                          <p:stCondLst>
                                            <p:cond delay="0"/>
                                          </p:stCondLst>
                                        </p:cTn>
                                        <p:tgtEl>
                                          <p:spTgt spid="3">
                                            <p:txEl>
                                              <p:pRg st="3" end="3"/>
                                            </p:txEl>
                                          </p:spTgt>
                                        </p:tgtEl>
                                        <p:attrNameLst>
                                          <p:attrName>style.visibility</p:attrName>
                                        </p:attrNameLst>
                                      </p:cBhvr>
                                      <p:to>
                                        <p:strVal val="visible"/>
                                      </p:to>
                                    </p:set>
                                    <p:animEffect transition="in" filter="wipe(down)">
                                      <p:cBhvr>
                                        <p:cTn id="62" dur="580">
                                          <p:stCondLst>
                                            <p:cond delay="0"/>
                                          </p:stCondLst>
                                        </p:cTn>
                                        <p:tgtEl>
                                          <p:spTgt spid="3">
                                            <p:txEl>
                                              <p:pRg st="3" end="3"/>
                                            </p:txEl>
                                          </p:spTgt>
                                        </p:tgtEl>
                                      </p:cBhvr>
                                    </p:animEffect>
                                    <p:anim calcmode="lin" valueType="num">
                                      <p:cBhvr>
                                        <p:cTn id="63"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8" dur="26">
                                          <p:stCondLst>
                                            <p:cond delay="650"/>
                                          </p:stCondLst>
                                        </p:cTn>
                                        <p:tgtEl>
                                          <p:spTgt spid="3">
                                            <p:txEl>
                                              <p:pRg st="3" end="3"/>
                                            </p:txEl>
                                          </p:spTgt>
                                        </p:tgtEl>
                                      </p:cBhvr>
                                      <p:to x="100000" y="60000"/>
                                    </p:animScale>
                                    <p:animScale>
                                      <p:cBhvr>
                                        <p:cTn id="69" dur="166" decel="50000">
                                          <p:stCondLst>
                                            <p:cond delay="676"/>
                                          </p:stCondLst>
                                        </p:cTn>
                                        <p:tgtEl>
                                          <p:spTgt spid="3">
                                            <p:txEl>
                                              <p:pRg st="3" end="3"/>
                                            </p:txEl>
                                          </p:spTgt>
                                        </p:tgtEl>
                                      </p:cBhvr>
                                      <p:to x="100000" y="100000"/>
                                    </p:animScale>
                                    <p:animScale>
                                      <p:cBhvr>
                                        <p:cTn id="70" dur="26">
                                          <p:stCondLst>
                                            <p:cond delay="1312"/>
                                          </p:stCondLst>
                                        </p:cTn>
                                        <p:tgtEl>
                                          <p:spTgt spid="3">
                                            <p:txEl>
                                              <p:pRg st="3" end="3"/>
                                            </p:txEl>
                                          </p:spTgt>
                                        </p:tgtEl>
                                      </p:cBhvr>
                                      <p:to x="100000" y="80000"/>
                                    </p:animScale>
                                    <p:animScale>
                                      <p:cBhvr>
                                        <p:cTn id="71" dur="166" decel="50000">
                                          <p:stCondLst>
                                            <p:cond delay="1338"/>
                                          </p:stCondLst>
                                        </p:cTn>
                                        <p:tgtEl>
                                          <p:spTgt spid="3">
                                            <p:txEl>
                                              <p:pRg st="3" end="3"/>
                                            </p:txEl>
                                          </p:spTgt>
                                        </p:tgtEl>
                                      </p:cBhvr>
                                      <p:to x="100000" y="100000"/>
                                    </p:animScale>
                                    <p:animScale>
                                      <p:cBhvr>
                                        <p:cTn id="72" dur="26">
                                          <p:stCondLst>
                                            <p:cond delay="1642"/>
                                          </p:stCondLst>
                                        </p:cTn>
                                        <p:tgtEl>
                                          <p:spTgt spid="3">
                                            <p:txEl>
                                              <p:pRg st="3" end="3"/>
                                            </p:txEl>
                                          </p:spTgt>
                                        </p:tgtEl>
                                      </p:cBhvr>
                                      <p:to x="100000" y="90000"/>
                                    </p:animScale>
                                    <p:animScale>
                                      <p:cBhvr>
                                        <p:cTn id="73" dur="166" decel="50000">
                                          <p:stCondLst>
                                            <p:cond delay="1668"/>
                                          </p:stCondLst>
                                        </p:cTn>
                                        <p:tgtEl>
                                          <p:spTgt spid="3">
                                            <p:txEl>
                                              <p:pRg st="3" end="3"/>
                                            </p:txEl>
                                          </p:spTgt>
                                        </p:tgtEl>
                                      </p:cBhvr>
                                      <p:to x="100000" y="100000"/>
                                    </p:animScale>
                                    <p:animScale>
                                      <p:cBhvr>
                                        <p:cTn id="74" dur="26">
                                          <p:stCondLst>
                                            <p:cond delay="1808"/>
                                          </p:stCondLst>
                                        </p:cTn>
                                        <p:tgtEl>
                                          <p:spTgt spid="3">
                                            <p:txEl>
                                              <p:pRg st="3" end="3"/>
                                            </p:txEl>
                                          </p:spTgt>
                                        </p:tgtEl>
                                      </p:cBhvr>
                                      <p:to x="100000" y="95000"/>
                                    </p:animScale>
                                    <p:animScale>
                                      <p:cBhvr>
                                        <p:cTn id="75" dur="166" decel="50000">
                                          <p:stCondLst>
                                            <p:cond delay="1834"/>
                                          </p:stCondLst>
                                        </p:cTn>
                                        <p:tgtEl>
                                          <p:spTgt spid="3">
                                            <p:txEl>
                                              <p:pRg st="3" end="3"/>
                                            </p:txEl>
                                          </p:spTgt>
                                        </p:tgtEl>
                                      </p:cBhvr>
                                      <p:to x="100000" y="100000"/>
                                    </p:animScale>
                                  </p:childTnLst>
                                </p:cTn>
                              </p:par>
                              <p:par>
                                <p:cTn id="76" presetID="26" presetClass="entr" presetSubtype="0" fill="hold" grpId="0" nodeType="withEffect">
                                  <p:stCondLst>
                                    <p:cond delay="0"/>
                                  </p:stCondLst>
                                  <p:childTnLst>
                                    <p:set>
                                      <p:cBhvr>
                                        <p:cTn id="77" dur="1" fill="hold">
                                          <p:stCondLst>
                                            <p:cond delay="0"/>
                                          </p:stCondLst>
                                        </p:cTn>
                                        <p:tgtEl>
                                          <p:spTgt spid="3">
                                            <p:txEl>
                                              <p:pRg st="4" end="4"/>
                                            </p:txEl>
                                          </p:spTgt>
                                        </p:tgtEl>
                                        <p:attrNameLst>
                                          <p:attrName>style.visibility</p:attrName>
                                        </p:attrNameLst>
                                      </p:cBhvr>
                                      <p:to>
                                        <p:strVal val="visible"/>
                                      </p:to>
                                    </p:set>
                                    <p:animEffect transition="in" filter="wipe(down)">
                                      <p:cBhvr>
                                        <p:cTn id="78" dur="580">
                                          <p:stCondLst>
                                            <p:cond delay="0"/>
                                          </p:stCondLst>
                                        </p:cTn>
                                        <p:tgtEl>
                                          <p:spTgt spid="3">
                                            <p:txEl>
                                              <p:pRg st="4" end="4"/>
                                            </p:txEl>
                                          </p:spTgt>
                                        </p:tgtEl>
                                      </p:cBhvr>
                                    </p:animEffect>
                                    <p:anim calcmode="lin" valueType="num">
                                      <p:cBhvr>
                                        <p:cTn id="79"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0"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1"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2"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3"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4" dur="26">
                                          <p:stCondLst>
                                            <p:cond delay="650"/>
                                          </p:stCondLst>
                                        </p:cTn>
                                        <p:tgtEl>
                                          <p:spTgt spid="3">
                                            <p:txEl>
                                              <p:pRg st="4" end="4"/>
                                            </p:txEl>
                                          </p:spTgt>
                                        </p:tgtEl>
                                      </p:cBhvr>
                                      <p:to x="100000" y="60000"/>
                                    </p:animScale>
                                    <p:animScale>
                                      <p:cBhvr>
                                        <p:cTn id="85" dur="166" decel="50000">
                                          <p:stCondLst>
                                            <p:cond delay="676"/>
                                          </p:stCondLst>
                                        </p:cTn>
                                        <p:tgtEl>
                                          <p:spTgt spid="3">
                                            <p:txEl>
                                              <p:pRg st="4" end="4"/>
                                            </p:txEl>
                                          </p:spTgt>
                                        </p:tgtEl>
                                      </p:cBhvr>
                                      <p:to x="100000" y="100000"/>
                                    </p:animScale>
                                    <p:animScale>
                                      <p:cBhvr>
                                        <p:cTn id="86" dur="26">
                                          <p:stCondLst>
                                            <p:cond delay="1312"/>
                                          </p:stCondLst>
                                        </p:cTn>
                                        <p:tgtEl>
                                          <p:spTgt spid="3">
                                            <p:txEl>
                                              <p:pRg st="4" end="4"/>
                                            </p:txEl>
                                          </p:spTgt>
                                        </p:tgtEl>
                                      </p:cBhvr>
                                      <p:to x="100000" y="80000"/>
                                    </p:animScale>
                                    <p:animScale>
                                      <p:cBhvr>
                                        <p:cTn id="87" dur="166" decel="50000">
                                          <p:stCondLst>
                                            <p:cond delay="1338"/>
                                          </p:stCondLst>
                                        </p:cTn>
                                        <p:tgtEl>
                                          <p:spTgt spid="3">
                                            <p:txEl>
                                              <p:pRg st="4" end="4"/>
                                            </p:txEl>
                                          </p:spTgt>
                                        </p:tgtEl>
                                      </p:cBhvr>
                                      <p:to x="100000" y="100000"/>
                                    </p:animScale>
                                    <p:animScale>
                                      <p:cBhvr>
                                        <p:cTn id="88" dur="26">
                                          <p:stCondLst>
                                            <p:cond delay="1642"/>
                                          </p:stCondLst>
                                        </p:cTn>
                                        <p:tgtEl>
                                          <p:spTgt spid="3">
                                            <p:txEl>
                                              <p:pRg st="4" end="4"/>
                                            </p:txEl>
                                          </p:spTgt>
                                        </p:tgtEl>
                                      </p:cBhvr>
                                      <p:to x="100000" y="90000"/>
                                    </p:animScale>
                                    <p:animScale>
                                      <p:cBhvr>
                                        <p:cTn id="89" dur="166" decel="50000">
                                          <p:stCondLst>
                                            <p:cond delay="1668"/>
                                          </p:stCondLst>
                                        </p:cTn>
                                        <p:tgtEl>
                                          <p:spTgt spid="3">
                                            <p:txEl>
                                              <p:pRg st="4" end="4"/>
                                            </p:txEl>
                                          </p:spTgt>
                                        </p:tgtEl>
                                      </p:cBhvr>
                                      <p:to x="100000" y="100000"/>
                                    </p:animScale>
                                    <p:animScale>
                                      <p:cBhvr>
                                        <p:cTn id="90" dur="26">
                                          <p:stCondLst>
                                            <p:cond delay="1808"/>
                                          </p:stCondLst>
                                        </p:cTn>
                                        <p:tgtEl>
                                          <p:spTgt spid="3">
                                            <p:txEl>
                                              <p:pRg st="4" end="4"/>
                                            </p:txEl>
                                          </p:spTgt>
                                        </p:tgtEl>
                                      </p:cBhvr>
                                      <p:to x="100000" y="95000"/>
                                    </p:animScale>
                                    <p:animScale>
                                      <p:cBhvr>
                                        <p:cTn id="91" dur="166" decel="50000">
                                          <p:stCondLst>
                                            <p:cond delay="1834"/>
                                          </p:stCondLst>
                                        </p:cTn>
                                        <p:tgtEl>
                                          <p:spTgt spid="3">
                                            <p:txEl>
                                              <p:pRg st="4" end="4"/>
                                            </p:txEl>
                                          </p:spTgt>
                                        </p:tgtEl>
                                      </p:cBhvr>
                                      <p:to x="100000" y="100000"/>
                                    </p:animScale>
                                  </p:childTnLst>
                                </p:cTn>
                              </p:par>
                              <p:par>
                                <p:cTn id="92" presetID="26" presetClass="entr" presetSubtype="0" fill="hold" grpId="0" nodeType="withEffect">
                                  <p:stCondLst>
                                    <p:cond delay="0"/>
                                  </p:stCondLst>
                                  <p:childTnLst>
                                    <p:set>
                                      <p:cBhvr>
                                        <p:cTn id="93" dur="1" fill="hold">
                                          <p:stCondLst>
                                            <p:cond delay="0"/>
                                          </p:stCondLst>
                                        </p:cTn>
                                        <p:tgtEl>
                                          <p:spTgt spid="3">
                                            <p:txEl>
                                              <p:pRg st="5" end="5"/>
                                            </p:txEl>
                                          </p:spTgt>
                                        </p:tgtEl>
                                        <p:attrNameLst>
                                          <p:attrName>style.visibility</p:attrName>
                                        </p:attrNameLst>
                                      </p:cBhvr>
                                      <p:to>
                                        <p:strVal val="visible"/>
                                      </p:to>
                                    </p:set>
                                    <p:animEffect transition="in" filter="wipe(down)">
                                      <p:cBhvr>
                                        <p:cTn id="94" dur="580">
                                          <p:stCondLst>
                                            <p:cond delay="0"/>
                                          </p:stCondLst>
                                        </p:cTn>
                                        <p:tgtEl>
                                          <p:spTgt spid="3">
                                            <p:txEl>
                                              <p:pRg st="5" end="5"/>
                                            </p:txEl>
                                          </p:spTgt>
                                        </p:tgtEl>
                                      </p:cBhvr>
                                    </p:animEffect>
                                    <p:anim calcmode="lin" valueType="num">
                                      <p:cBhvr>
                                        <p:cTn id="95"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6"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97"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98"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99"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00" dur="26">
                                          <p:stCondLst>
                                            <p:cond delay="650"/>
                                          </p:stCondLst>
                                        </p:cTn>
                                        <p:tgtEl>
                                          <p:spTgt spid="3">
                                            <p:txEl>
                                              <p:pRg st="5" end="5"/>
                                            </p:txEl>
                                          </p:spTgt>
                                        </p:tgtEl>
                                      </p:cBhvr>
                                      <p:to x="100000" y="60000"/>
                                    </p:animScale>
                                    <p:animScale>
                                      <p:cBhvr>
                                        <p:cTn id="101" dur="166" decel="50000">
                                          <p:stCondLst>
                                            <p:cond delay="676"/>
                                          </p:stCondLst>
                                        </p:cTn>
                                        <p:tgtEl>
                                          <p:spTgt spid="3">
                                            <p:txEl>
                                              <p:pRg st="5" end="5"/>
                                            </p:txEl>
                                          </p:spTgt>
                                        </p:tgtEl>
                                      </p:cBhvr>
                                      <p:to x="100000" y="100000"/>
                                    </p:animScale>
                                    <p:animScale>
                                      <p:cBhvr>
                                        <p:cTn id="102" dur="26">
                                          <p:stCondLst>
                                            <p:cond delay="1312"/>
                                          </p:stCondLst>
                                        </p:cTn>
                                        <p:tgtEl>
                                          <p:spTgt spid="3">
                                            <p:txEl>
                                              <p:pRg st="5" end="5"/>
                                            </p:txEl>
                                          </p:spTgt>
                                        </p:tgtEl>
                                      </p:cBhvr>
                                      <p:to x="100000" y="80000"/>
                                    </p:animScale>
                                    <p:animScale>
                                      <p:cBhvr>
                                        <p:cTn id="103" dur="166" decel="50000">
                                          <p:stCondLst>
                                            <p:cond delay="1338"/>
                                          </p:stCondLst>
                                        </p:cTn>
                                        <p:tgtEl>
                                          <p:spTgt spid="3">
                                            <p:txEl>
                                              <p:pRg st="5" end="5"/>
                                            </p:txEl>
                                          </p:spTgt>
                                        </p:tgtEl>
                                      </p:cBhvr>
                                      <p:to x="100000" y="100000"/>
                                    </p:animScale>
                                    <p:animScale>
                                      <p:cBhvr>
                                        <p:cTn id="104" dur="26">
                                          <p:stCondLst>
                                            <p:cond delay="1642"/>
                                          </p:stCondLst>
                                        </p:cTn>
                                        <p:tgtEl>
                                          <p:spTgt spid="3">
                                            <p:txEl>
                                              <p:pRg st="5" end="5"/>
                                            </p:txEl>
                                          </p:spTgt>
                                        </p:tgtEl>
                                      </p:cBhvr>
                                      <p:to x="100000" y="90000"/>
                                    </p:animScale>
                                    <p:animScale>
                                      <p:cBhvr>
                                        <p:cTn id="105" dur="166" decel="50000">
                                          <p:stCondLst>
                                            <p:cond delay="1668"/>
                                          </p:stCondLst>
                                        </p:cTn>
                                        <p:tgtEl>
                                          <p:spTgt spid="3">
                                            <p:txEl>
                                              <p:pRg st="5" end="5"/>
                                            </p:txEl>
                                          </p:spTgt>
                                        </p:tgtEl>
                                      </p:cBhvr>
                                      <p:to x="100000" y="100000"/>
                                    </p:animScale>
                                    <p:animScale>
                                      <p:cBhvr>
                                        <p:cTn id="106" dur="26">
                                          <p:stCondLst>
                                            <p:cond delay="1808"/>
                                          </p:stCondLst>
                                        </p:cTn>
                                        <p:tgtEl>
                                          <p:spTgt spid="3">
                                            <p:txEl>
                                              <p:pRg st="5" end="5"/>
                                            </p:txEl>
                                          </p:spTgt>
                                        </p:tgtEl>
                                      </p:cBhvr>
                                      <p:to x="100000" y="95000"/>
                                    </p:animScale>
                                    <p:animScale>
                                      <p:cBhvr>
                                        <p:cTn id="107" dur="166" decel="50000">
                                          <p:stCondLst>
                                            <p:cond delay="1834"/>
                                          </p:stCondLst>
                                        </p:cTn>
                                        <p:tgtEl>
                                          <p:spTgt spid="3">
                                            <p:txEl>
                                              <p:pRg st="5" end="5"/>
                                            </p:txEl>
                                          </p:spTgt>
                                        </p:tgtEl>
                                      </p:cBhvr>
                                      <p:to x="100000" y="100000"/>
                                    </p:animScale>
                                  </p:childTnLst>
                                </p:cTn>
                              </p:par>
                              <p:par>
                                <p:cTn id="108" presetID="26" presetClass="entr" presetSubtype="0" fill="hold" grpId="0" nodeType="withEffect">
                                  <p:stCondLst>
                                    <p:cond delay="0"/>
                                  </p:stCondLst>
                                  <p:childTnLst>
                                    <p:set>
                                      <p:cBhvr>
                                        <p:cTn id="109" dur="1" fill="hold">
                                          <p:stCondLst>
                                            <p:cond delay="0"/>
                                          </p:stCondLst>
                                        </p:cTn>
                                        <p:tgtEl>
                                          <p:spTgt spid="3">
                                            <p:txEl>
                                              <p:pRg st="6" end="6"/>
                                            </p:txEl>
                                          </p:spTgt>
                                        </p:tgtEl>
                                        <p:attrNameLst>
                                          <p:attrName>style.visibility</p:attrName>
                                        </p:attrNameLst>
                                      </p:cBhvr>
                                      <p:to>
                                        <p:strVal val="visible"/>
                                      </p:to>
                                    </p:set>
                                    <p:animEffect transition="in" filter="wipe(down)">
                                      <p:cBhvr>
                                        <p:cTn id="110" dur="580">
                                          <p:stCondLst>
                                            <p:cond delay="0"/>
                                          </p:stCondLst>
                                        </p:cTn>
                                        <p:tgtEl>
                                          <p:spTgt spid="3">
                                            <p:txEl>
                                              <p:pRg st="6" end="6"/>
                                            </p:txEl>
                                          </p:spTgt>
                                        </p:tgtEl>
                                      </p:cBhvr>
                                    </p:animEffect>
                                    <p:anim calcmode="lin" valueType="num">
                                      <p:cBhvr>
                                        <p:cTn id="111"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12"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13"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14"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15"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16" dur="26">
                                          <p:stCondLst>
                                            <p:cond delay="650"/>
                                          </p:stCondLst>
                                        </p:cTn>
                                        <p:tgtEl>
                                          <p:spTgt spid="3">
                                            <p:txEl>
                                              <p:pRg st="6" end="6"/>
                                            </p:txEl>
                                          </p:spTgt>
                                        </p:tgtEl>
                                      </p:cBhvr>
                                      <p:to x="100000" y="60000"/>
                                    </p:animScale>
                                    <p:animScale>
                                      <p:cBhvr>
                                        <p:cTn id="117" dur="166" decel="50000">
                                          <p:stCondLst>
                                            <p:cond delay="676"/>
                                          </p:stCondLst>
                                        </p:cTn>
                                        <p:tgtEl>
                                          <p:spTgt spid="3">
                                            <p:txEl>
                                              <p:pRg st="6" end="6"/>
                                            </p:txEl>
                                          </p:spTgt>
                                        </p:tgtEl>
                                      </p:cBhvr>
                                      <p:to x="100000" y="100000"/>
                                    </p:animScale>
                                    <p:animScale>
                                      <p:cBhvr>
                                        <p:cTn id="118" dur="26">
                                          <p:stCondLst>
                                            <p:cond delay="1312"/>
                                          </p:stCondLst>
                                        </p:cTn>
                                        <p:tgtEl>
                                          <p:spTgt spid="3">
                                            <p:txEl>
                                              <p:pRg st="6" end="6"/>
                                            </p:txEl>
                                          </p:spTgt>
                                        </p:tgtEl>
                                      </p:cBhvr>
                                      <p:to x="100000" y="80000"/>
                                    </p:animScale>
                                    <p:animScale>
                                      <p:cBhvr>
                                        <p:cTn id="119" dur="166" decel="50000">
                                          <p:stCondLst>
                                            <p:cond delay="1338"/>
                                          </p:stCondLst>
                                        </p:cTn>
                                        <p:tgtEl>
                                          <p:spTgt spid="3">
                                            <p:txEl>
                                              <p:pRg st="6" end="6"/>
                                            </p:txEl>
                                          </p:spTgt>
                                        </p:tgtEl>
                                      </p:cBhvr>
                                      <p:to x="100000" y="100000"/>
                                    </p:animScale>
                                    <p:animScale>
                                      <p:cBhvr>
                                        <p:cTn id="120" dur="26">
                                          <p:stCondLst>
                                            <p:cond delay="1642"/>
                                          </p:stCondLst>
                                        </p:cTn>
                                        <p:tgtEl>
                                          <p:spTgt spid="3">
                                            <p:txEl>
                                              <p:pRg st="6" end="6"/>
                                            </p:txEl>
                                          </p:spTgt>
                                        </p:tgtEl>
                                      </p:cBhvr>
                                      <p:to x="100000" y="90000"/>
                                    </p:animScale>
                                    <p:animScale>
                                      <p:cBhvr>
                                        <p:cTn id="121" dur="166" decel="50000">
                                          <p:stCondLst>
                                            <p:cond delay="1668"/>
                                          </p:stCondLst>
                                        </p:cTn>
                                        <p:tgtEl>
                                          <p:spTgt spid="3">
                                            <p:txEl>
                                              <p:pRg st="6" end="6"/>
                                            </p:txEl>
                                          </p:spTgt>
                                        </p:tgtEl>
                                      </p:cBhvr>
                                      <p:to x="100000" y="100000"/>
                                    </p:animScale>
                                    <p:animScale>
                                      <p:cBhvr>
                                        <p:cTn id="122" dur="26">
                                          <p:stCondLst>
                                            <p:cond delay="1808"/>
                                          </p:stCondLst>
                                        </p:cTn>
                                        <p:tgtEl>
                                          <p:spTgt spid="3">
                                            <p:txEl>
                                              <p:pRg st="6" end="6"/>
                                            </p:txEl>
                                          </p:spTgt>
                                        </p:tgtEl>
                                      </p:cBhvr>
                                      <p:to x="100000" y="95000"/>
                                    </p:animScale>
                                    <p:animScale>
                                      <p:cBhvr>
                                        <p:cTn id="123" dur="166" decel="50000">
                                          <p:stCondLst>
                                            <p:cond delay="1834"/>
                                          </p:stCondLst>
                                        </p:cTn>
                                        <p:tgtEl>
                                          <p:spTgt spid="3">
                                            <p:txEl>
                                              <p:pRg st="6" end="6"/>
                                            </p:txEl>
                                          </p:spTgt>
                                        </p:tgtEl>
                                      </p:cBhvr>
                                      <p:to x="100000" y="100000"/>
                                    </p:animScale>
                                  </p:childTnLst>
                                </p:cTn>
                              </p:par>
                              <p:par>
                                <p:cTn id="124" presetID="26" presetClass="entr" presetSubtype="0" fill="hold" grpId="0" nodeType="withEffect">
                                  <p:stCondLst>
                                    <p:cond delay="0"/>
                                  </p:stCondLst>
                                  <p:childTnLst>
                                    <p:set>
                                      <p:cBhvr>
                                        <p:cTn id="125" dur="1" fill="hold">
                                          <p:stCondLst>
                                            <p:cond delay="0"/>
                                          </p:stCondLst>
                                        </p:cTn>
                                        <p:tgtEl>
                                          <p:spTgt spid="3">
                                            <p:txEl>
                                              <p:pRg st="7" end="7"/>
                                            </p:txEl>
                                          </p:spTgt>
                                        </p:tgtEl>
                                        <p:attrNameLst>
                                          <p:attrName>style.visibility</p:attrName>
                                        </p:attrNameLst>
                                      </p:cBhvr>
                                      <p:to>
                                        <p:strVal val="visible"/>
                                      </p:to>
                                    </p:set>
                                    <p:animEffect transition="in" filter="wipe(down)">
                                      <p:cBhvr>
                                        <p:cTn id="126" dur="580">
                                          <p:stCondLst>
                                            <p:cond delay="0"/>
                                          </p:stCondLst>
                                        </p:cTn>
                                        <p:tgtEl>
                                          <p:spTgt spid="3">
                                            <p:txEl>
                                              <p:pRg st="7" end="7"/>
                                            </p:txEl>
                                          </p:spTgt>
                                        </p:tgtEl>
                                      </p:cBhvr>
                                    </p:animEffect>
                                    <p:anim calcmode="lin" valueType="num">
                                      <p:cBhvr>
                                        <p:cTn id="127"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28"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29"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30"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31"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32" dur="26">
                                          <p:stCondLst>
                                            <p:cond delay="650"/>
                                          </p:stCondLst>
                                        </p:cTn>
                                        <p:tgtEl>
                                          <p:spTgt spid="3">
                                            <p:txEl>
                                              <p:pRg st="7" end="7"/>
                                            </p:txEl>
                                          </p:spTgt>
                                        </p:tgtEl>
                                      </p:cBhvr>
                                      <p:to x="100000" y="60000"/>
                                    </p:animScale>
                                    <p:animScale>
                                      <p:cBhvr>
                                        <p:cTn id="133" dur="166" decel="50000">
                                          <p:stCondLst>
                                            <p:cond delay="676"/>
                                          </p:stCondLst>
                                        </p:cTn>
                                        <p:tgtEl>
                                          <p:spTgt spid="3">
                                            <p:txEl>
                                              <p:pRg st="7" end="7"/>
                                            </p:txEl>
                                          </p:spTgt>
                                        </p:tgtEl>
                                      </p:cBhvr>
                                      <p:to x="100000" y="100000"/>
                                    </p:animScale>
                                    <p:animScale>
                                      <p:cBhvr>
                                        <p:cTn id="134" dur="26">
                                          <p:stCondLst>
                                            <p:cond delay="1312"/>
                                          </p:stCondLst>
                                        </p:cTn>
                                        <p:tgtEl>
                                          <p:spTgt spid="3">
                                            <p:txEl>
                                              <p:pRg st="7" end="7"/>
                                            </p:txEl>
                                          </p:spTgt>
                                        </p:tgtEl>
                                      </p:cBhvr>
                                      <p:to x="100000" y="80000"/>
                                    </p:animScale>
                                    <p:animScale>
                                      <p:cBhvr>
                                        <p:cTn id="135" dur="166" decel="50000">
                                          <p:stCondLst>
                                            <p:cond delay="1338"/>
                                          </p:stCondLst>
                                        </p:cTn>
                                        <p:tgtEl>
                                          <p:spTgt spid="3">
                                            <p:txEl>
                                              <p:pRg st="7" end="7"/>
                                            </p:txEl>
                                          </p:spTgt>
                                        </p:tgtEl>
                                      </p:cBhvr>
                                      <p:to x="100000" y="100000"/>
                                    </p:animScale>
                                    <p:animScale>
                                      <p:cBhvr>
                                        <p:cTn id="136" dur="26">
                                          <p:stCondLst>
                                            <p:cond delay="1642"/>
                                          </p:stCondLst>
                                        </p:cTn>
                                        <p:tgtEl>
                                          <p:spTgt spid="3">
                                            <p:txEl>
                                              <p:pRg st="7" end="7"/>
                                            </p:txEl>
                                          </p:spTgt>
                                        </p:tgtEl>
                                      </p:cBhvr>
                                      <p:to x="100000" y="90000"/>
                                    </p:animScale>
                                    <p:animScale>
                                      <p:cBhvr>
                                        <p:cTn id="137" dur="166" decel="50000">
                                          <p:stCondLst>
                                            <p:cond delay="1668"/>
                                          </p:stCondLst>
                                        </p:cTn>
                                        <p:tgtEl>
                                          <p:spTgt spid="3">
                                            <p:txEl>
                                              <p:pRg st="7" end="7"/>
                                            </p:txEl>
                                          </p:spTgt>
                                        </p:tgtEl>
                                      </p:cBhvr>
                                      <p:to x="100000" y="100000"/>
                                    </p:animScale>
                                    <p:animScale>
                                      <p:cBhvr>
                                        <p:cTn id="138" dur="26">
                                          <p:stCondLst>
                                            <p:cond delay="1808"/>
                                          </p:stCondLst>
                                        </p:cTn>
                                        <p:tgtEl>
                                          <p:spTgt spid="3">
                                            <p:txEl>
                                              <p:pRg st="7" end="7"/>
                                            </p:txEl>
                                          </p:spTgt>
                                        </p:tgtEl>
                                      </p:cBhvr>
                                      <p:to x="100000" y="95000"/>
                                    </p:animScale>
                                    <p:animScale>
                                      <p:cBhvr>
                                        <p:cTn id="139" dur="166" decel="50000">
                                          <p:stCondLst>
                                            <p:cond delay="1834"/>
                                          </p:stCondLst>
                                        </p:cTn>
                                        <p:tgtEl>
                                          <p:spTgt spid="3">
                                            <p:txEl>
                                              <p:pRg st="7" end="7"/>
                                            </p:txEl>
                                          </p:spTgt>
                                        </p:tgtEl>
                                      </p:cBhvr>
                                      <p:to x="100000" y="100000"/>
                                    </p:animScale>
                                  </p:childTnLst>
                                </p:cTn>
                              </p:par>
                              <p:par>
                                <p:cTn id="140" presetID="26" presetClass="entr" presetSubtype="0" fill="hold" grpId="0" nodeType="withEffect">
                                  <p:stCondLst>
                                    <p:cond delay="0"/>
                                  </p:stCondLst>
                                  <p:childTnLst>
                                    <p:set>
                                      <p:cBhvr>
                                        <p:cTn id="141" dur="1" fill="hold">
                                          <p:stCondLst>
                                            <p:cond delay="0"/>
                                          </p:stCondLst>
                                        </p:cTn>
                                        <p:tgtEl>
                                          <p:spTgt spid="3">
                                            <p:txEl>
                                              <p:pRg st="8" end="8"/>
                                            </p:txEl>
                                          </p:spTgt>
                                        </p:tgtEl>
                                        <p:attrNameLst>
                                          <p:attrName>style.visibility</p:attrName>
                                        </p:attrNameLst>
                                      </p:cBhvr>
                                      <p:to>
                                        <p:strVal val="visible"/>
                                      </p:to>
                                    </p:set>
                                    <p:animEffect transition="in" filter="wipe(down)">
                                      <p:cBhvr>
                                        <p:cTn id="142" dur="580">
                                          <p:stCondLst>
                                            <p:cond delay="0"/>
                                          </p:stCondLst>
                                        </p:cTn>
                                        <p:tgtEl>
                                          <p:spTgt spid="3">
                                            <p:txEl>
                                              <p:pRg st="8" end="8"/>
                                            </p:txEl>
                                          </p:spTgt>
                                        </p:tgtEl>
                                      </p:cBhvr>
                                    </p:animEffect>
                                    <p:anim calcmode="lin" valueType="num">
                                      <p:cBhvr>
                                        <p:cTn id="143" dur="1822" tmFilter="0,0; 0.14,0.36; 0.43,0.73; 0.71,0.91; 1.0,1.0">
                                          <p:stCondLst>
                                            <p:cond delay="0"/>
                                          </p:stCondLst>
                                        </p:cTn>
                                        <p:tgtEl>
                                          <p:spTgt spid="3">
                                            <p:txEl>
                                              <p:pRg st="8" end="8"/>
                                            </p:txEl>
                                          </p:spTgt>
                                        </p:tgtEl>
                                        <p:attrNameLst>
                                          <p:attrName>ppt_x</p:attrName>
                                        </p:attrNameLst>
                                      </p:cBhvr>
                                      <p:tavLst>
                                        <p:tav tm="0">
                                          <p:val>
                                            <p:strVal val="#ppt_x-0.25"/>
                                          </p:val>
                                        </p:tav>
                                        <p:tav tm="100000">
                                          <p:val>
                                            <p:strVal val="#ppt_x"/>
                                          </p:val>
                                        </p:tav>
                                      </p:tavLst>
                                    </p:anim>
                                    <p:anim calcmode="lin" valueType="num">
                                      <p:cBhvr>
                                        <p:cTn id="144" dur="664" tmFilter="0.0,0.0; 0.25,0.07; 0.50,0.2; 0.75,0.467; 1.0,1.0">
                                          <p:stCondLst>
                                            <p:cond delay="0"/>
                                          </p:stCondLst>
                                        </p:cTn>
                                        <p:tgtEl>
                                          <p:spTgt spid="3">
                                            <p:txEl>
                                              <p:pRg st="8" end="8"/>
                                            </p:txEl>
                                          </p:spTgt>
                                        </p:tgtEl>
                                        <p:attrNameLst>
                                          <p:attrName>ppt_y</p:attrName>
                                        </p:attrNameLst>
                                      </p:cBhvr>
                                      <p:tavLst>
                                        <p:tav tm="0" fmla="#ppt_y-sin(pi*$)/3">
                                          <p:val>
                                            <p:fltVal val="0.5"/>
                                          </p:val>
                                        </p:tav>
                                        <p:tav tm="100000">
                                          <p:val>
                                            <p:fltVal val="1"/>
                                          </p:val>
                                        </p:tav>
                                      </p:tavLst>
                                    </p:anim>
                                    <p:anim calcmode="lin" valueType="num">
                                      <p:cBhvr>
                                        <p:cTn id="145" dur="664" tmFilter="0, 0; 0.125,0.2665; 0.25,0.4; 0.375,0.465; 0.5,0.5;  0.625,0.535; 0.75,0.6; 0.875,0.7335; 1,1">
                                          <p:stCondLst>
                                            <p:cond delay="664"/>
                                          </p:stCondLst>
                                        </p:cTn>
                                        <p:tgtEl>
                                          <p:spTgt spid="3">
                                            <p:txEl>
                                              <p:pRg st="8" end="8"/>
                                            </p:txEl>
                                          </p:spTgt>
                                        </p:tgtEl>
                                        <p:attrNameLst>
                                          <p:attrName>ppt_y</p:attrName>
                                        </p:attrNameLst>
                                      </p:cBhvr>
                                      <p:tavLst>
                                        <p:tav tm="0" fmla="#ppt_y-sin(pi*$)/9">
                                          <p:val>
                                            <p:fltVal val="0"/>
                                          </p:val>
                                        </p:tav>
                                        <p:tav tm="100000">
                                          <p:val>
                                            <p:fltVal val="1"/>
                                          </p:val>
                                        </p:tav>
                                      </p:tavLst>
                                    </p:anim>
                                    <p:anim calcmode="lin" valueType="num">
                                      <p:cBhvr>
                                        <p:cTn id="146" dur="332" tmFilter="0, 0; 0.125,0.2665; 0.25,0.4; 0.375,0.465; 0.5,0.5;  0.625,0.535; 0.75,0.6; 0.875,0.7335; 1,1">
                                          <p:stCondLst>
                                            <p:cond delay="1324"/>
                                          </p:stCondLst>
                                        </p:cTn>
                                        <p:tgtEl>
                                          <p:spTgt spid="3">
                                            <p:txEl>
                                              <p:pRg st="8" end="8"/>
                                            </p:txEl>
                                          </p:spTgt>
                                        </p:tgtEl>
                                        <p:attrNameLst>
                                          <p:attrName>ppt_y</p:attrName>
                                        </p:attrNameLst>
                                      </p:cBhvr>
                                      <p:tavLst>
                                        <p:tav tm="0" fmla="#ppt_y-sin(pi*$)/27">
                                          <p:val>
                                            <p:fltVal val="0"/>
                                          </p:val>
                                        </p:tav>
                                        <p:tav tm="100000">
                                          <p:val>
                                            <p:fltVal val="1"/>
                                          </p:val>
                                        </p:tav>
                                      </p:tavLst>
                                    </p:anim>
                                    <p:anim calcmode="lin" valueType="num">
                                      <p:cBhvr>
                                        <p:cTn id="147" dur="164" tmFilter="0, 0; 0.125,0.2665; 0.25,0.4; 0.375,0.465; 0.5,0.5;  0.625,0.535; 0.75,0.6; 0.875,0.7335; 1,1">
                                          <p:stCondLst>
                                            <p:cond delay="1656"/>
                                          </p:stCondLst>
                                        </p:cTn>
                                        <p:tgtEl>
                                          <p:spTgt spid="3">
                                            <p:txEl>
                                              <p:pRg st="8" end="8"/>
                                            </p:txEl>
                                          </p:spTgt>
                                        </p:tgtEl>
                                        <p:attrNameLst>
                                          <p:attrName>ppt_y</p:attrName>
                                        </p:attrNameLst>
                                      </p:cBhvr>
                                      <p:tavLst>
                                        <p:tav tm="0" fmla="#ppt_y-sin(pi*$)/81">
                                          <p:val>
                                            <p:fltVal val="0"/>
                                          </p:val>
                                        </p:tav>
                                        <p:tav tm="100000">
                                          <p:val>
                                            <p:fltVal val="1"/>
                                          </p:val>
                                        </p:tav>
                                      </p:tavLst>
                                    </p:anim>
                                    <p:animScale>
                                      <p:cBhvr>
                                        <p:cTn id="148" dur="26">
                                          <p:stCondLst>
                                            <p:cond delay="650"/>
                                          </p:stCondLst>
                                        </p:cTn>
                                        <p:tgtEl>
                                          <p:spTgt spid="3">
                                            <p:txEl>
                                              <p:pRg st="8" end="8"/>
                                            </p:txEl>
                                          </p:spTgt>
                                        </p:tgtEl>
                                      </p:cBhvr>
                                      <p:to x="100000" y="60000"/>
                                    </p:animScale>
                                    <p:animScale>
                                      <p:cBhvr>
                                        <p:cTn id="149" dur="166" decel="50000">
                                          <p:stCondLst>
                                            <p:cond delay="676"/>
                                          </p:stCondLst>
                                        </p:cTn>
                                        <p:tgtEl>
                                          <p:spTgt spid="3">
                                            <p:txEl>
                                              <p:pRg st="8" end="8"/>
                                            </p:txEl>
                                          </p:spTgt>
                                        </p:tgtEl>
                                      </p:cBhvr>
                                      <p:to x="100000" y="100000"/>
                                    </p:animScale>
                                    <p:animScale>
                                      <p:cBhvr>
                                        <p:cTn id="150" dur="26">
                                          <p:stCondLst>
                                            <p:cond delay="1312"/>
                                          </p:stCondLst>
                                        </p:cTn>
                                        <p:tgtEl>
                                          <p:spTgt spid="3">
                                            <p:txEl>
                                              <p:pRg st="8" end="8"/>
                                            </p:txEl>
                                          </p:spTgt>
                                        </p:tgtEl>
                                      </p:cBhvr>
                                      <p:to x="100000" y="80000"/>
                                    </p:animScale>
                                    <p:animScale>
                                      <p:cBhvr>
                                        <p:cTn id="151" dur="166" decel="50000">
                                          <p:stCondLst>
                                            <p:cond delay="1338"/>
                                          </p:stCondLst>
                                        </p:cTn>
                                        <p:tgtEl>
                                          <p:spTgt spid="3">
                                            <p:txEl>
                                              <p:pRg st="8" end="8"/>
                                            </p:txEl>
                                          </p:spTgt>
                                        </p:tgtEl>
                                      </p:cBhvr>
                                      <p:to x="100000" y="100000"/>
                                    </p:animScale>
                                    <p:animScale>
                                      <p:cBhvr>
                                        <p:cTn id="152" dur="26">
                                          <p:stCondLst>
                                            <p:cond delay="1642"/>
                                          </p:stCondLst>
                                        </p:cTn>
                                        <p:tgtEl>
                                          <p:spTgt spid="3">
                                            <p:txEl>
                                              <p:pRg st="8" end="8"/>
                                            </p:txEl>
                                          </p:spTgt>
                                        </p:tgtEl>
                                      </p:cBhvr>
                                      <p:to x="100000" y="90000"/>
                                    </p:animScale>
                                    <p:animScale>
                                      <p:cBhvr>
                                        <p:cTn id="153" dur="166" decel="50000">
                                          <p:stCondLst>
                                            <p:cond delay="1668"/>
                                          </p:stCondLst>
                                        </p:cTn>
                                        <p:tgtEl>
                                          <p:spTgt spid="3">
                                            <p:txEl>
                                              <p:pRg st="8" end="8"/>
                                            </p:txEl>
                                          </p:spTgt>
                                        </p:tgtEl>
                                      </p:cBhvr>
                                      <p:to x="100000" y="100000"/>
                                    </p:animScale>
                                    <p:animScale>
                                      <p:cBhvr>
                                        <p:cTn id="154" dur="26">
                                          <p:stCondLst>
                                            <p:cond delay="1808"/>
                                          </p:stCondLst>
                                        </p:cTn>
                                        <p:tgtEl>
                                          <p:spTgt spid="3">
                                            <p:txEl>
                                              <p:pRg st="8" end="8"/>
                                            </p:txEl>
                                          </p:spTgt>
                                        </p:tgtEl>
                                      </p:cBhvr>
                                      <p:to x="100000" y="95000"/>
                                    </p:animScale>
                                    <p:animScale>
                                      <p:cBhvr>
                                        <p:cTn id="155" dur="166" decel="50000">
                                          <p:stCondLst>
                                            <p:cond delay="1834"/>
                                          </p:stCondLst>
                                        </p:cTn>
                                        <p:tgtEl>
                                          <p:spTgt spid="3">
                                            <p:txEl>
                                              <p:pRg st="8" end="8"/>
                                            </p:txEl>
                                          </p:spTgt>
                                        </p:tgtEl>
                                      </p:cBhvr>
                                      <p:to x="100000" y="100000"/>
                                    </p:animScale>
                                  </p:childTnLst>
                                </p:cTn>
                              </p:par>
                              <p:par>
                                <p:cTn id="156" presetID="26" presetClass="entr" presetSubtype="0" fill="hold" grpId="0" nodeType="withEffect">
                                  <p:stCondLst>
                                    <p:cond delay="0"/>
                                  </p:stCondLst>
                                  <p:childTnLst>
                                    <p:set>
                                      <p:cBhvr>
                                        <p:cTn id="157" dur="1" fill="hold">
                                          <p:stCondLst>
                                            <p:cond delay="0"/>
                                          </p:stCondLst>
                                        </p:cTn>
                                        <p:tgtEl>
                                          <p:spTgt spid="3">
                                            <p:txEl>
                                              <p:pRg st="9" end="9"/>
                                            </p:txEl>
                                          </p:spTgt>
                                        </p:tgtEl>
                                        <p:attrNameLst>
                                          <p:attrName>style.visibility</p:attrName>
                                        </p:attrNameLst>
                                      </p:cBhvr>
                                      <p:to>
                                        <p:strVal val="visible"/>
                                      </p:to>
                                    </p:set>
                                    <p:animEffect transition="in" filter="wipe(down)">
                                      <p:cBhvr>
                                        <p:cTn id="158" dur="580">
                                          <p:stCondLst>
                                            <p:cond delay="0"/>
                                          </p:stCondLst>
                                        </p:cTn>
                                        <p:tgtEl>
                                          <p:spTgt spid="3">
                                            <p:txEl>
                                              <p:pRg st="9" end="9"/>
                                            </p:txEl>
                                          </p:spTgt>
                                        </p:tgtEl>
                                      </p:cBhvr>
                                    </p:animEffect>
                                    <p:anim calcmode="lin" valueType="num">
                                      <p:cBhvr>
                                        <p:cTn id="159" dur="1822" tmFilter="0,0; 0.14,0.36; 0.43,0.73; 0.71,0.91; 1.0,1.0">
                                          <p:stCondLst>
                                            <p:cond delay="0"/>
                                          </p:stCondLst>
                                        </p:cTn>
                                        <p:tgtEl>
                                          <p:spTgt spid="3">
                                            <p:txEl>
                                              <p:pRg st="9" end="9"/>
                                            </p:txEl>
                                          </p:spTgt>
                                        </p:tgtEl>
                                        <p:attrNameLst>
                                          <p:attrName>ppt_x</p:attrName>
                                        </p:attrNameLst>
                                      </p:cBhvr>
                                      <p:tavLst>
                                        <p:tav tm="0">
                                          <p:val>
                                            <p:strVal val="#ppt_x-0.25"/>
                                          </p:val>
                                        </p:tav>
                                        <p:tav tm="100000">
                                          <p:val>
                                            <p:strVal val="#ppt_x"/>
                                          </p:val>
                                        </p:tav>
                                      </p:tavLst>
                                    </p:anim>
                                    <p:anim calcmode="lin" valueType="num">
                                      <p:cBhvr>
                                        <p:cTn id="160" dur="664" tmFilter="0.0,0.0; 0.25,0.07; 0.50,0.2; 0.75,0.467; 1.0,1.0">
                                          <p:stCondLst>
                                            <p:cond delay="0"/>
                                          </p:stCondLst>
                                        </p:cTn>
                                        <p:tgtEl>
                                          <p:spTgt spid="3">
                                            <p:txEl>
                                              <p:pRg st="9" end="9"/>
                                            </p:txEl>
                                          </p:spTgt>
                                        </p:tgtEl>
                                        <p:attrNameLst>
                                          <p:attrName>ppt_y</p:attrName>
                                        </p:attrNameLst>
                                      </p:cBhvr>
                                      <p:tavLst>
                                        <p:tav tm="0" fmla="#ppt_y-sin(pi*$)/3">
                                          <p:val>
                                            <p:fltVal val="0.5"/>
                                          </p:val>
                                        </p:tav>
                                        <p:tav tm="100000">
                                          <p:val>
                                            <p:fltVal val="1"/>
                                          </p:val>
                                        </p:tav>
                                      </p:tavLst>
                                    </p:anim>
                                    <p:anim calcmode="lin" valueType="num">
                                      <p:cBhvr>
                                        <p:cTn id="161" dur="664" tmFilter="0, 0; 0.125,0.2665; 0.25,0.4; 0.375,0.465; 0.5,0.5;  0.625,0.535; 0.75,0.6; 0.875,0.7335; 1,1">
                                          <p:stCondLst>
                                            <p:cond delay="664"/>
                                          </p:stCondLst>
                                        </p:cTn>
                                        <p:tgtEl>
                                          <p:spTgt spid="3">
                                            <p:txEl>
                                              <p:pRg st="9" end="9"/>
                                            </p:txEl>
                                          </p:spTgt>
                                        </p:tgtEl>
                                        <p:attrNameLst>
                                          <p:attrName>ppt_y</p:attrName>
                                        </p:attrNameLst>
                                      </p:cBhvr>
                                      <p:tavLst>
                                        <p:tav tm="0" fmla="#ppt_y-sin(pi*$)/9">
                                          <p:val>
                                            <p:fltVal val="0"/>
                                          </p:val>
                                        </p:tav>
                                        <p:tav tm="100000">
                                          <p:val>
                                            <p:fltVal val="1"/>
                                          </p:val>
                                        </p:tav>
                                      </p:tavLst>
                                    </p:anim>
                                    <p:anim calcmode="lin" valueType="num">
                                      <p:cBhvr>
                                        <p:cTn id="162" dur="332" tmFilter="0, 0; 0.125,0.2665; 0.25,0.4; 0.375,0.465; 0.5,0.5;  0.625,0.535; 0.75,0.6; 0.875,0.7335; 1,1">
                                          <p:stCondLst>
                                            <p:cond delay="1324"/>
                                          </p:stCondLst>
                                        </p:cTn>
                                        <p:tgtEl>
                                          <p:spTgt spid="3">
                                            <p:txEl>
                                              <p:pRg st="9" end="9"/>
                                            </p:txEl>
                                          </p:spTgt>
                                        </p:tgtEl>
                                        <p:attrNameLst>
                                          <p:attrName>ppt_y</p:attrName>
                                        </p:attrNameLst>
                                      </p:cBhvr>
                                      <p:tavLst>
                                        <p:tav tm="0" fmla="#ppt_y-sin(pi*$)/27">
                                          <p:val>
                                            <p:fltVal val="0"/>
                                          </p:val>
                                        </p:tav>
                                        <p:tav tm="100000">
                                          <p:val>
                                            <p:fltVal val="1"/>
                                          </p:val>
                                        </p:tav>
                                      </p:tavLst>
                                    </p:anim>
                                    <p:anim calcmode="lin" valueType="num">
                                      <p:cBhvr>
                                        <p:cTn id="163" dur="164" tmFilter="0, 0; 0.125,0.2665; 0.25,0.4; 0.375,0.465; 0.5,0.5;  0.625,0.535; 0.75,0.6; 0.875,0.7335; 1,1">
                                          <p:stCondLst>
                                            <p:cond delay="1656"/>
                                          </p:stCondLst>
                                        </p:cTn>
                                        <p:tgtEl>
                                          <p:spTgt spid="3">
                                            <p:txEl>
                                              <p:pRg st="9" end="9"/>
                                            </p:txEl>
                                          </p:spTgt>
                                        </p:tgtEl>
                                        <p:attrNameLst>
                                          <p:attrName>ppt_y</p:attrName>
                                        </p:attrNameLst>
                                      </p:cBhvr>
                                      <p:tavLst>
                                        <p:tav tm="0" fmla="#ppt_y-sin(pi*$)/81">
                                          <p:val>
                                            <p:fltVal val="0"/>
                                          </p:val>
                                        </p:tav>
                                        <p:tav tm="100000">
                                          <p:val>
                                            <p:fltVal val="1"/>
                                          </p:val>
                                        </p:tav>
                                      </p:tavLst>
                                    </p:anim>
                                    <p:animScale>
                                      <p:cBhvr>
                                        <p:cTn id="164" dur="26">
                                          <p:stCondLst>
                                            <p:cond delay="650"/>
                                          </p:stCondLst>
                                        </p:cTn>
                                        <p:tgtEl>
                                          <p:spTgt spid="3">
                                            <p:txEl>
                                              <p:pRg st="9" end="9"/>
                                            </p:txEl>
                                          </p:spTgt>
                                        </p:tgtEl>
                                      </p:cBhvr>
                                      <p:to x="100000" y="60000"/>
                                    </p:animScale>
                                    <p:animScale>
                                      <p:cBhvr>
                                        <p:cTn id="165" dur="166" decel="50000">
                                          <p:stCondLst>
                                            <p:cond delay="676"/>
                                          </p:stCondLst>
                                        </p:cTn>
                                        <p:tgtEl>
                                          <p:spTgt spid="3">
                                            <p:txEl>
                                              <p:pRg st="9" end="9"/>
                                            </p:txEl>
                                          </p:spTgt>
                                        </p:tgtEl>
                                      </p:cBhvr>
                                      <p:to x="100000" y="100000"/>
                                    </p:animScale>
                                    <p:animScale>
                                      <p:cBhvr>
                                        <p:cTn id="166" dur="26">
                                          <p:stCondLst>
                                            <p:cond delay="1312"/>
                                          </p:stCondLst>
                                        </p:cTn>
                                        <p:tgtEl>
                                          <p:spTgt spid="3">
                                            <p:txEl>
                                              <p:pRg st="9" end="9"/>
                                            </p:txEl>
                                          </p:spTgt>
                                        </p:tgtEl>
                                      </p:cBhvr>
                                      <p:to x="100000" y="80000"/>
                                    </p:animScale>
                                    <p:animScale>
                                      <p:cBhvr>
                                        <p:cTn id="167" dur="166" decel="50000">
                                          <p:stCondLst>
                                            <p:cond delay="1338"/>
                                          </p:stCondLst>
                                        </p:cTn>
                                        <p:tgtEl>
                                          <p:spTgt spid="3">
                                            <p:txEl>
                                              <p:pRg st="9" end="9"/>
                                            </p:txEl>
                                          </p:spTgt>
                                        </p:tgtEl>
                                      </p:cBhvr>
                                      <p:to x="100000" y="100000"/>
                                    </p:animScale>
                                    <p:animScale>
                                      <p:cBhvr>
                                        <p:cTn id="168" dur="26">
                                          <p:stCondLst>
                                            <p:cond delay="1642"/>
                                          </p:stCondLst>
                                        </p:cTn>
                                        <p:tgtEl>
                                          <p:spTgt spid="3">
                                            <p:txEl>
                                              <p:pRg st="9" end="9"/>
                                            </p:txEl>
                                          </p:spTgt>
                                        </p:tgtEl>
                                      </p:cBhvr>
                                      <p:to x="100000" y="90000"/>
                                    </p:animScale>
                                    <p:animScale>
                                      <p:cBhvr>
                                        <p:cTn id="169" dur="166" decel="50000">
                                          <p:stCondLst>
                                            <p:cond delay="1668"/>
                                          </p:stCondLst>
                                        </p:cTn>
                                        <p:tgtEl>
                                          <p:spTgt spid="3">
                                            <p:txEl>
                                              <p:pRg st="9" end="9"/>
                                            </p:txEl>
                                          </p:spTgt>
                                        </p:tgtEl>
                                      </p:cBhvr>
                                      <p:to x="100000" y="100000"/>
                                    </p:animScale>
                                    <p:animScale>
                                      <p:cBhvr>
                                        <p:cTn id="170" dur="26">
                                          <p:stCondLst>
                                            <p:cond delay="1808"/>
                                          </p:stCondLst>
                                        </p:cTn>
                                        <p:tgtEl>
                                          <p:spTgt spid="3">
                                            <p:txEl>
                                              <p:pRg st="9" end="9"/>
                                            </p:txEl>
                                          </p:spTgt>
                                        </p:tgtEl>
                                      </p:cBhvr>
                                      <p:to x="100000" y="95000"/>
                                    </p:animScale>
                                    <p:animScale>
                                      <p:cBhvr>
                                        <p:cTn id="171" dur="166" decel="50000">
                                          <p:stCondLst>
                                            <p:cond delay="1834"/>
                                          </p:stCondLst>
                                        </p:cTn>
                                        <p:tgtEl>
                                          <p:spTgt spid="3">
                                            <p:txEl>
                                              <p:pRg st="9" end="9"/>
                                            </p:txEl>
                                          </p:spTgt>
                                        </p:tgtEl>
                                      </p:cBhvr>
                                      <p:to x="100000" y="100000"/>
                                    </p:animScale>
                                  </p:childTnLst>
                                </p:cTn>
                              </p:par>
                            </p:childTnLst>
                          </p:cTn>
                        </p:par>
                      </p:childTnLst>
                    </p:cTn>
                  </p:par>
                  <p:par>
                    <p:cTn id="172" fill="hold">
                      <p:stCondLst>
                        <p:cond delay="indefinite"/>
                      </p:stCondLst>
                      <p:childTnLst>
                        <p:par>
                          <p:cTn id="173" fill="hold">
                            <p:stCondLst>
                              <p:cond delay="0"/>
                            </p:stCondLst>
                            <p:childTnLst>
                              <p:par>
                                <p:cTn id="174" presetID="26" presetClass="entr" presetSubtype="0" fill="hold" grpId="0" nodeType="clickEffect" nodePh="1">
                                  <p:stCondLst>
                                    <p:cond delay="0"/>
                                  </p:stCondLst>
                                  <p:endCondLst>
                                    <p:cond evt="begin" delay="0">
                                      <p:tn val="174"/>
                                    </p:cond>
                                  </p:endCondLst>
                                  <p:childTnLst>
                                    <p:set>
                                      <p:cBhvr>
                                        <p:cTn id="175" dur="1" fill="hold">
                                          <p:stCondLst>
                                            <p:cond delay="0"/>
                                          </p:stCondLst>
                                        </p:cTn>
                                        <p:tgtEl>
                                          <p:spTgt spid="4">
                                            <p:txEl>
                                              <p:pRg st="0" end="0"/>
                                            </p:txEl>
                                          </p:spTgt>
                                        </p:tgtEl>
                                        <p:attrNameLst>
                                          <p:attrName>style.visibility</p:attrName>
                                        </p:attrNameLst>
                                      </p:cBhvr>
                                      <p:to>
                                        <p:strVal val="visible"/>
                                      </p:to>
                                    </p:set>
                                    <p:animEffect transition="in" filter="wipe(down)">
                                      <p:cBhvr>
                                        <p:cTn id="176" dur="580">
                                          <p:stCondLst>
                                            <p:cond delay="0"/>
                                          </p:stCondLst>
                                        </p:cTn>
                                        <p:tgtEl>
                                          <p:spTgt spid="4">
                                            <p:txEl>
                                              <p:pRg st="0" end="0"/>
                                            </p:txEl>
                                          </p:spTgt>
                                        </p:tgtEl>
                                      </p:cBhvr>
                                    </p:animEffect>
                                    <p:anim calcmode="lin" valueType="num">
                                      <p:cBhvr>
                                        <p:cTn id="177"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178"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179"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180"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181"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182" dur="26">
                                          <p:stCondLst>
                                            <p:cond delay="650"/>
                                          </p:stCondLst>
                                        </p:cTn>
                                        <p:tgtEl>
                                          <p:spTgt spid="4">
                                            <p:txEl>
                                              <p:pRg st="0" end="0"/>
                                            </p:txEl>
                                          </p:spTgt>
                                        </p:tgtEl>
                                      </p:cBhvr>
                                      <p:to x="100000" y="60000"/>
                                    </p:animScale>
                                    <p:animScale>
                                      <p:cBhvr>
                                        <p:cTn id="183" dur="166" decel="50000">
                                          <p:stCondLst>
                                            <p:cond delay="676"/>
                                          </p:stCondLst>
                                        </p:cTn>
                                        <p:tgtEl>
                                          <p:spTgt spid="4">
                                            <p:txEl>
                                              <p:pRg st="0" end="0"/>
                                            </p:txEl>
                                          </p:spTgt>
                                        </p:tgtEl>
                                      </p:cBhvr>
                                      <p:to x="100000" y="100000"/>
                                    </p:animScale>
                                    <p:animScale>
                                      <p:cBhvr>
                                        <p:cTn id="184" dur="26">
                                          <p:stCondLst>
                                            <p:cond delay="1312"/>
                                          </p:stCondLst>
                                        </p:cTn>
                                        <p:tgtEl>
                                          <p:spTgt spid="4">
                                            <p:txEl>
                                              <p:pRg st="0" end="0"/>
                                            </p:txEl>
                                          </p:spTgt>
                                        </p:tgtEl>
                                      </p:cBhvr>
                                      <p:to x="100000" y="80000"/>
                                    </p:animScale>
                                    <p:animScale>
                                      <p:cBhvr>
                                        <p:cTn id="185" dur="166" decel="50000">
                                          <p:stCondLst>
                                            <p:cond delay="1338"/>
                                          </p:stCondLst>
                                        </p:cTn>
                                        <p:tgtEl>
                                          <p:spTgt spid="4">
                                            <p:txEl>
                                              <p:pRg st="0" end="0"/>
                                            </p:txEl>
                                          </p:spTgt>
                                        </p:tgtEl>
                                      </p:cBhvr>
                                      <p:to x="100000" y="100000"/>
                                    </p:animScale>
                                    <p:animScale>
                                      <p:cBhvr>
                                        <p:cTn id="186" dur="26">
                                          <p:stCondLst>
                                            <p:cond delay="1642"/>
                                          </p:stCondLst>
                                        </p:cTn>
                                        <p:tgtEl>
                                          <p:spTgt spid="4">
                                            <p:txEl>
                                              <p:pRg st="0" end="0"/>
                                            </p:txEl>
                                          </p:spTgt>
                                        </p:tgtEl>
                                      </p:cBhvr>
                                      <p:to x="100000" y="90000"/>
                                    </p:animScale>
                                    <p:animScale>
                                      <p:cBhvr>
                                        <p:cTn id="187" dur="166" decel="50000">
                                          <p:stCondLst>
                                            <p:cond delay="1668"/>
                                          </p:stCondLst>
                                        </p:cTn>
                                        <p:tgtEl>
                                          <p:spTgt spid="4">
                                            <p:txEl>
                                              <p:pRg st="0" end="0"/>
                                            </p:txEl>
                                          </p:spTgt>
                                        </p:tgtEl>
                                      </p:cBhvr>
                                      <p:to x="100000" y="100000"/>
                                    </p:animScale>
                                    <p:animScale>
                                      <p:cBhvr>
                                        <p:cTn id="188" dur="26">
                                          <p:stCondLst>
                                            <p:cond delay="1808"/>
                                          </p:stCondLst>
                                        </p:cTn>
                                        <p:tgtEl>
                                          <p:spTgt spid="4">
                                            <p:txEl>
                                              <p:pRg st="0" end="0"/>
                                            </p:txEl>
                                          </p:spTgt>
                                        </p:tgtEl>
                                      </p:cBhvr>
                                      <p:to x="100000" y="95000"/>
                                    </p:animScale>
                                    <p:animScale>
                                      <p:cBhvr>
                                        <p:cTn id="189" dur="166" decel="50000">
                                          <p:stCondLst>
                                            <p:cond delay="1834"/>
                                          </p:stCondLst>
                                        </p:cTn>
                                        <p:tgtEl>
                                          <p:spTgt spid="4">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tests to be performed</a:t>
            </a:r>
            <a:endParaRPr lang="en-ZA" dirty="0"/>
          </a:p>
        </p:txBody>
      </p:sp>
      <p:sp>
        <p:nvSpPr>
          <p:cNvPr id="3" name="Content Placeholder 2"/>
          <p:cNvSpPr>
            <a:spLocks noGrp="1"/>
          </p:cNvSpPr>
          <p:nvPr>
            <p:ph sz="half" idx="1"/>
          </p:nvPr>
        </p:nvSpPr>
        <p:spPr/>
        <p:txBody>
          <a:bodyPr>
            <a:normAutofit/>
          </a:bodyPr>
          <a:lstStyle/>
          <a:p>
            <a:pPr lvl="0">
              <a:buFont typeface="Wingdings" panose="05000000000000000000" pitchFamily="2" charset="2"/>
              <a:buChar char="Ø"/>
            </a:pPr>
            <a:r>
              <a:rPr lang="en-US" b="1" dirty="0">
                <a:effectLst/>
              </a:rPr>
              <a:t>Manual testing </a:t>
            </a:r>
            <a:r>
              <a:rPr lang="en-US" b="1" i="1" dirty="0">
                <a:effectLst/>
              </a:rPr>
              <a:t>- </a:t>
            </a:r>
            <a:r>
              <a:rPr lang="en-US" b="1" dirty="0">
                <a:effectLst/>
              </a:rPr>
              <a:t>Black box testing</a:t>
            </a:r>
            <a:r>
              <a:rPr lang="en-US" b="1" dirty="0" smtClean="0">
                <a:effectLst/>
              </a:rPr>
              <a:t>:</a:t>
            </a:r>
            <a:r>
              <a:rPr lang="en-US" dirty="0">
                <a:effectLst/>
              </a:rPr>
              <a:t> </a:t>
            </a:r>
            <a:endParaRPr lang="en-ZA" dirty="0">
              <a:effectLst/>
            </a:endParaRPr>
          </a:p>
          <a:p>
            <a:pPr lvl="1">
              <a:buFont typeface="Wingdings" panose="05000000000000000000" pitchFamily="2" charset="2"/>
              <a:buChar char="Ø"/>
            </a:pPr>
            <a:r>
              <a:rPr lang="en-US" b="1" dirty="0">
                <a:effectLst/>
              </a:rPr>
              <a:t>Acceptance </a:t>
            </a:r>
            <a:r>
              <a:rPr lang="en-US" b="1" dirty="0" smtClean="0">
                <a:effectLst/>
              </a:rPr>
              <a:t>testing</a:t>
            </a:r>
            <a:endParaRPr lang="en-ZA" dirty="0">
              <a:effectLst/>
            </a:endParaRPr>
          </a:p>
          <a:p>
            <a:pPr lvl="1">
              <a:buFont typeface="Wingdings" panose="05000000000000000000" pitchFamily="2" charset="2"/>
              <a:buChar char="Ø"/>
            </a:pPr>
            <a:r>
              <a:rPr lang="en-US" dirty="0">
                <a:effectLst/>
              </a:rPr>
              <a:t> System testing:</a:t>
            </a:r>
            <a:endParaRPr lang="en-ZA" dirty="0">
              <a:effectLst/>
            </a:endParaRPr>
          </a:p>
          <a:p>
            <a:pPr lvl="2">
              <a:buFont typeface="Wingdings" panose="05000000000000000000" pitchFamily="2" charset="2"/>
              <a:buChar char="Ø"/>
            </a:pPr>
            <a:r>
              <a:rPr lang="en-US" dirty="0">
                <a:effectLst/>
              </a:rPr>
              <a:t> Usability testing</a:t>
            </a:r>
            <a:endParaRPr lang="en-ZA" dirty="0">
              <a:effectLst/>
            </a:endParaRPr>
          </a:p>
          <a:p>
            <a:pPr lvl="2">
              <a:buFont typeface="Wingdings" panose="05000000000000000000" pitchFamily="2" charset="2"/>
              <a:buChar char="Ø"/>
            </a:pPr>
            <a:r>
              <a:rPr lang="en-US" dirty="0">
                <a:effectLst/>
              </a:rPr>
              <a:t> Recovery testing</a:t>
            </a:r>
            <a:endParaRPr lang="en-ZA" dirty="0">
              <a:effectLst/>
            </a:endParaRPr>
          </a:p>
          <a:p>
            <a:endParaRPr lang="en-ZA" dirty="0"/>
          </a:p>
        </p:txBody>
      </p:sp>
      <p:sp>
        <p:nvSpPr>
          <p:cNvPr id="4" name="Content Placeholder 3"/>
          <p:cNvSpPr>
            <a:spLocks noGrp="1"/>
          </p:cNvSpPr>
          <p:nvPr>
            <p:ph sz="half" idx="2"/>
          </p:nvPr>
        </p:nvSpPr>
        <p:spPr/>
        <p:txBody>
          <a:bodyPr>
            <a:normAutofit/>
          </a:bodyPr>
          <a:lstStyle/>
          <a:p>
            <a:r>
              <a:rPr lang="en-US" dirty="0">
                <a:effectLst/>
              </a:rPr>
              <a:t>Automation testing</a:t>
            </a:r>
            <a:endParaRPr lang="en-ZA" dirty="0">
              <a:effectLst/>
            </a:endParaRPr>
          </a:p>
          <a:p>
            <a:pPr lvl="1"/>
            <a:r>
              <a:rPr lang="en-US" dirty="0">
                <a:effectLst/>
              </a:rPr>
              <a:t>Functional testing:</a:t>
            </a:r>
            <a:endParaRPr lang="en-ZA" dirty="0">
              <a:effectLst/>
            </a:endParaRPr>
          </a:p>
          <a:p>
            <a:pPr lvl="2"/>
            <a:r>
              <a:rPr lang="en-US" dirty="0">
                <a:effectLst/>
              </a:rPr>
              <a:t>Acceptance testing</a:t>
            </a:r>
            <a:endParaRPr lang="en-ZA" dirty="0">
              <a:effectLst/>
            </a:endParaRPr>
          </a:p>
          <a:p>
            <a:pPr lvl="2"/>
            <a:r>
              <a:rPr lang="en-US" dirty="0">
                <a:effectLst/>
              </a:rPr>
              <a:t>System testing</a:t>
            </a:r>
            <a:endParaRPr lang="en-ZA" dirty="0">
              <a:effectLst/>
            </a:endParaRPr>
          </a:p>
          <a:p>
            <a:pPr lvl="2"/>
            <a:r>
              <a:rPr lang="en-US" dirty="0">
                <a:effectLst/>
              </a:rPr>
              <a:t>Usability </a:t>
            </a:r>
            <a:r>
              <a:rPr lang="en-US" dirty="0" smtClean="0">
                <a:effectLst/>
              </a:rPr>
              <a:t>testing</a:t>
            </a:r>
            <a:endParaRPr lang="en-ZA" dirty="0">
              <a:effectLst/>
            </a:endParaRPr>
          </a:p>
          <a:p>
            <a:pPr lvl="0"/>
            <a:r>
              <a:rPr lang="en-US" dirty="0">
                <a:effectLst/>
              </a:rPr>
              <a:t>Non-functional </a:t>
            </a:r>
            <a:r>
              <a:rPr lang="en-US" dirty="0" smtClean="0">
                <a:effectLst/>
              </a:rPr>
              <a:t>testing:</a:t>
            </a:r>
            <a:endParaRPr lang="en-ZA" dirty="0">
              <a:effectLst/>
            </a:endParaRPr>
          </a:p>
          <a:p>
            <a:pPr lvl="1"/>
            <a:r>
              <a:rPr lang="en-US" dirty="0" smtClean="0">
                <a:effectLst/>
              </a:rPr>
              <a:t>Performance </a:t>
            </a:r>
            <a:r>
              <a:rPr lang="en-US" dirty="0">
                <a:effectLst/>
              </a:rPr>
              <a:t>testing </a:t>
            </a:r>
            <a:endParaRPr lang="en-ZA" dirty="0">
              <a:effectLst/>
            </a:endParaRPr>
          </a:p>
          <a:p>
            <a:pPr lvl="1"/>
            <a:r>
              <a:rPr lang="en-US" dirty="0">
                <a:effectLst/>
              </a:rPr>
              <a:t>Browser compatibility testing</a:t>
            </a:r>
            <a:endParaRPr lang="en-ZA" dirty="0">
              <a:effectLst/>
            </a:endParaRPr>
          </a:p>
          <a:p>
            <a:pPr lvl="1"/>
            <a:r>
              <a:rPr lang="en-US" dirty="0">
                <a:effectLst/>
              </a:rPr>
              <a:t>Load testing</a:t>
            </a:r>
            <a:endParaRPr lang="en-ZA" dirty="0">
              <a:effectLst/>
            </a:endParaRPr>
          </a:p>
          <a:p>
            <a:endParaRPr lang="en-ZA" dirty="0"/>
          </a:p>
        </p:txBody>
      </p:sp>
    </p:spTree>
    <p:extLst>
      <p:ext uri="{BB962C8B-B14F-4D97-AF65-F5344CB8AC3E}">
        <p14:creationId xmlns:p14="http://schemas.microsoft.com/office/powerpoint/2010/main" val="303524778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80">
                                          <p:stCondLst>
                                            <p:cond delay="0"/>
                                          </p:stCondLst>
                                        </p:cTn>
                                        <p:tgtEl>
                                          <p:spTgt spid="3">
                                            <p:txEl>
                                              <p:pRg st="0" end="0"/>
                                            </p:txEl>
                                          </p:spTgt>
                                        </p:tgtEl>
                                      </p:cBhvr>
                                    </p:animEffect>
                                    <p:anim calcmode="lin" valueType="num">
                                      <p:cBhvr>
                                        <p:cTn id="15"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0" end="0"/>
                                            </p:txEl>
                                          </p:spTgt>
                                        </p:tgtEl>
                                      </p:cBhvr>
                                      <p:to x="100000" y="60000"/>
                                    </p:animScale>
                                    <p:animScale>
                                      <p:cBhvr>
                                        <p:cTn id="21" dur="166" decel="50000">
                                          <p:stCondLst>
                                            <p:cond delay="676"/>
                                          </p:stCondLst>
                                        </p:cTn>
                                        <p:tgtEl>
                                          <p:spTgt spid="3">
                                            <p:txEl>
                                              <p:pRg st="0" end="0"/>
                                            </p:txEl>
                                          </p:spTgt>
                                        </p:tgtEl>
                                      </p:cBhvr>
                                      <p:to x="100000" y="100000"/>
                                    </p:animScale>
                                    <p:animScale>
                                      <p:cBhvr>
                                        <p:cTn id="22" dur="26">
                                          <p:stCondLst>
                                            <p:cond delay="1312"/>
                                          </p:stCondLst>
                                        </p:cTn>
                                        <p:tgtEl>
                                          <p:spTgt spid="3">
                                            <p:txEl>
                                              <p:pRg st="0" end="0"/>
                                            </p:txEl>
                                          </p:spTgt>
                                        </p:tgtEl>
                                      </p:cBhvr>
                                      <p:to x="100000" y="80000"/>
                                    </p:animScale>
                                    <p:animScale>
                                      <p:cBhvr>
                                        <p:cTn id="23" dur="166" decel="50000">
                                          <p:stCondLst>
                                            <p:cond delay="1338"/>
                                          </p:stCondLst>
                                        </p:cTn>
                                        <p:tgtEl>
                                          <p:spTgt spid="3">
                                            <p:txEl>
                                              <p:pRg st="0" end="0"/>
                                            </p:txEl>
                                          </p:spTgt>
                                        </p:tgtEl>
                                      </p:cBhvr>
                                      <p:to x="100000" y="100000"/>
                                    </p:animScale>
                                    <p:animScale>
                                      <p:cBhvr>
                                        <p:cTn id="24" dur="26">
                                          <p:stCondLst>
                                            <p:cond delay="1642"/>
                                          </p:stCondLst>
                                        </p:cTn>
                                        <p:tgtEl>
                                          <p:spTgt spid="3">
                                            <p:txEl>
                                              <p:pRg st="0" end="0"/>
                                            </p:txEl>
                                          </p:spTgt>
                                        </p:tgtEl>
                                      </p:cBhvr>
                                      <p:to x="100000" y="90000"/>
                                    </p:animScale>
                                    <p:animScale>
                                      <p:cBhvr>
                                        <p:cTn id="25" dur="166" decel="50000">
                                          <p:stCondLst>
                                            <p:cond delay="1668"/>
                                          </p:stCondLst>
                                        </p:cTn>
                                        <p:tgtEl>
                                          <p:spTgt spid="3">
                                            <p:txEl>
                                              <p:pRg st="0" end="0"/>
                                            </p:txEl>
                                          </p:spTgt>
                                        </p:tgtEl>
                                      </p:cBhvr>
                                      <p:to x="100000" y="100000"/>
                                    </p:animScale>
                                    <p:animScale>
                                      <p:cBhvr>
                                        <p:cTn id="26" dur="26">
                                          <p:stCondLst>
                                            <p:cond delay="1808"/>
                                          </p:stCondLst>
                                        </p:cTn>
                                        <p:tgtEl>
                                          <p:spTgt spid="3">
                                            <p:txEl>
                                              <p:pRg st="0" end="0"/>
                                            </p:txEl>
                                          </p:spTgt>
                                        </p:tgtEl>
                                      </p:cBhvr>
                                      <p:to x="100000" y="95000"/>
                                    </p:animScale>
                                    <p:animScale>
                                      <p:cBhvr>
                                        <p:cTn id="27" dur="166" decel="50000">
                                          <p:stCondLst>
                                            <p:cond delay="1834"/>
                                          </p:stCondLst>
                                        </p:cTn>
                                        <p:tgtEl>
                                          <p:spTgt spid="3">
                                            <p:txEl>
                                              <p:pRg st="0" end="0"/>
                                            </p:txEl>
                                          </p:spTgt>
                                        </p:tgtEl>
                                      </p:cBhvr>
                                      <p:to x="100000" y="100000"/>
                                    </p:animScale>
                                  </p:childTnLst>
                                </p:cTn>
                              </p:par>
                              <p:par>
                                <p:cTn id="28" presetID="26" presetClass="entr" presetSubtype="0" fill="hold" grpId="0"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wipe(down)">
                                      <p:cBhvr>
                                        <p:cTn id="30" dur="580">
                                          <p:stCondLst>
                                            <p:cond delay="0"/>
                                          </p:stCondLst>
                                        </p:cTn>
                                        <p:tgtEl>
                                          <p:spTgt spid="3">
                                            <p:txEl>
                                              <p:pRg st="1" end="1"/>
                                            </p:txEl>
                                          </p:spTgt>
                                        </p:tgtEl>
                                      </p:cBhvr>
                                    </p:animEffect>
                                    <p:anim calcmode="lin" valueType="num">
                                      <p:cBhvr>
                                        <p:cTn id="31"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xEl>
                                              <p:pRg st="1" end="1"/>
                                            </p:txEl>
                                          </p:spTgt>
                                        </p:tgtEl>
                                      </p:cBhvr>
                                      <p:to x="100000" y="60000"/>
                                    </p:animScale>
                                    <p:animScale>
                                      <p:cBhvr>
                                        <p:cTn id="37" dur="166" decel="50000">
                                          <p:stCondLst>
                                            <p:cond delay="676"/>
                                          </p:stCondLst>
                                        </p:cTn>
                                        <p:tgtEl>
                                          <p:spTgt spid="3">
                                            <p:txEl>
                                              <p:pRg st="1" end="1"/>
                                            </p:txEl>
                                          </p:spTgt>
                                        </p:tgtEl>
                                      </p:cBhvr>
                                      <p:to x="100000" y="100000"/>
                                    </p:animScale>
                                    <p:animScale>
                                      <p:cBhvr>
                                        <p:cTn id="38" dur="26">
                                          <p:stCondLst>
                                            <p:cond delay="1312"/>
                                          </p:stCondLst>
                                        </p:cTn>
                                        <p:tgtEl>
                                          <p:spTgt spid="3">
                                            <p:txEl>
                                              <p:pRg st="1" end="1"/>
                                            </p:txEl>
                                          </p:spTgt>
                                        </p:tgtEl>
                                      </p:cBhvr>
                                      <p:to x="100000" y="80000"/>
                                    </p:animScale>
                                    <p:animScale>
                                      <p:cBhvr>
                                        <p:cTn id="39" dur="166" decel="50000">
                                          <p:stCondLst>
                                            <p:cond delay="1338"/>
                                          </p:stCondLst>
                                        </p:cTn>
                                        <p:tgtEl>
                                          <p:spTgt spid="3">
                                            <p:txEl>
                                              <p:pRg st="1" end="1"/>
                                            </p:txEl>
                                          </p:spTgt>
                                        </p:tgtEl>
                                      </p:cBhvr>
                                      <p:to x="100000" y="100000"/>
                                    </p:animScale>
                                    <p:animScale>
                                      <p:cBhvr>
                                        <p:cTn id="40" dur="26">
                                          <p:stCondLst>
                                            <p:cond delay="1642"/>
                                          </p:stCondLst>
                                        </p:cTn>
                                        <p:tgtEl>
                                          <p:spTgt spid="3">
                                            <p:txEl>
                                              <p:pRg st="1" end="1"/>
                                            </p:txEl>
                                          </p:spTgt>
                                        </p:tgtEl>
                                      </p:cBhvr>
                                      <p:to x="100000" y="90000"/>
                                    </p:animScale>
                                    <p:animScale>
                                      <p:cBhvr>
                                        <p:cTn id="41" dur="166" decel="50000">
                                          <p:stCondLst>
                                            <p:cond delay="1668"/>
                                          </p:stCondLst>
                                        </p:cTn>
                                        <p:tgtEl>
                                          <p:spTgt spid="3">
                                            <p:txEl>
                                              <p:pRg st="1" end="1"/>
                                            </p:txEl>
                                          </p:spTgt>
                                        </p:tgtEl>
                                      </p:cBhvr>
                                      <p:to x="100000" y="100000"/>
                                    </p:animScale>
                                    <p:animScale>
                                      <p:cBhvr>
                                        <p:cTn id="42" dur="26">
                                          <p:stCondLst>
                                            <p:cond delay="1808"/>
                                          </p:stCondLst>
                                        </p:cTn>
                                        <p:tgtEl>
                                          <p:spTgt spid="3">
                                            <p:txEl>
                                              <p:pRg st="1" end="1"/>
                                            </p:txEl>
                                          </p:spTgt>
                                        </p:tgtEl>
                                      </p:cBhvr>
                                      <p:to x="100000" y="95000"/>
                                    </p:animScale>
                                    <p:animScale>
                                      <p:cBhvr>
                                        <p:cTn id="43" dur="166" decel="50000">
                                          <p:stCondLst>
                                            <p:cond delay="1834"/>
                                          </p:stCondLst>
                                        </p:cTn>
                                        <p:tgtEl>
                                          <p:spTgt spid="3">
                                            <p:txEl>
                                              <p:pRg st="1" end="1"/>
                                            </p:txEl>
                                          </p:spTgt>
                                        </p:tgtEl>
                                      </p:cBhvr>
                                      <p:to x="100000" y="100000"/>
                                    </p:animScale>
                                  </p:childTnLst>
                                </p:cTn>
                              </p:par>
                              <p:par>
                                <p:cTn id="44" presetID="26" presetClass="entr" presetSubtype="0" fill="hold" grpId="0" nodeType="with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wipe(down)">
                                      <p:cBhvr>
                                        <p:cTn id="46" dur="580">
                                          <p:stCondLst>
                                            <p:cond delay="0"/>
                                          </p:stCondLst>
                                        </p:cTn>
                                        <p:tgtEl>
                                          <p:spTgt spid="3">
                                            <p:txEl>
                                              <p:pRg st="2" end="2"/>
                                            </p:txEl>
                                          </p:spTgt>
                                        </p:tgtEl>
                                      </p:cBhvr>
                                    </p:animEffect>
                                    <p:anim calcmode="lin" valueType="num">
                                      <p:cBhvr>
                                        <p:cTn id="47"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2" dur="26">
                                          <p:stCondLst>
                                            <p:cond delay="650"/>
                                          </p:stCondLst>
                                        </p:cTn>
                                        <p:tgtEl>
                                          <p:spTgt spid="3">
                                            <p:txEl>
                                              <p:pRg st="2" end="2"/>
                                            </p:txEl>
                                          </p:spTgt>
                                        </p:tgtEl>
                                      </p:cBhvr>
                                      <p:to x="100000" y="60000"/>
                                    </p:animScale>
                                    <p:animScale>
                                      <p:cBhvr>
                                        <p:cTn id="53" dur="166" decel="50000">
                                          <p:stCondLst>
                                            <p:cond delay="676"/>
                                          </p:stCondLst>
                                        </p:cTn>
                                        <p:tgtEl>
                                          <p:spTgt spid="3">
                                            <p:txEl>
                                              <p:pRg st="2" end="2"/>
                                            </p:txEl>
                                          </p:spTgt>
                                        </p:tgtEl>
                                      </p:cBhvr>
                                      <p:to x="100000" y="100000"/>
                                    </p:animScale>
                                    <p:animScale>
                                      <p:cBhvr>
                                        <p:cTn id="54" dur="26">
                                          <p:stCondLst>
                                            <p:cond delay="1312"/>
                                          </p:stCondLst>
                                        </p:cTn>
                                        <p:tgtEl>
                                          <p:spTgt spid="3">
                                            <p:txEl>
                                              <p:pRg st="2" end="2"/>
                                            </p:txEl>
                                          </p:spTgt>
                                        </p:tgtEl>
                                      </p:cBhvr>
                                      <p:to x="100000" y="80000"/>
                                    </p:animScale>
                                    <p:animScale>
                                      <p:cBhvr>
                                        <p:cTn id="55" dur="166" decel="50000">
                                          <p:stCondLst>
                                            <p:cond delay="1338"/>
                                          </p:stCondLst>
                                        </p:cTn>
                                        <p:tgtEl>
                                          <p:spTgt spid="3">
                                            <p:txEl>
                                              <p:pRg st="2" end="2"/>
                                            </p:txEl>
                                          </p:spTgt>
                                        </p:tgtEl>
                                      </p:cBhvr>
                                      <p:to x="100000" y="100000"/>
                                    </p:animScale>
                                    <p:animScale>
                                      <p:cBhvr>
                                        <p:cTn id="56" dur="26">
                                          <p:stCondLst>
                                            <p:cond delay="1642"/>
                                          </p:stCondLst>
                                        </p:cTn>
                                        <p:tgtEl>
                                          <p:spTgt spid="3">
                                            <p:txEl>
                                              <p:pRg st="2" end="2"/>
                                            </p:txEl>
                                          </p:spTgt>
                                        </p:tgtEl>
                                      </p:cBhvr>
                                      <p:to x="100000" y="90000"/>
                                    </p:animScale>
                                    <p:animScale>
                                      <p:cBhvr>
                                        <p:cTn id="57" dur="166" decel="50000">
                                          <p:stCondLst>
                                            <p:cond delay="1668"/>
                                          </p:stCondLst>
                                        </p:cTn>
                                        <p:tgtEl>
                                          <p:spTgt spid="3">
                                            <p:txEl>
                                              <p:pRg st="2" end="2"/>
                                            </p:txEl>
                                          </p:spTgt>
                                        </p:tgtEl>
                                      </p:cBhvr>
                                      <p:to x="100000" y="100000"/>
                                    </p:animScale>
                                    <p:animScale>
                                      <p:cBhvr>
                                        <p:cTn id="58" dur="26">
                                          <p:stCondLst>
                                            <p:cond delay="1808"/>
                                          </p:stCondLst>
                                        </p:cTn>
                                        <p:tgtEl>
                                          <p:spTgt spid="3">
                                            <p:txEl>
                                              <p:pRg st="2" end="2"/>
                                            </p:txEl>
                                          </p:spTgt>
                                        </p:tgtEl>
                                      </p:cBhvr>
                                      <p:to x="100000" y="95000"/>
                                    </p:animScale>
                                    <p:animScale>
                                      <p:cBhvr>
                                        <p:cTn id="59" dur="166" decel="50000">
                                          <p:stCondLst>
                                            <p:cond delay="1834"/>
                                          </p:stCondLst>
                                        </p:cTn>
                                        <p:tgtEl>
                                          <p:spTgt spid="3">
                                            <p:txEl>
                                              <p:pRg st="2" end="2"/>
                                            </p:txEl>
                                          </p:spTgt>
                                        </p:tgtEl>
                                      </p:cBhvr>
                                      <p:to x="100000" y="100000"/>
                                    </p:animScale>
                                  </p:childTnLst>
                                </p:cTn>
                              </p:par>
                              <p:par>
                                <p:cTn id="60" presetID="26" presetClass="entr" presetSubtype="0" fill="hold" grpId="0" nodeType="withEffect">
                                  <p:stCondLst>
                                    <p:cond delay="0"/>
                                  </p:stCondLst>
                                  <p:childTnLst>
                                    <p:set>
                                      <p:cBhvr>
                                        <p:cTn id="61" dur="1" fill="hold">
                                          <p:stCondLst>
                                            <p:cond delay="0"/>
                                          </p:stCondLst>
                                        </p:cTn>
                                        <p:tgtEl>
                                          <p:spTgt spid="3">
                                            <p:txEl>
                                              <p:pRg st="3" end="3"/>
                                            </p:txEl>
                                          </p:spTgt>
                                        </p:tgtEl>
                                        <p:attrNameLst>
                                          <p:attrName>style.visibility</p:attrName>
                                        </p:attrNameLst>
                                      </p:cBhvr>
                                      <p:to>
                                        <p:strVal val="visible"/>
                                      </p:to>
                                    </p:set>
                                    <p:animEffect transition="in" filter="wipe(down)">
                                      <p:cBhvr>
                                        <p:cTn id="62" dur="580">
                                          <p:stCondLst>
                                            <p:cond delay="0"/>
                                          </p:stCondLst>
                                        </p:cTn>
                                        <p:tgtEl>
                                          <p:spTgt spid="3">
                                            <p:txEl>
                                              <p:pRg st="3" end="3"/>
                                            </p:txEl>
                                          </p:spTgt>
                                        </p:tgtEl>
                                      </p:cBhvr>
                                    </p:animEffect>
                                    <p:anim calcmode="lin" valueType="num">
                                      <p:cBhvr>
                                        <p:cTn id="63"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8" dur="26">
                                          <p:stCondLst>
                                            <p:cond delay="650"/>
                                          </p:stCondLst>
                                        </p:cTn>
                                        <p:tgtEl>
                                          <p:spTgt spid="3">
                                            <p:txEl>
                                              <p:pRg st="3" end="3"/>
                                            </p:txEl>
                                          </p:spTgt>
                                        </p:tgtEl>
                                      </p:cBhvr>
                                      <p:to x="100000" y="60000"/>
                                    </p:animScale>
                                    <p:animScale>
                                      <p:cBhvr>
                                        <p:cTn id="69" dur="166" decel="50000">
                                          <p:stCondLst>
                                            <p:cond delay="676"/>
                                          </p:stCondLst>
                                        </p:cTn>
                                        <p:tgtEl>
                                          <p:spTgt spid="3">
                                            <p:txEl>
                                              <p:pRg st="3" end="3"/>
                                            </p:txEl>
                                          </p:spTgt>
                                        </p:tgtEl>
                                      </p:cBhvr>
                                      <p:to x="100000" y="100000"/>
                                    </p:animScale>
                                    <p:animScale>
                                      <p:cBhvr>
                                        <p:cTn id="70" dur="26">
                                          <p:stCondLst>
                                            <p:cond delay="1312"/>
                                          </p:stCondLst>
                                        </p:cTn>
                                        <p:tgtEl>
                                          <p:spTgt spid="3">
                                            <p:txEl>
                                              <p:pRg st="3" end="3"/>
                                            </p:txEl>
                                          </p:spTgt>
                                        </p:tgtEl>
                                      </p:cBhvr>
                                      <p:to x="100000" y="80000"/>
                                    </p:animScale>
                                    <p:animScale>
                                      <p:cBhvr>
                                        <p:cTn id="71" dur="166" decel="50000">
                                          <p:stCondLst>
                                            <p:cond delay="1338"/>
                                          </p:stCondLst>
                                        </p:cTn>
                                        <p:tgtEl>
                                          <p:spTgt spid="3">
                                            <p:txEl>
                                              <p:pRg st="3" end="3"/>
                                            </p:txEl>
                                          </p:spTgt>
                                        </p:tgtEl>
                                      </p:cBhvr>
                                      <p:to x="100000" y="100000"/>
                                    </p:animScale>
                                    <p:animScale>
                                      <p:cBhvr>
                                        <p:cTn id="72" dur="26">
                                          <p:stCondLst>
                                            <p:cond delay="1642"/>
                                          </p:stCondLst>
                                        </p:cTn>
                                        <p:tgtEl>
                                          <p:spTgt spid="3">
                                            <p:txEl>
                                              <p:pRg st="3" end="3"/>
                                            </p:txEl>
                                          </p:spTgt>
                                        </p:tgtEl>
                                      </p:cBhvr>
                                      <p:to x="100000" y="90000"/>
                                    </p:animScale>
                                    <p:animScale>
                                      <p:cBhvr>
                                        <p:cTn id="73" dur="166" decel="50000">
                                          <p:stCondLst>
                                            <p:cond delay="1668"/>
                                          </p:stCondLst>
                                        </p:cTn>
                                        <p:tgtEl>
                                          <p:spTgt spid="3">
                                            <p:txEl>
                                              <p:pRg st="3" end="3"/>
                                            </p:txEl>
                                          </p:spTgt>
                                        </p:tgtEl>
                                      </p:cBhvr>
                                      <p:to x="100000" y="100000"/>
                                    </p:animScale>
                                    <p:animScale>
                                      <p:cBhvr>
                                        <p:cTn id="74" dur="26">
                                          <p:stCondLst>
                                            <p:cond delay="1808"/>
                                          </p:stCondLst>
                                        </p:cTn>
                                        <p:tgtEl>
                                          <p:spTgt spid="3">
                                            <p:txEl>
                                              <p:pRg st="3" end="3"/>
                                            </p:txEl>
                                          </p:spTgt>
                                        </p:tgtEl>
                                      </p:cBhvr>
                                      <p:to x="100000" y="95000"/>
                                    </p:animScale>
                                    <p:animScale>
                                      <p:cBhvr>
                                        <p:cTn id="75" dur="166" decel="50000">
                                          <p:stCondLst>
                                            <p:cond delay="1834"/>
                                          </p:stCondLst>
                                        </p:cTn>
                                        <p:tgtEl>
                                          <p:spTgt spid="3">
                                            <p:txEl>
                                              <p:pRg st="3" end="3"/>
                                            </p:txEl>
                                          </p:spTgt>
                                        </p:tgtEl>
                                      </p:cBhvr>
                                      <p:to x="100000" y="100000"/>
                                    </p:animScale>
                                  </p:childTnLst>
                                </p:cTn>
                              </p:par>
                              <p:par>
                                <p:cTn id="76" presetID="26" presetClass="entr" presetSubtype="0" fill="hold" grpId="0" nodeType="withEffect">
                                  <p:stCondLst>
                                    <p:cond delay="0"/>
                                  </p:stCondLst>
                                  <p:childTnLst>
                                    <p:set>
                                      <p:cBhvr>
                                        <p:cTn id="77" dur="1" fill="hold">
                                          <p:stCondLst>
                                            <p:cond delay="0"/>
                                          </p:stCondLst>
                                        </p:cTn>
                                        <p:tgtEl>
                                          <p:spTgt spid="3">
                                            <p:txEl>
                                              <p:pRg st="4" end="4"/>
                                            </p:txEl>
                                          </p:spTgt>
                                        </p:tgtEl>
                                        <p:attrNameLst>
                                          <p:attrName>style.visibility</p:attrName>
                                        </p:attrNameLst>
                                      </p:cBhvr>
                                      <p:to>
                                        <p:strVal val="visible"/>
                                      </p:to>
                                    </p:set>
                                    <p:animEffect transition="in" filter="wipe(down)">
                                      <p:cBhvr>
                                        <p:cTn id="78" dur="580">
                                          <p:stCondLst>
                                            <p:cond delay="0"/>
                                          </p:stCondLst>
                                        </p:cTn>
                                        <p:tgtEl>
                                          <p:spTgt spid="3">
                                            <p:txEl>
                                              <p:pRg st="4" end="4"/>
                                            </p:txEl>
                                          </p:spTgt>
                                        </p:tgtEl>
                                      </p:cBhvr>
                                    </p:animEffect>
                                    <p:anim calcmode="lin" valueType="num">
                                      <p:cBhvr>
                                        <p:cTn id="79"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0"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1"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2"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3"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4" dur="26">
                                          <p:stCondLst>
                                            <p:cond delay="650"/>
                                          </p:stCondLst>
                                        </p:cTn>
                                        <p:tgtEl>
                                          <p:spTgt spid="3">
                                            <p:txEl>
                                              <p:pRg st="4" end="4"/>
                                            </p:txEl>
                                          </p:spTgt>
                                        </p:tgtEl>
                                      </p:cBhvr>
                                      <p:to x="100000" y="60000"/>
                                    </p:animScale>
                                    <p:animScale>
                                      <p:cBhvr>
                                        <p:cTn id="85" dur="166" decel="50000">
                                          <p:stCondLst>
                                            <p:cond delay="676"/>
                                          </p:stCondLst>
                                        </p:cTn>
                                        <p:tgtEl>
                                          <p:spTgt spid="3">
                                            <p:txEl>
                                              <p:pRg st="4" end="4"/>
                                            </p:txEl>
                                          </p:spTgt>
                                        </p:tgtEl>
                                      </p:cBhvr>
                                      <p:to x="100000" y="100000"/>
                                    </p:animScale>
                                    <p:animScale>
                                      <p:cBhvr>
                                        <p:cTn id="86" dur="26">
                                          <p:stCondLst>
                                            <p:cond delay="1312"/>
                                          </p:stCondLst>
                                        </p:cTn>
                                        <p:tgtEl>
                                          <p:spTgt spid="3">
                                            <p:txEl>
                                              <p:pRg st="4" end="4"/>
                                            </p:txEl>
                                          </p:spTgt>
                                        </p:tgtEl>
                                      </p:cBhvr>
                                      <p:to x="100000" y="80000"/>
                                    </p:animScale>
                                    <p:animScale>
                                      <p:cBhvr>
                                        <p:cTn id="87" dur="166" decel="50000">
                                          <p:stCondLst>
                                            <p:cond delay="1338"/>
                                          </p:stCondLst>
                                        </p:cTn>
                                        <p:tgtEl>
                                          <p:spTgt spid="3">
                                            <p:txEl>
                                              <p:pRg st="4" end="4"/>
                                            </p:txEl>
                                          </p:spTgt>
                                        </p:tgtEl>
                                      </p:cBhvr>
                                      <p:to x="100000" y="100000"/>
                                    </p:animScale>
                                    <p:animScale>
                                      <p:cBhvr>
                                        <p:cTn id="88" dur="26">
                                          <p:stCondLst>
                                            <p:cond delay="1642"/>
                                          </p:stCondLst>
                                        </p:cTn>
                                        <p:tgtEl>
                                          <p:spTgt spid="3">
                                            <p:txEl>
                                              <p:pRg st="4" end="4"/>
                                            </p:txEl>
                                          </p:spTgt>
                                        </p:tgtEl>
                                      </p:cBhvr>
                                      <p:to x="100000" y="90000"/>
                                    </p:animScale>
                                    <p:animScale>
                                      <p:cBhvr>
                                        <p:cTn id="89" dur="166" decel="50000">
                                          <p:stCondLst>
                                            <p:cond delay="1668"/>
                                          </p:stCondLst>
                                        </p:cTn>
                                        <p:tgtEl>
                                          <p:spTgt spid="3">
                                            <p:txEl>
                                              <p:pRg st="4" end="4"/>
                                            </p:txEl>
                                          </p:spTgt>
                                        </p:tgtEl>
                                      </p:cBhvr>
                                      <p:to x="100000" y="100000"/>
                                    </p:animScale>
                                    <p:animScale>
                                      <p:cBhvr>
                                        <p:cTn id="90" dur="26">
                                          <p:stCondLst>
                                            <p:cond delay="1808"/>
                                          </p:stCondLst>
                                        </p:cTn>
                                        <p:tgtEl>
                                          <p:spTgt spid="3">
                                            <p:txEl>
                                              <p:pRg st="4" end="4"/>
                                            </p:txEl>
                                          </p:spTgt>
                                        </p:tgtEl>
                                      </p:cBhvr>
                                      <p:to x="100000" y="95000"/>
                                    </p:animScale>
                                    <p:animScale>
                                      <p:cBhvr>
                                        <p:cTn id="91" dur="166" decel="50000">
                                          <p:stCondLst>
                                            <p:cond delay="1834"/>
                                          </p:stCondLst>
                                        </p:cTn>
                                        <p:tgtEl>
                                          <p:spTgt spid="3">
                                            <p:txEl>
                                              <p:pRg st="4" end="4"/>
                                            </p:txEl>
                                          </p:spTgt>
                                        </p:tgtEl>
                                      </p:cBhvr>
                                      <p:to x="100000" y="100000"/>
                                    </p:animScale>
                                  </p:childTnLst>
                                </p:cTn>
                              </p:par>
                            </p:childTnLst>
                          </p:cTn>
                        </p:par>
                      </p:childTnLst>
                    </p:cTn>
                  </p:par>
                  <p:par>
                    <p:cTn id="92" fill="hold">
                      <p:stCondLst>
                        <p:cond delay="indefinite"/>
                      </p:stCondLst>
                      <p:childTnLst>
                        <p:par>
                          <p:cTn id="93" fill="hold">
                            <p:stCondLst>
                              <p:cond delay="0"/>
                            </p:stCondLst>
                            <p:childTnLst>
                              <p:par>
                                <p:cTn id="94" presetID="26" presetClass="entr" presetSubtype="0" fill="hold" grpId="0" nodeType="clickEffect">
                                  <p:stCondLst>
                                    <p:cond delay="0"/>
                                  </p:stCondLst>
                                  <p:childTnLst>
                                    <p:set>
                                      <p:cBhvr>
                                        <p:cTn id="95" dur="1" fill="hold">
                                          <p:stCondLst>
                                            <p:cond delay="0"/>
                                          </p:stCondLst>
                                        </p:cTn>
                                        <p:tgtEl>
                                          <p:spTgt spid="4">
                                            <p:txEl>
                                              <p:pRg st="0" end="0"/>
                                            </p:txEl>
                                          </p:spTgt>
                                        </p:tgtEl>
                                        <p:attrNameLst>
                                          <p:attrName>style.visibility</p:attrName>
                                        </p:attrNameLst>
                                      </p:cBhvr>
                                      <p:to>
                                        <p:strVal val="visible"/>
                                      </p:to>
                                    </p:set>
                                    <p:animEffect transition="in" filter="wipe(down)">
                                      <p:cBhvr>
                                        <p:cTn id="96" dur="580">
                                          <p:stCondLst>
                                            <p:cond delay="0"/>
                                          </p:stCondLst>
                                        </p:cTn>
                                        <p:tgtEl>
                                          <p:spTgt spid="4">
                                            <p:txEl>
                                              <p:pRg st="0" end="0"/>
                                            </p:txEl>
                                          </p:spTgt>
                                        </p:tgtEl>
                                      </p:cBhvr>
                                    </p:animEffect>
                                    <p:anim calcmode="lin" valueType="num">
                                      <p:cBhvr>
                                        <p:cTn id="97"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98"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99"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100"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101"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102" dur="26">
                                          <p:stCondLst>
                                            <p:cond delay="650"/>
                                          </p:stCondLst>
                                        </p:cTn>
                                        <p:tgtEl>
                                          <p:spTgt spid="4">
                                            <p:txEl>
                                              <p:pRg st="0" end="0"/>
                                            </p:txEl>
                                          </p:spTgt>
                                        </p:tgtEl>
                                      </p:cBhvr>
                                      <p:to x="100000" y="60000"/>
                                    </p:animScale>
                                    <p:animScale>
                                      <p:cBhvr>
                                        <p:cTn id="103" dur="166" decel="50000">
                                          <p:stCondLst>
                                            <p:cond delay="676"/>
                                          </p:stCondLst>
                                        </p:cTn>
                                        <p:tgtEl>
                                          <p:spTgt spid="4">
                                            <p:txEl>
                                              <p:pRg st="0" end="0"/>
                                            </p:txEl>
                                          </p:spTgt>
                                        </p:tgtEl>
                                      </p:cBhvr>
                                      <p:to x="100000" y="100000"/>
                                    </p:animScale>
                                    <p:animScale>
                                      <p:cBhvr>
                                        <p:cTn id="104" dur="26">
                                          <p:stCondLst>
                                            <p:cond delay="1312"/>
                                          </p:stCondLst>
                                        </p:cTn>
                                        <p:tgtEl>
                                          <p:spTgt spid="4">
                                            <p:txEl>
                                              <p:pRg st="0" end="0"/>
                                            </p:txEl>
                                          </p:spTgt>
                                        </p:tgtEl>
                                      </p:cBhvr>
                                      <p:to x="100000" y="80000"/>
                                    </p:animScale>
                                    <p:animScale>
                                      <p:cBhvr>
                                        <p:cTn id="105" dur="166" decel="50000">
                                          <p:stCondLst>
                                            <p:cond delay="1338"/>
                                          </p:stCondLst>
                                        </p:cTn>
                                        <p:tgtEl>
                                          <p:spTgt spid="4">
                                            <p:txEl>
                                              <p:pRg st="0" end="0"/>
                                            </p:txEl>
                                          </p:spTgt>
                                        </p:tgtEl>
                                      </p:cBhvr>
                                      <p:to x="100000" y="100000"/>
                                    </p:animScale>
                                    <p:animScale>
                                      <p:cBhvr>
                                        <p:cTn id="106" dur="26">
                                          <p:stCondLst>
                                            <p:cond delay="1642"/>
                                          </p:stCondLst>
                                        </p:cTn>
                                        <p:tgtEl>
                                          <p:spTgt spid="4">
                                            <p:txEl>
                                              <p:pRg st="0" end="0"/>
                                            </p:txEl>
                                          </p:spTgt>
                                        </p:tgtEl>
                                      </p:cBhvr>
                                      <p:to x="100000" y="90000"/>
                                    </p:animScale>
                                    <p:animScale>
                                      <p:cBhvr>
                                        <p:cTn id="107" dur="166" decel="50000">
                                          <p:stCondLst>
                                            <p:cond delay="1668"/>
                                          </p:stCondLst>
                                        </p:cTn>
                                        <p:tgtEl>
                                          <p:spTgt spid="4">
                                            <p:txEl>
                                              <p:pRg st="0" end="0"/>
                                            </p:txEl>
                                          </p:spTgt>
                                        </p:tgtEl>
                                      </p:cBhvr>
                                      <p:to x="100000" y="100000"/>
                                    </p:animScale>
                                    <p:animScale>
                                      <p:cBhvr>
                                        <p:cTn id="108" dur="26">
                                          <p:stCondLst>
                                            <p:cond delay="1808"/>
                                          </p:stCondLst>
                                        </p:cTn>
                                        <p:tgtEl>
                                          <p:spTgt spid="4">
                                            <p:txEl>
                                              <p:pRg st="0" end="0"/>
                                            </p:txEl>
                                          </p:spTgt>
                                        </p:tgtEl>
                                      </p:cBhvr>
                                      <p:to x="100000" y="95000"/>
                                    </p:animScale>
                                    <p:animScale>
                                      <p:cBhvr>
                                        <p:cTn id="109" dur="166" decel="50000">
                                          <p:stCondLst>
                                            <p:cond delay="1834"/>
                                          </p:stCondLst>
                                        </p:cTn>
                                        <p:tgtEl>
                                          <p:spTgt spid="4">
                                            <p:txEl>
                                              <p:pRg st="0" end="0"/>
                                            </p:txEl>
                                          </p:spTgt>
                                        </p:tgtEl>
                                      </p:cBhvr>
                                      <p:to x="100000" y="100000"/>
                                    </p:animScale>
                                  </p:childTnLst>
                                </p:cTn>
                              </p:par>
                              <p:par>
                                <p:cTn id="110" presetID="26" presetClass="entr" presetSubtype="0" fill="hold" grpId="0" nodeType="withEffect">
                                  <p:stCondLst>
                                    <p:cond delay="0"/>
                                  </p:stCondLst>
                                  <p:childTnLst>
                                    <p:set>
                                      <p:cBhvr>
                                        <p:cTn id="111" dur="1" fill="hold">
                                          <p:stCondLst>
                                            <p:cond delay="0"/>
                                          </p:stCondLst>
                                        </p:cTn>
                                        <p:tgtEl>
                                          <p:spTgt spid="4">
                                            <p:txEl>
                                              <p:pRg st="1" end="1"/>
                                            </p:txEl>
                                          </p:spTgt>
                                        </p:tgtEl>
                                        <p:attrNameLst>
                                          <p:attrName>style.visibility</p:attrName>
                                        </p:attrNameLst>
                                      </p:cBhvr>
                                      <p:to>
                                        <p:strVal val="visible"/>
                                      </p:to>
                                    </p:set>
                                    <p:animEffect transition="in" filter="wipe(down)">
                                      <p:cBhvr>
                                        <p:cTn id="112" dur="580">
                                          <p:stCondLst>
                                            <p:cond delay="0"/>
                                          </p:stCondLst>
                                        </p:cTn>
                                        <p:tgtEl>
                                          <p:spTgt spid="4">
                                            <p:txEl>
                                              <p:pRg st="1" end="1"/>
                                            </p:txEl>
                                          </p:spTgt>
                                        </p:tgtEl>
                                      </p:cBhvr>
                                    </p:animEffect>
                                    <p:anim calcmode="lin" valueType="num">
                                      <p:cBhvr>
                                        <p:cTn id="113" dur="1822" tmFilter="0,0; 0.14,0.36; 0.43,0.73; 0.71,0.91; 1.0,1.0">
                                          <p:stCondLst>
                                            <p:cond delay="0"/>
                                          </p:stCondLst>
                                        </p:cTn>
                                        <p:tgtEl>
                                          <p:spTgt spid="4">
                                            <p:txEl>
                                              <p:pRg st="1" end="1"/>
                                            </p:txEl>
                                          </p:spTgt>
                                        </p:tgtEl>
                                        <p:attrNameLst>
                                          <p:attrName>ppt_x</p:attrName>
                                        </p:attrNameLst>
                                      </p:cBhvr>
                                      <p:tavLst>
                                        <p:tav tm="0">
                                          <p:val>
                                            <p:strVal val="#ppt_x-0.25"/>
                                          </p:val>
                                        </p:tav>
                                        <p:tav tm="100000">
                                          <p:val>
                                            <p:strVal val="#ppt_x"/>
                                          </p:val>
                                        </p:tav>
                                      </p:tavLst>
                                    </p:anim>
                                    <p:anim calcmode="lin" valueType="num">
                                      <p:cBhvr>
                                        <p:cTn id="114" dur="664" tmFilter="0.0,0.0; 0.25,0.07; 0.50,0.2; 0.75,0.467; 1.0,1.0">
                                          <p:stCondLst>
                                            <p:cond delay="0"/>
                                          </p:stCondLst>
                                        </p:cTn>
                                        <p:tgtEl>
                                          <p:spTgt spid="4">
                                            <p:txEl>
                                              <p:pRg st="1" end="1"/>
                                            </p:txEl>
                                          </p:spTgt>
                                        </p:tgtEl>
                                        <p:attrNameLst>
                                          <p:attrName>ppt_y</p:attrName>
                                        </p:attrNameLst>
                                      </p:cBhvr>
                                      <p:tavLst>
                                        <p:tav tm="0" fmla="#ppt_y-sin(pi*$)/3">
                                          <p:val>
                                            <p:fltVal val="0.5"/>
                                          </p:val>
                                        </p:tav>
                                        <p:tav tm="100000">
                                          <p:val>
                                            <p:fltVal val="1"/>
                                          </p:val>
                                        </p:tav>
                                      </p:tavLst>
                                    </p:anim>
                                    <p:anim calcmode="lin" valueType="num">
                                      <p:cBhvr>
                                        <p:cTn id="115" dur="664" tmFilter="0, 0; 0.125,0.2665; 0.25,0.4; 0.375,0.465; 0.5,0.5;  0.625,0.535; 0.75,0.6; 0.875,0.7335; 1,1">
                                          <p:stCondLst>
                                            <p:cond delay="664"/>
                                          </p:stCondLst>
                                        </p:cTn>
                                        <p:tgtEl>
                                          <p:spTgt spid="4">
                                            <p:txEl>
                                              <p:pRg st="1" end="1"/>
                                            </p:txEl>
                                          </p:spTgt>
                                        </p:tgtEl>
                                        <p:attrNameLst>
                                          <p:attrName>ppt_y</p:attrName>
                                        </p:attrNameLst>
                                      </p:cBhvr>
                                      <p:tavLst>
                                        <p:tav tm="0" fmla="#ppt_y-sin(pi*$)/9">
                                          <p:val>
                                            <p:fltVal val="0"/>
                                          </p:val>
                                        </p:tav>
                                        <p:tav tm="100000">
                                          <p:val>
                                            <p:fltVal val="1"/>
                                          </p:val>
                                        </p:tav>
                                      </p:tavLst>
                                    </p:anim>
                                    <p:anim calcmode="lin" valueType="num">
                                      <p:cBhvr>
                                        <p:cTn id="116" dur="332" tmFilter="0, 0; 0.125,0.2665; 0.25,0.4; 0.375,0.465; 0.5,0.5;  0.625,0.535; 0.75,0.6; 0.875,0.7335; 1,1">
                                          <p:stCondLst>
                                            <p:cond delay="1324"/>
                                          </p:stCondLst>
                                        </p:cTn>
                                        <p:tgtEl>
                                          <p:spTgt spid="4">
                                            <p:txEl>
                                              <p:pRg st="1" end="1"/>
                                            </p:txEl>
                                          </p:spTgt>
                                        </p:tgtEl>
                                        <p:attrNameLst>
                                          <p:attrName>ppt_y</p:attrName>
                                        </p:attrNameLst>
                                      </p:cBhvr>
                                      <p:tavLst>
                                        <p:tav tm="0" fmla="#ppt_y-sin(pi*$)/27">
                                          <p:val>
                                            <p:fltVal val="0"/>
                                          </p:val>
                                        </p:tav>
                                        <p:tav tm="100000">
                                          <p:val>
                                            <p:fltVal val="1"/>
                                          </p:val>
                                        </p:tav>
                                      </p:tavLst>
                                    </p:anim>
                                    <p:anim calcmode="lin" valueType="num">
                                      <p:cBhvr>
                                        <p:cTn id="117" dur="164" tmFilter="0, 0; 0.125,0.2665; 0.25,0.4; 0.375,0.465; 0.5,0.5;  0.625,0.535; 0.75,0.6; 0.875,0.7335; 1,1">
                                          <p:stCondLst>
                                            <p:cond delay="1656"/>
                                          </p:stCondLst>
                                        </p:cTn>
                                        <p:tgtEl>
                                          <p:spTgt spid="4">
                                            <p:txEl>
                                              <p:pRg st="1" end="1"/>
                                            </p:txEl>
                                          </p:spTgt>
                                        </p:tgtEl>
                                        <p:attrNameLst>
                                          <p:attrName>ppt_y</p:attrName>
                                        </p:attrNameLst>
                                      </p:cBhvr>
                                      <p:tavLst>
                                        <p:tav tm="0" fmla="#ppt_y-sin(pi*$)/81">
                                          <p:val>
                                            <p:fltVal val="0"/>
                                          </p:val>
                                        </p:tav>
                                        <p:tav tm="100000">
                                          <p:val>
                                            <p:fltVal val="1"/>
                                          </p:val>
                                        </p:tav>
                                      </p:tavLst>
                                    </p:anim>
                                    <p:animScale>
                                      <p:cBhvr>
                                        <p:cTn id="118" dur="26">
                                          <p:stCondLst>
                                            <p:cond delay="650"/>
                                          </p:stCondLst>
                                        </p:cTn>
                                        <p:tgtEl>
                                          <p:spTgt spid="4">
                                            <p:txEl>
                                              <p:pRg st="1" end="1"/>
                                            </p:txEl>
                                          </p:spTgt>
                                        </p:tgtEl>
                                      </p:cBhvr>
                                      <p:to x="100000" y="60000"/>
                                    </p:animScale>
                                    <p:animScale>
                                      <p:cBhvr>
                                        <p:cTn id="119" dur="166" decel="50000">
                                          <p:stCondLst>
                                            <p:cond delay="676"/>
                                          </p:stCondLst>
                                        </p:cTn>
                                        <p:tgtEl>
                                          <p:spTgt spid="4">
                                            <p:txEl>
                                              <p:pRg st="1" end="1"/>
                                            </p:txEl>
                                          </p:spTgt>
                                        </p:tgtEl>
                                      </p:cBhvr>
                                      <p:to x="100000" y="100000"/>
                                    </p:animScale>
                                    <p:animScale>
                                      <p:cBhvr>
                                        <p:cTn id="120" dur="26">
                                          <p:stCondLst>
                                            <p:cond delay="1312"/>
                                          </p:stCondLst>
                                        </p:cTn>
                                        <p:tgtEl>
                                          <p:spTgt spid="4">
                                            <p:txEl>
                                              <p:pRg st="1" end="1"/>
                                            </p:txEl>
                                          </p:spTgt>
                                        </p:tgtEl>
                                      </p:cBhvr>
                                      <p:to x="100000" y="80000"/>
                                    </p:animScale>
                                    <p:animScale>
                                      <p:cBhvr>
                                        <p:cTn id="121" dur="166" decel="50000">
                                          <p:stCondLst>
                                            <p:cond delay="1338"/>
                                          </p:stCondLst>
                                        </p:cTn>
                                        <p:tgtEl>
                                          <p:spTgt spid="4">
                                            <p:txEl>
                                              <p:pRg st="1" end="1"/>
                                            </p:txEl>
                                          </p:spTgt>
                                        </p:tgtEl>
                                      </p:cBhvr>
                                      <p:to x="100000" y="100000"/>
                                    </p:animScale>
                                    <p:animScale>
                                      <p:cBhvr>
                                        <p:cTn id="122" dur="26">
                                          <p:stCondLst>
                                            <p:cond delay="1642"/>
                                          </p:stCondLst>
                                        </p:cTn>
                                        <p:tgtEl>
                                          <p:spTgt spid="4">
                                            <p:txEl>
                                              <p:pRg st="1" end="1"/>
                                            </p:txEl>
                                          </p:spTgt>
                                        </p:tgtEl>
                                      </p:cBhvr>
                                      <p:to x="100000" y="90000"/>
                                    </p:animScale>
                                    <p:animScale>
                                      <p:cBhvr>
                                        <p:cTn id="123" dur="166" decel="50000">
                                          <p:stCondLst>
                                            <p:cond delay="1668"/>
                                          </p:stCondLst>
                                        </p:cTn>
                                        <p:tgtEl>
                                          <p:spTgt spid="4">
                                            <p:txEl>
                                              <p:pRg st="1" end="1"/>
                                            </p:txEl>
                                          </p:spTgt>
                                        </p:tgtEl>
                                      </p:cBhvr>
                                      <p:to x="100000" y="100000"/>
                                    </p:animScale>
                                    <p:animScale>
                                      <p:cBhvr>
                                        <p:cTn id="124" dur="26">
                                          <p:stCondLst>
                                            <p:cond delay="1808"/>
                                          </p:stCondLst>
                                        </p:cTn>
                                        <p:tgtEl>
                                          <p:spTgt spid="4">
                                            <p:txEl>
                                              <p:pRg st="1" end="1"/>
                                            </p:txEl>
                                          </p:spTgt>
                                        </p:tgtEl>
                                      </p:cBhvr>
                                      <p:to x="100000" y="95000"/>
                                    </p:animScale>
                                    <p:animScale>
                                      <p:cBhvr>
                                        <p:cTn id="125" dur="166" decel="50000">
                                          <p:stCondLst>
                                            <p:cond delay="1834"/>
                                          </p:stCondLst>
                                        </p:cTn>
                                        <p:tgtEl>
                                          <p:spTgt spid="4">
                                            <p:txEl>
                                              <p:pRg st="1" end="1"/>
                                            </p:txEl>
                                          </p:spTgt>
                                        </p:tgtEl>
                                      </p:cBhvr>
                                      <p:to x="100000" y="100000"/>
                                    </p:animScale>
                                  </p:childTnLst>
                                </p:cTn>
                              </p:par>
                              <p:par>
                                <p:cTn id="126" presetID="26" presetClass="entr" presetSubtype="0" fill="hold" grpId="0" nodeType="withEffect">
                                  <p:stCondLst>
                                    <p:cond delay="0"/>
                                  </p:stCondLst>
                                  <p:childTnLst>
                                    <p:set>
                                      <p:cBhvr>
                                        <p:cTn id="127" dur="1" fill="hold">
                                          <p:stCondLst>
                                            <p:cond delay="0"/>
                                          </p:stCondLst>
                                        </p:cTn>
                                        <p:tgtEl>
                                          <p:spTgt spid="4">
                                            <p:txEl>
                                              <p:pRg st="2" end="2"/>
                                            </p:txEl>
                                          </p:spTgt>
                                        </p:tgtEl>
                                        <p:attrNameLst>
                                          <p:attrName>style.visibility</p:attrName>
                                        </p:attrNameLst>
                                      </p:cBhvr>
                                      <p:to>
                                        <p:strVal val="visible"/>
                                      </p:to>
                                    </p:set>
                                    <p:animEffect transition="in" filter="wipe(down)">
                                      <p:cBhvr>
                                        <p:cTn id="128" dur="580">
                                          <p:stCondLst>
                                            <p:cond delay="0"/>
                                          </p:stCondLst>
                                        </p:cTn>
                                        <p:tgtEl>
                                          <p:spTgt spid="4">
                                            <p:txEl>
                                              <p:pRg st="2" end="2"/>
                                            </p:txEl>
                                          </p:spTgt>
                                        </p:tgtEl>
                                      </p:cBhvr>
                                    </p:animEffect>
                                    <p:anim calcmode="lin" valueType="num">
                                      <p:cBhvr>
                                        <p:cTn id="129" dur="1822" tmFilter="0,0; 0.14,0.36; 0.43,0.73; 0.71,0.91; 1.0,1.0">
                                          <p:stCondLst>
                                            <p:cond delay="0"/>
                                          </p:stCondLst>
                                        </p:cTn>
                                        <p:tgtEl>
                                          <p:spTgt spid="4">
                                            <p:txEl>
                                              <p:pRg st="2" end="2"/>
                                            </p:txEl>
                                          </p:spTgt>
                                        </p:tgtEl>
                                        <p:attrNameLst>
                                          <p:attrName>ppt_x</p:attrName>
                                        </p:attrNameLst>
                                      </p:cBhvr>
                                      <p:tavLst>
                                        <p:tav tm="0">
                                          <p:val>
                                            <p:strVal val="#ppt_x-0.25"/>
                                          </p:val>
                                        </p:tav>
                                        <p:tav tm="100000">
                                          <p:val>
                                            <p:strVal val="#ppt_x"/>
                                          </p:val>
                                        </p:tav>
                                      </p:tavLst>
                                    </p:anim>
                                    <p:anim calcmode="lin" valueType="num">
                                      <p:cBhvr>
                                        <p:cTn id="130" dur="664" tmFilter="0.0,0.0; 0.25,0.07; 0.50,0.2; 0.75,0.467; 1.0,1.0">
                                          <p:stCondLst>
                                            <p:cond delay="0"/>
                                          </p:stCondLst>
                                        </p:cTn>
                                        <p:tgtEl>
                                          <p:spTgt spid="4">
                                            <p:txEl>
                                              <p:pRg st="2" end="2"/>
                                            </p:txEl>
                                          </p:spTgt>
                                        </p:tgtEl>
                                        <p:attrNameLst>
                                          <p:attrName>ppt_y</p:attrName>
                                        </p:attrNameLst>
                                      </p:cBhvr>
                                      <p:tavLst>
                                        <p:tav tm="0" fmla="#ppt_y-sin(pi*$)/3">
                                          <p:val>
                                            <p:fltVal val="0.5"/>
                                          </p:val>
                                        </p:tav>
                                        <p:tav tm="100000">
                                          <p:val>
                                            <p:fltVal val="1"/>
                                          </p:val>
                                        </p:tav>
                                      </p:tavLst>
                                    </p:anim>
                                    <p:anim calcmode="lin" valueType="num">
                                      <p:cBhvr>
                                        <p:cTn id="131" dur="664" tmFilter="0, 0; 0.125,0.2665; 0.25,0.4; 0.375,0.465; 0.5,0.5;  0.625,0.535; 0.75,0.6; 0.875,0.7335; 1,1">
                                          <p:stCondLst>
                                            <p:cond delay="664"/>
                                          </p:stCondLst>
                                        </p:cTn>
                                        <p:tgtEl>
                                          <p:spTgt spid="4">
                                            <p:txEl>
                                              <p:pRg st="2" end="2"/>
                                            </p:txEl>
                                          </p:spTgt>
                                        </p:tgtEl>
                                        <p:attrNameLst>
                                          <p:attrName>ppt_y</p:attrName>
                                        </p:attrNameLst>
                                      </p:cBhvr>
                                      <p:tavLst>
                                        <p:tav tm="0" fmla="#ppt_y-sin(pi*$)/9">
                                          <p:val>
                                            <p:fltVal val="0"/>
                                          </p:val>
                                        </p:tav>
                                        <p:tav tm="100000">
                                          <p:val>
                                            <p:fltVal val="1"/>
                                          </p:val>
                                        </p:tav>
                                      </p:tavLst>
                                    </p:anim>
                                    <p:anim calcmode="lin" valueType="num">
                                      <p:cBhvr>
                                        <p:cTn id="132" dur="332" tmFilter="0, 0; 0.125,0.2665; 0.25,0.4; 0.375,0.465; 0.5,0.5;  0.625,0.535; 0.75,0.6; 0.875,0.7335; 1,1">
                                          <p:stCondLst>
                                            <p:cond delay="1324"/>
                                          </p:stCondLst>
                                        </p:cTn>
                                        <p:tgtEl>
                                          <p:spTgt spid="4">
                                            <p:txEl>
                                              <p:pRg st="2" end="2"/>
                                            </p:txEl>
                                          </p:spTgt>
                                        </p:tgtEl>
                                        <p:attrNameLst>
                                          <p:attrName>ppt_y</p:attrName>
                                        </p:attrNameLst>
                                      </p:cBhvr>
                                      <p:tavLst>
                                        <p:tav tm="0" fmla="#ppt_y-sin(pi*$)/27">
                                          <p:val>
                                            <p:fltVal val="0"/>
                                          </p:val>
                                        </p:tav>
                                        <p:tav tm="100000">
                                          <p:val>
                                            <p:fltVal val="1"/>
                                          </p:val>
                                        </p:tav>
                                      </p:tavLst>
                                    </p:anim>
                                    <p:anim calcmode="lin" valueType="num">
                                      <p:cBhvr>
                                        <p:cTn id="133" dur="164" tmFilter="0, 0; 0.125,0.2665; 0.25,0.4; 0.375,0.465; 0.5,0.5;  0.625,0.535; 0.75,0.6; 0.875,0.7335; 1,1">
                                          <p:stCondLst>
                                            <p:cond delay="1656"/>
                                          </p:stCondLst>
                                        </p:cTn>
                                        <p:tgtEl>
                                          <p:spTgt spid="4">
                                            <p:txEl>
                                              <p:pRg st="2" end="2"/>
                                            </p:txEl>
                                          </p:spTgt>
                                        </p:tgtEl>
                                        <p:attrNameLst>
                                          <p:attrName>ppt_y</p:attrName>
                                        </p:attrNameLst>
                                      </p:cBhvr>
                                      <p:tavLst>
                                        <p:tav tm="0" fmla="#ppt_y-sin(pi*$)/81">
                                          <p:val>
                                            <p:fltVal val="0"/>
                                          </p:val>
                                        </p:tav>
                                        <p:tav tm="100000">
                                          <p:val>
                                            <p:fltVal val="1"/>
                                          </p:val>
                                        </p:tav>
                                      </p:tavLst>
                                    </p:anim>
                                    <p:animScale>
                                      <p:cBhvr>
                                        <p:cTn id="134" dur="26">
                                          <p:stCondLst>
                                            <p:cond delay="650"/>
                                          </p:stCondLst>
                                        </p:cTn>
                                        <p:tgtEl>
                                          <p:spTgt spid="4">
                                            <p:txEl>
                                              <p:pRg st="2" end="2"/>
                                            </p:txEl>
                                          </p:spTgt>
                                        </p:tgtEl>
                                      </p:cBhvr>
                                      <p:to x="100000" y="60000"/>
                                    </p:animScale>
                                    <p:animScale>
                                      <p:cBhvr>
                                        <p:cTn id="135" dur="166" decel="50000">
                                          <p:stCondLst>
                                            <p:cond delay="676"/>
                                          </p:stCondLst>
                                        </p:cTn>
                                        <p:tgtEl>
                                          <p:spTgt spid="4">
                                            <p:txEl>
                                              <p:pRg st="2" end="2"/>
                                            </p:txEl>
                                          </p:spTgt>
                                        </p:tgtEl>
                                      </p:cBhvr>
                                      <p:to x="100000" y="100000"/>
                                    </p:animScale>
                                    <p:animScale>
                                      <p:cBhvr>
                                        <p:cTn id="136" dur="26">
                                          <p:stCondLst>
                                            <p:cond delay="1312"/>
                                          </p:stCondLst>
                                        </p:cTn>
                                        <p:tgtEl>
                                          <p:spTgt spid="4">
                                            <p:txEl>
                                              <p:pRg st="2" end="2"/>
                                            </p:txEl>
                                          </p:spTgt>
                                        </p:tgtEl>
                                      </p:cBhvr>
                                      <p:to x="100000" y="80000"/>
                                    </p:animScale>
                                    <p:animScale>
                                      <p:cBhvr>
                                        <p:cTn id="137" dur="166" decel="50000">
                                          <p:stCondLst>
                                            <p:cond delay="1338"/>
                                          </p:stCondLst>
                                        </p:cTn>
                                        <p:tgtEl>
                                          <p:spTgt spid="4">
                                            <p:txEl>
                                              <p:pRg st="2" end="2"/>
                                            </p:txEl>
                                          </p:spTgt>
                                        </p:tgtEl>
                                      </p:cBhvr>
                                      <p:to x="100000" y="100000"/>
                                    </p:animScale>
                                    <p:animScale>
                                      <p:cBhvr>
                                        <p:cTn id="138" dur="26">
                                          <p:stCondLst>
                                            <p:cond delay="1642"/>
                                          </p:stCondLst>
                                        </p:cTn>
                                        <p:tgtEl>
                                          <p:spTgt spid="4">
                                            <p:txEl>
                                              <p:pRg st="2" end="2"/>
                                            </p:txEl>
                                          </p:spTgt>
                                        </p:tgtEl>
                                      </p:cBhvr>
                                      <p:to x="100000" y="90000"/>
                                    </p:animScale>
                                    <p:animScale>
                                      <p:cBhvr>
                                        <p:cTn id="139" dur="166" decel="50000">
                                          <p:stCondLst>
                                            <p:cond delay="1668"/>
                                          </p:stCondLst>
                                        </p:cTn>
                                        <p:tgtEl>
                                          <p:spTgt spid="4">
                                            <p:txEl>
                                              <p:pRg st="2" end="2"/>
                                            </p:txEl>
                                          </p:spTgt>
                                        </p:tgtEl>
                                      </p:cBhvr>
                                      <p:to x="100000" y="100000"/>
                                    </p:animScale>
                                    <p:animScale>
                                      <p:cBhvr>
                                        <p:cTn id="140" dur="26">
                                          <p:stCondLst>
                                            <p:cond delay="1808"/>
                                          </p:stCondLst>
                                        </p:cTn>
                                        <p:tgtEl>
                                          <p:spTgt spid="4">
                                            <p:txEl>
                                              <p:pRg st="2" end="2"/>
                                            </p:txEl>
                                          </p:spTgt>
                                        </p:tgtEl>
                                      </p:cBhvr>
                                      <p:to x="100000" y="95000"/>
                                    </p:animScale>
                                    <p:animScale>
                                      <p:cBhvr>
                                        <p:cTn id="141" dur="166" decel="50000">
                                          <p:stCondLst>
                                            <p:cond delay="1834"/>
                                          </p:stCondLst>
                                        </p:cTn>
                                        <p:tgtEl>
                                          <p:spTgt spid="4">
                                            <p:txEl>
                                              <p:pRg st="2" end="2"/>
                                            </p:txEl>
                                          </p:spTgt>
                                        </p:tgtEl>
                                      </p:cBhvr>
                                      <p:to x="100000" y="100000"/>
                                    </p:animScale>
                                  </p:childTnLst>
                                </p:cTn>
                              </p:par>
                              <p:par>
                                <p:cTn id="142" presetID="26" presetClass="entr" presetSubtype="0" fill="hold" grpId="0" nodeType="withEffect">
                                  <p:stCondLst>
                                    <p:cond delay="0"/>
                                  </p:stCondLst>
                                  <p:childTnLst>
                                    <p:set>
                                      <p:cBhvr>
                                        <p:cTn id="143" dur="1" fill="hold">
                                          <p:stCondLst>
                                            <p:cond delay="0"/>
                                          </p:stCondLst>
                                        </p:cTn>
                                        <p:tgtEl>
                                          <p:spTgt spid="4">
                                            <p:txEl>
                                              <p:pRg st="3" end="3"/>
                                            </p:txEl>
                                          </p:spTgt>
                                        </p:tgtEl>
                                        <p:attrNameLst>
                                          <p:attrName>style.visibility</p:attrName>
                                        </p:attrNameLst>
                                      </p:cBhvr>
                                      <p:to>
                                        <p:strVal val="visible"/>
                                      </p:to>
                                    </p:set>
                                    <p:animEffect transition="in" filter="wipe(down)">
                                      <p:cBhvr>
                                        <p:cTn id="144" dur="580">
                                          <p:stCondLst>
                                            <p:cond delay="0"/>
                                          </p:stCondLst>
                                        </p:cTn>
                                        <p:tgtEl>
                                          <p:spTgt spid="4">
                                            <p:txEl>
                                              <p:pRg st="3" end="3"/>
                                            </p:txEl>
                                          </p:spTgt>
                                        </p:tgtEl>
                                      </p:cBhvr>
                                    </p:animEffect>
                                    <p:anim calcmode="lin" valueType="num">
                                      <p:cBhvr>
                                        <p:cTn id="145" dur="1822" tmFilter="0,0; 0.14,0.36; 0.43,0.73; 0.71,0.91; 1.0,1.0">
                                          <p:stCondLst>
                                            <p:cond delay="0"/>
                                          </p:stCondLst>
                                        </p:cTn>
                                        <p:tgtEl>
                                          <p:spTgt spid="4">
                                            <p:txEl>
                                              <p:pRg st="3" end="3"/>
                                            </p:txEl>
                                          </p:spTgt>
                                        </p:tgtEl>
                                        <p:attrNameLst>
                                          <p:attrName>ppt_x</p:attrName>
                                        </p:attrNameLst>
                                      </p:cBhvr>
                                      <p:tavLst>
                                        <p:tav tm="0">
                                          <p:val>
                                            <p:strVal val="#ppt_x-0.25"/>
                                          </p:val>
                                        </p:tav>
                                        <p:tav tm="100000">
                                          <p:val>
                                            <p:strVal val="#ppt_x"/>
                                          </p:val>
                                        </p:tav>
                                      </p:tavLst>
                                    </p:anim>
                                    <p:anim calcmode="lin" valueType="num">
                                      <p:cBhvr>
                                        <p:cTn id="146" dur="664" tmFilter="0.0,0.0; 0.25,0.07; 0.50,0.2; 0.75,0.467; 1.0,1.0">
                                          <p:stCondLst>
                                            <p:cond delay="0"/>
                                          </p:stCondLst>
                                        </p:cTn>
                                        <p:tgtEl>
                                          <p:spTgt spid="4">
                                            <p:txEl>
                                              <p:pRg st="3" end="3"/>
                                            </p:txEl>
                                          </p:spTgt>
                                        </p:tgtEl>
                                        <p:attrNameLst>
                                          <p:attrName>ppt_y</p:attrName>
                                        </p:attrNameLst>
                                      </p:cBhvr>
                                      <p:tavLst>
                                        <p:tav tm="0" fmla="#ppt_y-sin(pi*$)/3">
                                          <p:val>
                                            <p:fltVal val="0.5"/>
                                          </p:val>
                                        </p:tav>
                                        <p:tav tm="100000">
                                          <p:val>
                                            <p:fltVal val="1"/>
                                          </p:val>
                                        </p:tav>
                                      </p:tavLst>
                                    </p:anim>
                                    <p:anim calcmode="lin" valueType="num">
                                      <p:cBhvr>
                                        <p:cTn id="147" dur="664" tmFilter="0, 0; 0.125,0.2665; 0.25,0.4; 0.375,0.465; 0.5,0.5;  0.625,0.535; 0.75,0.6; 0.875,0.7335; 1,1">
                                          <p:stCondLst>
                                            <p:cond delay="664"/>
                                          </p:stCondLst>
                                        </p:cTn>
                                        <p:tgtEl>
                                          <p:spTgt spid="4">
                                            <p:txEl>
                                              <p:pRg st="3" end="3"/>
                                            </p:txEl>
                                          </p:spTgt>
                                        </p:tgtEl>
                                        <p:attrNameLst>
                                          <p:attrName>ppt_y</p:attrName>
                                        </p:attrNameLst>
                                      </p:cBhvr>
                                      <p:tavLst>
                                        <p:tav tm="0" fmla="#ppt_y-sin(pi*$)/9">
                                          <p:val>
                                            <p:fltVal val="0"/>
                                          </p:val>
                                        </p:tav>
                                        <p:tav tm="100000">
                                          <p:val>
                                            <p:fltVal val="1"/>
                                          </p:val>
                                        </p:tav>
                                      </p:tavLst>
                                    </p:anim>
                                    <p:anim calcmode="lin" valueType="num">
                                      <p:cBhvr>
                                        <p:cTn id="148" dur="332" tmFilter="0, 0; 0.125,0.2665; 0.25,0.4; 0.375,0.465; 0.5,0.5;  0.625,0.535; 0.75,0.6; 0.875,0.7335; 1,1">
                                          <p:stCondLst>
                                            <p:cond delay="1324"/>
                                          </p:stCondLst>
                                        </p:cTn>
                                        <p:tgtEl>
                                          <p:spTgt spid="4">
                                            <p:txEl>
                                              <p:pRg st="3" end="3"/>
                                            </p:txEl>
                                          </p:spTgt>
                                        </p:tgtEl>
                                        <p:attrNameLst>
                                          <p:attrName>ppt_y</p:attrName>
                                        </p:attrNameLst>
                                      </p:cBhvr>
                                      <p:tavLst>
                                        <p:tav tm="0" fmla="#ppt_y-sin(pi*$)/27">
                                          <p:val>
                                            <p:fltVal val="0"/>
                                          </p:val>
                                        </p:tav>
                                        <p:tav tm="100000">
                                          <p:val>
                                            <p:fltVal val="1"/>
                                          </p:val>
                                        </p:tav>
                                      </p:tavLst>
                                    </p:anim>
                                    <p:anim calcmode="lin" valueType="num">
                                      <p:cBhvr>
                                        <p:cTn id="149" dur="164" tmFilter="0, 0; 0.125,0.2665; 0.25,0.4; 0.375,0.465; 0.5,0.5;  0.625,0.535; 0.75,0.6; 0.875,0.7335; 1,1">
                                          <p:stCondLst>
                                            <p:cond delay="1656"/>
                                          </p:stCondLst>
                                        </p:cTn>
                                        <p:tgtEl>
                                          <p:spTgt spid="4">
                                            <p:txEl>
                                              <p:pRg st="3" end="3"/>
                                            </p:txEl>
                                          </p:spTgt>
                                        </p:tgtEl>
                                        <p:attrNameLst>
                                          <p:attrName>ppt_y</p:attrName>
                                        </p:attrNameLst>
                                      </p:cBhvr>
                                      <p:tavLst>
                                        <p:tav tm="0" fmla="#ppt_y-sin(pi*$)/81">
                                          <p:val>
                                            <p:fltVal val="0"/>
                                          </p:val>
                                        </p:tav>
                                        <p:tav tm="100000">
                                          <p:val>
                                            <p:fltVal val="1"/>
                                          </p:val>
                                        </p:tav>
                                      </p:tavLst>
                                    </p:anim>
                                    <p:animScale>
                                      <p:cBhvr>
                                        <p:cTn id="150" dur="26">
                                          <p:stCondLst>
                                            <p:cond delay="650"/>
                                          </p:stCondLst>
                                        </p:cTn>
                                        <p:tgtEl>
                                          <p:spTgt spid="4">
                                            <p:txEl>
                                              <p:pRg st="3" end="3"/>
                                            </p:txEl>
                                          </p:spTgt>
                                        </p:tgtEl>
                                      </p:cBhvr>
                                      <p:to x="100000" y="60000"/>
                                    </p:animScale>
                                    <p:animScale>
                                      <p:cBhvr>
                                        <p:cTn id="151" dur="166" decel="50000">
                                          <p:stCondLst>
                                            <p:cond delay="676"/>
                                          </p:stCondLst>
                                        </p:cTn>
                                        <p:tgtEl>
                                          <p:spTgt spid="4">
                                            <p:txEl>
                                              <p:pRg st="3" end="3"/>
                                            </p:txEl>
                                          </p:spTgt>
                                        </p:tgtEl>
                                      </p:cBhvr>
                                      <p:to x="100000" y="100000"/>
                                    </p:animScale>
                                    <p:animScale>
                                      <p:cBhvr>
                                        <p:cTn id="152" dur="26">
                                          <p:stCondLst>
                                            <p:cond delay="1312"/>
                                          </p:stCondLst>
                                        </p:cTn>
                                        <p:tgtEl>
                                          <p:spTgt spid="4">
                                            <p:txEl>
                                              <p:pRg st="3" end="3"/>
                                            </p:txEl>
                                          </p:spTgt>
                                        </p:tgtEl>
                                      </p:cBhvr>
                                      <p:to x="100000" y="80000"/>
                                    </p:animScale>
                                    <p:animScale>
                                      <p:cBhvr>
                                        <p:cTn id="153" dur="166" decel="50000">
                                          <p:stCondLst>
                                            <p:cond delay="1338"/>
                                          </p:stCondLst>
                                        </p:cTn>
                                        <p:tgtEl>
                                          <p:spTgt spid="4">
                                            <p:txEl>
                                              <p:pRg st="3" end="3"/>
                                            </p:txEl>
                                          </p:spTgt>
                                        </p:tgtEl>
                                      </p:cBhvr>
                                      <p:to x="100000" y="100000"/>
                                    </p:animScale>
                                    <p:animScale>
                                      <p:cBhvr>
                                        <p:cTn id="154" dur="26">
                                          <p:stCondLst>
                                            <p:cond delay="1642"/>
                                          </p:stCondLst>
                                        </p:cTn>
                                        <p:tgtEl>
                                          <p:spTgt spid="4">
                                            <p:txEl>
                                              <p:pRg st="3" end="3"/>
                                            </p:txEl>
                                          </p:spTgt>
                                        </p:tgtEl>
                                      </p:cBhvr>
                                      <p:to x="100000" y="90000"/>
                                    </p:animScale>
                                    <p:animScale>
                                      <p:cBhvr>
                                        <p:cTn id="155" dur="166" decel="50000">
                                          <p:stCondLst>
                                            <p:cond delay="1668"/>
                                          </p:stCondLst>
                                        </p:cTn>
                                        <p:tgtEl>
                                          <p:spTgt spid="4">
                                            <p:txEl>
                                              <p:pRg st="3" end="3"/>
                                            </p:txEl>
                                          </p:spTgt>
                                        </p:tgtEl>
                                      </p:cBhvr>
                                      <p:to x="100000" y="100000"/>
                                    </p:animScale>
                                    <p:animScale>
                                      <p:cBhvr>
                                        <p:cTn id="156" dur="26">
                                          <p:stCondLst>
                                            <p:cond delay="1808"/>
                                          </p:stCondLst>
                                        </p:cTn>
                                        <p:tgtEl>
                                          <p:spTgt spid="4">
                                            <p:txEl>
                                              <p:pRg st="3" end="3"/>
                                            </p:txEl>
                                          </p:spTgt>
                                        </p:tgtEl>
                                      </p:cBhvr>
                                      <p:to x="100000" y="95000"/>
                                    </p:animScale>
                                    <p:animScale>
                                      <p:cBhvr>
                                        <p:cTn id="157" dur="166" decel="50000">
                                          <p:stCondLst>
                                            <p:cond delay="1834"/>
                                          </p:stCondLst>
                                        </p:cTn>
                                        <p:tgtEl>
                                          <p:spTgt spid="4">
                                            <p:txEl>
                                              <p:pRg st="3" end="3"/>
                                            </p:txEl>
                                          </p:spTgt>
                                        </p:tgtEl>
                                      </p:cBhvr>
                                      <p:to x="100000" y="100000"/>
                                    </p:animScale>
                                  </p:childTnLst>
                                </p:cTn>
                              </p:par>
                              <p:par>
                                <p:cTn id="158" presetID="26" presetClass="entr" presetSubtype="0" fill="hold" grpId="0" nodeType="withEffect">
                                  <p:stCondLst>
                                    <p:cond delay="0"/>
                                  </p:stCondLst>
                                  <p:childTnLst>
                                    <p:set>
                                      <p:cBhvr>
                                        <p:cTn id="159" dur="1" fill="hold">
                                          <p:stCondLst>
                                            <p:cond delay="0"/>
                                          </p:stCondLst>
                                        </p:cTn>
                                        <p:tgtEl>
                                          <p:spTgt spid="4">
                                            <p:txEl>
                                              <p:pRg st="4" end="4"/>
                                            </p:txEl>
                                          </p:spTgt>
                                        </p:tgtEl>
                                        <p:attrNameLst>
                                          <p:attrName>style.visibility</p:attrName>
                                        </p:attrNameLst>
                                      </p:cBhvr>
                                      <p:to>
                                        <p:strVal val="visible"/>
                                      </p:to>
                                    </p:set>
                                    <p:animEffect transition="in" filter="wipe(down)">
                                      <p:cBhvr>
                                        <p:cTn id="160" dur="580">
                                          <p:stCondLst>
                                            <p:cond delay="0"/>
                                          </p:stCondLst>
                                        </p:cTn>
                                        <p:tgtEl>
                                          <p:spTgt spid="4">
                                            <p:txEl>
                                              <p:pRg st="4" end="4"/>
                                            </p:txEl>
                                          </p:spTgt>
                                        </p:tgtEl>
                                      </p:cBhvr>
                                    </p:animEffect>
                                    <p:anim calcmode="lin" valueType="num">
                                      <p:cBhvr>
                                        <p:cTn id="161" dur="1822" tmFilter="0,0; 0.14,0.36; 0.43,0.73; 0.71,0.91; 1.0,1.0">
                                          <p:stCondLst>
                                            <p:cond delay="0"/>
                                          </p:stCondLst>
                                        </p:cTn>
                                        <p:tgtEl>
                                          <p:spTgt spid="4">
                                            <p:txEl>
                                              <p:pRg st="4" end="4"/>
                                            </p:txEl>
                                          </p:spTgt>
                                        </p:tgtEl>
                                        <p:attrNameLst>
                                          <p:attrName>ppt_x</p:attrName>
                                        </p:attrNameLst>
                                      </p:cBhvr>
                                      <p:tavLst>
                                        <p:tav tm="0">
                                          <p:val>
                                            <p:strVal val="#ppt_x-0.25"/>
                                          </p:val>
                                        </p:tav>
                                        <p:tav tm="100000">
                                          <p:val>
                                            <p:strVal val="#ppt_x"/>
                                          </p:val>
                                        </p:tav>
                                      </p:tavLst>
                                    </p:anim>
                                    <p:anim calcmode="lin" valueType="num">
                                      <p:cBhvr>
                                        <p:cTn id="162" dur="664" tmFilter="0.0,0.0; 0.25,0.07; 0.50,0.2; 0.75,0.467; 1.0,1.0">
                                          <p:stCondLst>
                                            <p:cond delay="0"/>
                                          </p:stCondLst>
                                        </p:cTn>
                                        <p:tgtEl>
                                          <p:spTgt spid="4">
                                            <p:txEl>
                                              <p:pRg st="4" end="4"/>
                                            </p:txEl>
                                          </p:spTgt>
                                        </p:tgtEl>
                                        <p:attrNameLst>
                                          <p:attrName>ppt_y</p:attrName>
                                        </p:attrNameLst>
                                      </p:cBhvr>
                                      <p:tavLst>
                                        <p:tav tm="0" fmla="#ppt_y-sin(pi*$)/3">
                                          <p:val>
                                            <p:fltVal val="0.5"/>
                                          </p:val>
                                        </p:tav>
                                        <p:tav tm="100000">
                                          <p:val>
                                            <p:fltVal val="1"/>
                                          </p:val>
                                        </p:tav>
                                      </p:tavLst>
                                    </p:anim>
                                    <p:anim calcmode="lin" valueType="num">
                                      <p:cBhvr>
                                        <p:cTn id="163" dur="664" tmFilter="0, 0; 0.125,0.2665; 0.25,0.4; 0.375,0.465; 0.5,0.5;  0.625,0.535; 0.75,0.6; 0.875,0.7335; 1,1">
                                          <p:stCondLst>
                                            <p:cond delay="664"/>
                                          </p:stCondLst>
                                        </p:cTn>
                                        <p:tgtEl>
                                          <p:spTgt spid="4">
                                            <p:txEl>
                                              <p:pRg st="4" end="4"/>
                                            </p:txEl>
                                          </p:spTgt>
                                        </p:tgtEl>
                                        <p:attrNameLst>
                                          <p:attrName>ppt_y</p:attrName>
                                        </p:attrNameLst>
                                      </p:cBhvr>
                                      <p:tavLst>
                                        <p:tav tm="0" fmla="#ppt_y-sin(pi*$)/9">
                                          <p:val>
                                            <p:fltVal val="0"/>
                                          </p:val>
                                        </p:tav>
                                        <p:tav tm="100000">
                                          <p:val>
                                            <p:fltVal val="1"/>
                                          </p:val>
                                        </p:tav>
                                      </p:tavLst>
                                    </p:anim>
                                    <p:anim calcmode="lin" valueType="num">
                                      <p:cBhvr>
                                        <p:cTn id="164" dur="332" tmFilter="0, 0; 0.125,0.2665; 0.25,0.4; 0.375,0.465; 0.5,0.5;  0.625,0.535; 0.75,0.6; 0.875,0.7335; 1,1">
                                          <p:stCondLst>
                                            <p:cond delay="1324"/>
                                          </p:stCondLst>
                                        </p:cTn>
                                        <p:tgtEl>
                                          <p:spTgt spid="4">
                                            <p:txEl>
                                              <p:pRg st="4" end="4"/>
                                            </p:txEl>
                                          </p:spTgt>
                                        </p:tgtEl>
                                        <p:attrNameLst>
                                          <p:attrName>ppt_y</p:attrName>
                                        </p:attrNameLst>
                                      </p:cBhvr>
                                      <p:tavLst>
                                        <p:tav tm="0" fmla="#ppt_y-sin(pi*$)/27">
                                          <p:val>
                                            <p:fltVal val="0"/>
                                          </p:val>
                                        </p:tav>
                                        <p:tav tm="100000">
                                          <p:val>
                                            <p:fltVal val="1"/>
                                          </p:val>
                                        </p:tav>
                                      </p:tavLst>
                                    </p:anim>
                                    <p:anim calcmode="lin" valueType="num">
                                      <p:cBhvr>
                                        <p:cTn id="165" dur="164" tmFilter="0, 0; 0.125,0.2665; 0.25,0.4; 0.375,0.465; 0.5,0.5;  0.625,0.535; 0.75,0.6; 0.875,0.7335; 1,1">
                                          <p:stCondLst>
                                            <p:cond delay="1656"/>
                                          </p:stCondLst>
                                        </p:cTn>
                                        <p:tgtEl>
                                          <p:spTgt spid="4">
                                            <p:txEl>
                                              <p:pRg st="4" end="4"/>
                                            </p:txEl>
                                          </p:spTgt>
                                        </p:tgtEl>
                                        <p:attrNameLst>
                                          <p:attrName>ppt_y</p:attrName>
                                        </p:attrNameLst>
                                      </p:cBhvr>
                                      <p:tavLst>
                                        <p:tav tm="0" fmla="#ppt_y-sin(pi*$)/81">
                                          <p:val>
                                            <p:fltVal val="0"/>
                                          </p:val>
                                        </p:tav>
                                        <p:tav tm="100000">
                                          <p:val>
                                            <p:fltVal val="1"/>
                                          </p:val>
                                        </p:tav>
                                      </p:tavLst>
                                    </p:anim>
                                    <p:animScale>
                                      <p:cBhvr>
                                        <p:cTn id="166" dur="26">
                                          <p:stCondLst>
                                            <p:cond delay="650"/>
                                          </p:stCondLst>
                                        </p:cTn>
                                        <p:tgtEl>
                                          <p:spTgt spid="4">
                                            <p:txEl>
                                              <p:pRg st="4" end="4"/>
                                            </p:txEl>
                                          </p:spTgt>
                                        </p:tgtEl>
                                      </p:cBhvr>
                                      <p:to x="100000" y="60000"/>
                                    </p:animScale>
                                    <p:animScale>
                                      <p:cBhvr>
                                        <p:cTn id="167" dur="166" decel="50000">
                                          <p:stCondLst>
                                            <p:cond delay="676"/>
                                          </p:stCondLst>
                                        </p:cTn>
                                        <p:tgtEl>
                                          <p:spTgt spid="4">
                                            <p:txEl>
                                              <p:pRg st="4" end="4"/>
                                            </p:txEl>
                                          </p:spTgt>
                                        </p:tgtEl>
                                      </p:cBhvr>
                                      <p:to x="100000" y="100000"/>
                                    </p:animScale>
                                    <p:animScale>
                                      <p:cBhvr>
                                        <p:cTn id="168" dur="26">
                                          <p:stCondLst>
                                            <p:cond delay="1312"/>
                                          </p:stCondLst>
                                        </p:cTn>
                                        <p:tgtEl>
                                          <p:spTgt spid="4">
                                            <p:txEl>
                                              <p:pRg st="4" end="4"/>
                                            </p:txEl>
                                          </p:spTgt>
                                        </p:tgtEl>
                                      </p:cBhvr>
                                      <p:to x="100000" y="80000"/>
                                    </p:animScale>
                                    <p:animScale>
                                      <p:cBhvr>
                                        <p:cTn id="169" dur="166" decel="50000">
                                          <p:stCondLst>
                                            <p:cond delay="1338"/>
                                          </p:stCondLst>
                                        </p:cTn>
                                        <p:tgtEl>
                                          <p:spTgt spid="4">
                                            <p:txEl>
                                              <p:pRg st="4" end="4"/>
                                            </p:txEl>
                                          </p:spTgt>
                                        </p:tgtEl>
                                      </p:cBhvr>
                                      <p:to x="100000" y="100000"/>
                                    </p:animScale>
                                    <p:animScale>
                                      <p:cBhvr>
                                        <p:cTn id="170" dur="26">
                                          <p:stCondLst>
                                            <p:cond delay="1642"/>
                                          </p:stCondLst>
                                        </p:cTn>
                                        <p:tgtEl>
                                          <p:spTgt spid="4">
                                            <p:txEl>
                                              <p:pRg st="4" end="4"/>
                                            </p:txEl>
                                          </p:spTgt>
                                        </p:tgtEl>
                                      </p:cBhvr>
                                      <p:to x="100000" y="90000"/>
                                    </p:animScale>
                                    <p:animScale>
                                      <p:cBhvr>
                                        <p:cTn id="171" dur="166" decel="50000">
                                          <p:stCondLst>
                                            <p:cond delay="1668"/>
                                          </p:stCondLst>
                                        </p:cTn>
                                        <p:tgtEl>
                                          <p:spTgt spid="4">
                                            <p:txEl>
                                              <p:pRg st="4" end="4"/>
                                            </p:txEl>
                                          </p:spTgt>
                                        </p:tgtEl>
                                      </p:cBhvr>
                                      <p:to x="100000" y="100000"/>
                                    </p:animScale>
                                    <p:animScale>
                                      <p:cBhvr>
                                        <p:cTn id="172" dur="26">
                                          <p:stCondLst>
                                            <p:cond delay="1808"/>
                                          </p:stCondLst>
                                        </p:cTn>
                                        <p:tgtEl>
                                          <p:spTgt spid="4">
                                            <p:txEl>
                                              <p:pRg st="4" end="4"/>
                                            </p:txEl>
                                          </p:spTgt>
                                        </p:tgtEl>
                                      </p:cBhvr>
                                      <p:to x="100000" y="95000"/>
                                    </p:animScale>
                                    <p:animScale>
                                      <p:cBhvr>
                                        <p:cTn id="173" dur="166" decel="50000">
                                          <p:stCondLst>
                                            <p:cond delay="1834"/>
                                          </p:stCondLst>
                                        </p:cTn>
                                        <p:tgtEl>
                                          <p:spTgt spid="4">
                                            <p:txEl>
                                              <p:pRg st="4" end="4"/>
                                            </p:txEl>
                                          </p:spTgt>
                                        </p:tgtEl>
                                      </p:cBhvr>
                                      <p:to x="100000" y="100000"/>
                                    </p:animScale>
                                  </p:childTnLst>
                                </p:cTn>
                              </p:par>
                            </p:childTnLst>
                          </p:cTn>
                        </p:par>
                      </p:childTnLst>
                    </p:cTn>
                  </p:par>
                  <p:par>
                    <p:cTn id="174" fill="hold">
                      <p:stCondLst>
                        <p:cond delay="indefinite"/>
                      </p:stCondLst>
                      <p:childTnLst>
                        <p:par>
                          <p:cTn id="175" fill="hold">
                            <p:stCondLst>
                              <p:cond delay="0"/>
                            </p:stCondLst>
                            <p:childTnLst>
                              <p:par>
                                <p:cTn id="176" presetID="26" presetClass="entr" presetSubtype="0" fill="hold" grpId="0" nodeType="clickEffect">
                                  <p:stCondLst>
                                    <p:cond delay="0"/>
                                  </p:stCondLst>
                                  <p:childTnLst>
                                    <p:set>
                                      <p:cBhvr>
                                        <p:cTn id="177" dur="1" fill="hold">
                                          <p:stCondLst>
                                            <p:cond delay="0"/>
                                          </p:stCondLst>
                                        </p:cTn>
                                        <p:tgtEl>
                                          <p:spTgt spid="4">
                                            <p:txEl>
                                              <p:pRg st="5" end="5"/>
                                            </p:txEl>
                                          </p:spTgt>
                                        </p:tgtEl>
                                        <p:attrNameLst>
                                          <p:attrName>style.visibility</p:attrName>
                                        </p:attrNameLst>
                                      </p:cBhvr>
                                      <p:to>
                                        <p:strVal val="visible"/>
                                      </p:to>
                                    </p:set>
                                    <p:animEffect transition="in" filter="wipe(down)">
                                      <p:cBhvr>
                                        <p:cTn id="178" dur="580">
                                          <p:stCondLst>
                                            <p:cond delay="0"/>
                                          </p:stCondLst>
                                        </p:cTn>
                                        <p:tgtEl>
                                          <p:spTgt spid="4">
                                            <p:txEl>
                                              <p:pRg st="5" end="5"/>
                                            </p:txEl>
                                          </p:spTgt>
                                        </p:tgtEl>
                                      </p:cBhvr>
                                    </p:animEffect>
                                    <p:anim calcmode="lin" valueType="num">
                                      <p:cBhvr>
                                        <p:cTn id="179" dur="1822" tmFilter="0,0; 0.14,0.36; 0.43,0.73; 0.71,0.91; 1.0,1.0">
                                          <p:stCondLst>
                                            <p:cond delay="0"/>
                                          </p:stCondLst>
                                        </p:cTn>
                                        <p:tgtEl>
                                          <p:spTgt spid="4">
                                            <p:txEl>
                                              <p:pRg st="5" end="5"/>
                                            </p:txEl>
                                          </p:spTgt>
                                        </p:tgtEl>
                                        <p:attrNameLst>
                                          <p:attrName>ppt_x</p:attrName>
                                        </p:attrNameLst>
                                      </p:cBhvr>
                                      <p:tavLst>
                                        <p:tav tm="0">
                                          <p:val>
                                            <p:strVal val="#ppt_x-0.25"/>
                                          </p:val>
                                        </p:tav>
                                        <p:tav tm="100000">
                                          <p:val>
                                            <p:strVal val="#ppt_x"/>
                                          </p:val>
                                        </p:tav>
                                      </p:tavLst>
                                    </p:anim>
                                    <p:anim calcmode="lin" valueType="num">
                                      <p:cBhvr>
                                        <p:cTn id="180" dur="664" tmFilter="0.0,0.0; 0.25,0.07; 0.50,0.2; 0.75,0.467; 1.0,1.0">
                                          <p:stCondLst>
                                            <p:cond delay="0"/>
                                          </p:stCondLst>
                                        </p:cTn>
                                        <p:tgtEl>
                                          <p:spTgt spid="4">
                                            <p:txEl>
                                              <p:pRg st="5" end="5"/>
                                            </p:txEl>
                                          </p:spTgt>
                                        </p:tgtEl>
                                        <p:attrNameLst>
                                          <p:attrName>ppt_y</p:attrName>
                                        </p:attrNameLst>
                                      </p:cBhvr>
                                      <p:tavLst>
                                        <p:tav tm="0" fmla="#ppt_y-sin(pi*$)/3">
                                          <p:val>
                                            <p:fltVal val="0.5"/>
                                          </p:val>
                                        </p:tav>
                                        <p:tav tm="100000">
                                          <p:val>
                                            <p:fltVal val="1"/>
                                          </p:val>
                                        </p:tav>
                                      </p:tavLst>
                                    </p:anim>
                                    <p:anim calcmode="lin" valueType="num">
                                      <p:cBhvr>
                                        <p:cTn id="181" dur="664" tmFilter="0, 0; 0.125,0.2665; 0.25,0.4; 0.375,0.465; 0.5,0.5;  0.625,0.535; 0.75,0.6; 0.875,0.7335; 1,1">
                                          <p:stCondLst>
                                            <p:cond delay="664"/>
                                          </p:stCondLst>
                                        </p:cTn>
                                        <p:tgtEl>
                                          <p:spTgt spid="4">
                                            <p:txEl>
                                              <p:pRg st="5" end="5"/>
                                            </p:txEl>
                                          </p:spTgt>
                                        </p:tgtEl>
                                        <p:attrNameLst>
                                          <p:attrName>ppt_y</p:attrName>
                                        </p:attrNameLst>
                                      </p:cBhvr>
                                      <p:tavLst>
                                        <p:tav tm="0" fmla="#ppt_y-sin(pi*$)/9">
                                          <p:val>
                                            <p:fltVal val="0"/>
                                          </p:val>
                                        </p:tav>
                                        <p:tav tm="100000">
                                          <p:val>
                                            <p:fltVal val="1"/>
                                          </p:val>
                                        </p:tav>
                                      </p:tavLst>
                                    </p:anim>
                                    <p:anim calcmode="lin" valueType="num">
                                      <p:cBhvr>
                                        <p:cTn id="182" dur="332" tmFilter="0, 0; 0.125,0.2665; 0.25,0.4; 0.375,0.465; 0.5,0.5;  0.625,0.535; 0.75,0.6; 0.875,0.7335; 1,1">
                                          <p:stCondLst>
                                            <p:cond delay="1324"/>
                                          </p:stCondLst>
                                        </p:cTn>
                                        <p:tgtEl>
                                          <p:spTgt spid="4">
                                            <p:txEl>
                                              <p:pRg st="5" end="5"/>
                                            </p:txEl>
                                          </p:spTgt>
                                        </p:tgtEl>
                                        <p:attrNameLst>
                                          <p:attrName>ppt_y</p:attrName>
                                        </p:attrNameLst>
                                      </p:cBhvr>
                                      <p:tavLst>
                                        <p:tav tm="0" fmla="#ppt_y-sin(pi*$)/27">
                                          <p:val>
                                            <p:fltVal val="0"/>
                                          </p:val>
                                        </p:tav>
                                        <p:tav tm="100000">
                                          <p:val>
                                            <p:fltVal val="1"/>
                                          </p:val>
                                        </p:tav>
                                      </p:tavLst>
                                    </p:anim>
                                    <p:anim calcmode="lin" valueType="num">
                                      <p:cBhvr>
                                        <p:cTn id="183" dur="164" tmFilter="0, 0; 0.125,0.2665; 0.25,0.4; 0.375,0.465; 0.5,0.5;  0.625,0.535; 0.75,0.6; 0.875,0.7335; 1,1">
                                          <p:stCondLst>
                                            <p:cond delay="1656"/>
                                          </p:stCondLst>
                                        </p:cTn>
                                        <p:tgtEl>
                                          <p:spTgt spid="4">
                                            <p:txEl>
                                              <p:pRg st="5" end="5"/>
                                            </p:txEl>
                                          </p:spTgt>
                                        </p:tgtEl>
                                        <p:attrNameLst>
                                          <p:attrName>ppt_y</p:attrName>
                                        </p:attrNameLst>
                                      </p:cBhvr>
                                      <p:tavLst>
                                        <p:tav tm="0" fmla="#ppt_y-sin(pi*$)/81">
                                          <p:val>
                                            <p:fltVal val="0"/>
                                          </p:val>
                                        </p:tav>
                                        <p:tav tm="100000">
                                          <p:val>
                                            <p:fltVal val="1"/>
                                          </p:val>
                                        </p:tav>
                                      </p:tavLst>
                                    </p:anim>
                                    <p:animScale>
                                      <p:cBhvr>
                                        <p:cTn id="184" dur="26">
                                          <p:stCondLst>
                                            <p:cond delay="650"/>
                                          </p:stCondLst>
                                        </p:cTn>
                                        <p:tgtEl>
                                          <p:spTgt spid="4">
                                            <p:txEl>
                                              <p:pRg st="5" end="5"/>
                                            </p:txEl>
                                          </p:spTgt>
                                        </p:tgtEl>
                                      </p:cBhvr>
                                      <p:to x="100000" y="60000"/>
                                    </p:animScale>
                                    <p:animScale>
                                      <p:cBhvr>
                                        <p:cTn id="185" dur="166" decel="50000">
                                          <p:stCondLst>
                                            <p:cond delay="676"/>
                                          </p:stCondLst>
                                        </p:cTn>
                                        <p:tgtEl>
                                          <p:spTgt spid="4">
                                            <p:txEl>
                                              <p:pRg st="5" end="5"/>
                                            </p:txEl>
                                          </p:spTgt>
                                        </p:tgtEl>
                                      </p:cBhvr>
                                      <p:to x="100000" y="100000"/>
                                    </p:animScale>
                                    <p:animScale>
                                      <p:cBhvr>
                                        <p:cTn id="186" dur="26">
                                          <p:stCondLst>
                                            <p:cond delay="1312"/>
                                          </p:stCondLst>
                                        </p:cTn>
                                        <p:tgtEl>
                                          <p:spTgt spid="4">
                                            <p:txEl>
                                              <p:pRg st="5" end="5"/>
                                            </p:txEl>
                                          </p:spTgt>
                                        </p:tgtEl>
                                      </p:cBhvr>
                                      <p:to x="100000" y="80000"/>
                                    </p:animScale>
                                    <p:animScale>
                                      <p:cBhvr>
                                        <p:cTn id="187" dur="166" decel="50000">
                                          <p:stCondLst>
                                            <p:cond delay="1338"/>
                                          </p:stCondLst>
                                        </p:cTn>
                                        <p:tgtEl>
                                          <p:spTgt spid="4">
                                            <p:txEl>
                                              <p:pRg st="5" end="5"/>
                                            </p:txEl>
                                          </p:spTgt>
                                        </p:tgtEl>
                                      </p:cBhvr>
                                      <p:to x="100000" y="100000"/>
                                    </p:animScale>
                                    <p:animScale>
                                      <p:cBhvr>
                                        <p:cTn id="188" dur="26">
                                          <p:stCondLst>
                                            <p:cond delay="1642"/>
                                          </p:stCondLst>
                                        </p:cTn>
                                        <p:tgtEl>
                                          <p:spTgt spid="4">
                                            <p:txEl>
                                              <p:pRg st="5" end="5"/>
                                            </p:txEl>
                                          </p:spTgt>
                                        </p:tgtEl>
                                      </p:cBhvr>
                                      <p:to x="100000" y="90000"/>
                                    </p:animScale>
                                    <p:animScale>
                                      <p:cBhvr>
                                        <p:cTn id="189" dur="166" decel="50000">
                                          <p:stCondLst>
                                            <p:cond delay="1668"/>
                                          </p:stCondLst>
                                        </p:cTn>
                                        <p:tgtEl>
                                          <p:spTgt spid="4">
                                            <p:txEl>
                                              <p:pRg st="5" end="5"/>
                                            </p:txEl>
                                          </p:spTgt>
                                        </p:tgtEl>
                                      </p:cBhvr>
                                      <p:to x="100000" y="100000"/>
                                    </p:animScale>
                                    <p:animScale>
                                      <p:cBhvr>
                                        <p:cTn id="190" dur="26">
                                          <p:stCondLst>
                                            <p:cond delay="1808"/>
                                          </p:stCondLst>
                                        </p:cTn>
                                        <p:tgtEl>
                                          <p:spTgt spid="4">
                                            <p:txEl>
                                              <p:pRg st="5" end="5"/>
                                            </p:txEl>
                                          </p:spTgt>
                                        </p:tgtEl>
                                      </p:cBhvr>
                                      <p:to x="100000" y="95000"/>
                                    </p:animScale>
                                    <p:animScale>
                                      <p:cBhvr>
                                        <p:cTn id="191" dur="166" decel="50000">
                                          <p:stCondLst>
                                            <p:cond delay="1834"/>
                                          </p:stCondLst>
                                        </p:cTn>
                                        <p:tgtEl>
                                          <p:spTgt spid="4">
                                            <p:txEl>
                                              <p:pRg st="5" end="5"/>
                                            </p:txEl>
                                          </p:spTgt>
                                        </p:tgtEl>
                                      </p:cBhvr>
                                      <p:to x="100000" y="100000"/>
                                    </p:animScale>
                                  </p:childTnLst>
                                </p:cTn>
                              </p:par>
                              <p:par>
                                <p:cTn id="192" presetID="26" presetClass="entr" presetSubtype="0" fill="hold" grpId="0" nodeType="withEffect">
                                  <p:stCondLst>
                                    <p:cond delay="0"/>
                                  </p:stCondLst>
                                  <p:childTnLst>
                                    <p:set>
                                      <p:cBhvr>
                                        <p:cTn id="193" dur="1" fill="hold">
                                          <p:stCondLst>
                                            <p:cond delay="0"/>
                                          </p:stCondLst>
                                        </p:cTn>
                                        <p:tgtEl>
                                          <p:spTgt spid="4">
                                            <p:txEl>
                                              <p:pRg st="6" end="6"/>
                                            </p:txEl>
                                          </p:spTgt>
                                        </p:tgtEl>
                                        <p:attrNameLst>
                                          <p:attrName>style.visibility</p:attrName>
                                        </p:attrNameLst>
                                      </p:cBhvr>
                                      <p:to>
                                        <p:strVal val="visible"/>
                                      </p:to>
                                    </p:set>
                                    <p:animEffect transition="in" filter="wipe(down)">
                                      <p:cBhvr>
                                        <p:cTn id="194" dur="580">
                                          <p:stCondLst>
                                            <p:cond delay="0"/>
                                          </p:stCondLst>
                                        </p:cTn>
                                        <p:tgtEl>
                                          <p:spTgt spid="4">
                                            <p:txEl>
                                              <p:pRg st="6" end="6"/>
                                            </p:txEl>
                                          </p:spTgt>
                                        </p:tgtEl>
                                      </p:cBhvr>
                                    </p:animEffect>
                                    <p:anim calcmode="lin" valueType="num">
                                      <p:cBhvr>
                                        <p:cTn id="195" dur="1822" tmFilter="0,0; 0.14,0.36; 0.43,0.73; 0.71,0.91; 1.0,1.0">
                                          <p:stCondLst>
                                            <p:cond delay="0"/>
                                          </p:stCondLst>
                                        </p:cTn>
                                        <p:tgtEl>
                                          <p:spTgt spid="4">
                                            <p:txEl>
                                              <p:pRg st="6" end="6"/>
                                            </p:txEl>
                                          </p:spTgt>
                                        </p:tgtEl>
                                        <p:attrNameLst>
                                          <p:attrName>ppt_x</p:attrName>
                                        </p:attrNameLst>
                                      </p:cBhvr>
                                      <p:tavLst>
                                        <p:tav tm="0">
                                          <p:val>
                                            <p:strVal val="#ppt_x-0.25"/>
                                          </p:val>
                                        </p:tav>
                                        <p:tav tm="100000">
                                          <p:val>
                                            <p:strVal val="#ppt_x"/>
                                          </p:val>
                                        </p:tav>
                                      </p:tavLst>
                                    </p:anim>
                                    <p:anim calcmode="lin" valueType="num">
                                      <p:cBhvr>
                                        <p:cTn id="196" dur="664" tmFilter="0.0,0.0; 0.25,0.07; 0.50,0.2; 0.75,0.467; 1.0,1.0">
                                          <p:stCondLst>
                                            <p:cond delay="0"/>
                                          </p:stCondLst>
                                        </p:cTn>
                                        <p:tgtEl>
                                          <p:spTgt spid="4">
                                            <p:txEl>
                                              <p:pRg st="6" end="6"/>
                                            </p:txEl>
                                          </p:spTgt>
                                        </p:tgtEl>
                                        <p:attrNameLst>
                                          <p:attrName>ppt_y</p:attrName>
                                        </p:attrNameLst>
                                      </p:cBhvr>
                                      <p:tavLst>
                                        <p:tav tm="0" fmla="#ppt_y-sin(pi*$)/3">
                                          <p:val>
                                            <p:fltVal val="0.5"/>
                                          </p:val>
                                        </p:tav>
                                        <p:tav tm="100000">
                                          <p:val>
                                            <p:fltVal val="1"/>
                                          </p:val>
                                        </p:tav>
                                      </p:tavLst>
                                    </p:anim>
                                    <p:anim calcmode="lin" valueType="num">
                                      <p:cBhvr>
                                        <p:cTn id="197" dur="664" tmFilter="0, 0; 0.125,0.2665; 0.25,0.4; 0.375,0.465; 0.5,0.5;  0.625,0.535; 0.75,0.6; 0.875,0.7335; 1,1">
                                          <p:stCondLst>
                                            <p:cond delay="664"/>
                                          </p:stCondLst>
                                        </p:cTn>
                                        <p:tgtEl>
                                          <p:spTgt spid="4">
                                            <p:txEl>
                                              <p:pRg st="6" end="6"/>
                                            </p:txEl>
                                          </p:spTgt>
                                        </p:tgtEl>
                                        <p:attrNameLst>
                                          <p:attrName>ppt_y</p:attrName>
                                        </p:attrNameLst>
                                      </p:cBhvr>
                                      <p:tavLst>
                                        <p:tav tm="0" fmla="#ppt_y-sin(pi*$)/9">
                                          <p:val>
                                            <p:fltVal val="0"/>
                                          </p:val>
                                        </p:tav>
                                        <p:tav tm="100000">
                                          <p:val>
                                            <p:fltVal val="1"/>
                                          </p:val>
                                        </p:tav>
                                      </p:tavLst>
                                    </p:anim>
                                    <p:anim calcmode="lin" valueType="num">
                                      <p:cBhvr>
                                        <p:cTn id="198" dur="332" tmFilter="0, 0; 0.125,0.2665; 0.25,0.4; 0.375,0.465; 0.5,0.5;  0.625,0.535; 0.75,0.6; 0.875,0.7335; 1,1">
                                          <p:stCondLst>
                                            <p:cond delay="1324"/>
                                          </p:stCondLst>
                                        </p:cTn>
                                        <p:tgtEl>
                                          <p:spTgt spid="4">
                                            <p:txEl>
                                              <p:pRg st="6" end="6"/>
                                            </p:txEl>
                                          </p:spTgt>
                                        </p:tgtEl>
                                        <p:attrNameLst>
                                          <p:attrName>ppt_y</p:attrName>
                                        </p:attrNameLst>
                                      </p:cBhvr>
                                      <p:tavLst>
                                        <p:tav tm="0" fmla="#ppt_y-sin(pi*$)/27">
                                          <p:val>
                                            <p:fltVal val="0"/>
                                          </p:val>
                                        </p:tav>
                                        <p:tav tm="100000">
                                          <p:val>
                                            <p:fltVal val="1"/>
                                          </p:val>
                                        </p:tav>
                                      </p:tavLst>
                                    </p:anim>
                                    <p:anim calcmode="lin" valueType="num">
                                      <p:cBhvr>
                                        <p:cTn id="199" dur="164" tmFilter="0, 0; 0.125,0.2665; 0.25,0.4; 0.375,0.465; 0.5,0.5;  0.625,0.535; 0.75,0.6; 0.875,0.7335; 1,1">
                                          <p:stCondLst>
                                            <p:cond delay="1656"/>
                                          </p:stCondLst>
                                        </p:cTn>
                                        <p:tgtEl>
                                          <p:spTgt spid="4">
                                            <p:txEl>
                                              <p:pRg st="6" end="6"/>
                                            </p:txEl>
                                          </p:spTgt>
                                        </p:tgtEl>
                                        <p:attrNameLst>
                                          <p:attrName>ppt_y</p:attrName>
                                        </p:attrNameLst>
                                      </p:cBhvr>
                                      <p:tavLst>
                                        <p:tav tm="0" fmla="#ppt_y-sin(pi*$)/81">
                                          <p:val>
                                            <p:fltVal val="0"/>
                                          </p:val>
                                        </p:tav>
                                        <p:tav tm="100000">
                                          <p:val>
                                            <p:fltVal val="1"/>
                                          </p:val>
                                        </p:tav>
                                      </p:tavLst>
                                    </p:anim>
                                    <p:animScale>
                                      <p:cBhvr>
                                        <p:cTn id="200" dur="26">
                                          <p:stCondLst>
                                            <p:cond delay="650"/>
                                          </p:stCondLst>
                                        </p:cTn>
                                        <p:tgtEl>
                                          <p:spTgt spid="4">
                                            <p:txEl>
                                              <p:pRg st="6" end="6"/>
                                            </p:txEl>
                                          </p:spTgt>
                                        </p:tgtEl>
                                      </p:cBhvr>
                                      <p:to x="100000" y="60000"/>
                                    </p:animScale>
                                    <p:animScale>
                                      <p:cBhvr>
                                        <p:cTn id="201" dur="166" decel="50000">
                                          <p:stCondLst>
                                            <p:cond delay="676"/>
                                          </p:stCondLst>
                                        </p:cTn>
                                        <p:tgtEl>
                                          <p:spTgt spid="4">
                                            <p:txEl>
                                              <p:pRg st="6" end="6"/>
                                            </p:txEl>
                                          </p:spTgt>
                                        </p:tgtEl>
                                      </p:cBhvr>
                                      <p:to x="100000" y="100000"/>
                                    </p:animScale>
                                    <p:animScale>
                                      <p:cBhvr>
                                        <p:cTn id="202" dur="26">
                                          <p:stCondLst>
                                            <p:cond delay="1312"/>
                                          </p:stCondLst>
                                        </p:cTn>
                                        <p:tgtEl>
                                          <p:spTgt spid="4">
                                            <p:txEl>
                                              <p:pRg st="6" end="6"/>
                                            </p:txEl>
                                          </p:spTgt>
                                        </p:tgtEl>
                                      </p:cBhvr>
                                      <p:to x="100000" y="80000"/>
                                    </p:animScale>
                                    <p:animScale>
                                      <p:cBhvr>
                                        <p:cTn id="203" dur="166" decel="50000">
                                          <p:stCondLst>
                                            <p:cond delay="1338"/>
                                          </p:stCondLst>
                                        </p:cTn>
                                        <p:tgtEl>
                                          <p:spTgt spid="4">
                                            <p:txEl>
                                              <p:pRg st="6" end="6"/>
                                            </p:txEl>
                                          </p:spTgt>
                                        </p:tgtEl>
                                      </p:cBhvr>
                                      <p:to x="100000" y="100000"/>
                                    </p:animScale>
                                    <p:animScale>
                                      <p:cBhvr>
                                        <p:cTn id="204" dur="26">
                                          <p:stCondLst>
                                            <p:cond delay="1642"/>
                                          </p:stCondLst>
                                        </p:cTn>
                                        <p:tgtEl>
                                          <p:spTgt spid="4">
                                            <p:txEl>
                                              <p:pRg st="6" end="6"/>
                                            </p:txEl>
                                          </p:spTgt>
                                        </p:tgtEl>
                                      </p:cBhvr>
                                      <p:to x="100000" y="90000"/>
                                    </p:animScale>
                                    <p:animScale>
                                      <p:cBhvr>
                                        <p:cTn id="205" dur="166" decel="50000">
                                          <p:stCondLst>
                                            <p:cond delay="1668"/>
                                          </p:stCondLst>
                                        </p:cTn>
                                        <p:tgtEl>
                                          <p:spTgt spid="4">
                                            <p:txEl>
                                              <p:pRg st="6" end="6"/>
                                            </p:txEl>
                                          </p:spTgt>
                                        </p:tgtEl>
                                      </p:cBhvr>
                                      <p:to x="100000" y="100000"/>
                                    </p:animScale>
                                    <p:animScale>
                                      <p:cBhvr>
                                        <p:cTn id="206" dur="26">
                                          <p:stCondLst>
                                            <p:cond delay="1808"/>
                                          </p:stCondLst>
                                        </p:cTn>
                                        <p:tgtEl>
                                          <p:spTgt spid="4">
                                            <p:txEl>
                                              <p:pRg st="6" end="6"/>
                                            </p:txEl>
                                          </p:spTgt>
                                        </p:tgtEl>
                                      </p:cBhvr>
                                      <p:to x="100000" y="95000"/>
                                    </p:animScale>
                                    <p:animScale>
                                      <p:cBhvr>
                                        <p:cTn id="207" dur="166" decel="50000">
                                          <p:stCondLst>
                                            <p:cond delay="1834"/>
                                          </p:stCondLst>
                                        </p:cTn>
                                        <p:tgtEl>
                                          <p:spTgt spid="4">
                                            <p:txEl>
                                              <p:pRg st="6" end="6"/>
                                            </p:txEl>
                                          </p:spTgt>
                                        </p:tgtEl>
                                      </p:cBhvr>
                                      <p:to x="100000" y="100000"/>
                                    </p:animScale>
                                  </p:childTnLst>
                                </p:cTn>
                              </p:par>
                              <p:par>
                                <p:cTn id="208" presetID="26" presetClass="entr" presetSubtype="0" fill="hold" grpId="0" nodeType="withEffect">
                                  <p:stCondLst>
                                    <p:cond delay="0"/>
                                  </p:stCondLst>
                                  <p:childTnLst>
                                    <p:set>
                                      <p:cBhvr>
                                        <p:cTn id="209" dur="1" fill="hold">
                                          <p:stCondLst>
                                            <p:cond delay="0"/>
                                          </p:stCondLst>
                                        </p:cTn>
                                        <p:tgtEl>
                                          <p:spTgt spid="4">
                                            <p:txEl>
                                              <p:pRg st="7" end="7"/>
                                            </p:txEl>
                                          </p:spTgt>
                                        </p:tgtEl>
                                        <p:attrNameLst>
                                          <p:attrName>style.visibility</p:attrName>
                                        </p:attrNameLst>
                                      </p:cBhvr>
                                      <p:to>
                                        <p:strVal val="visible"/>
                                      </p:to>
                                    </p:set>
                                    <p:animEffect transition="in" filter="wipe(down)">
                                      <p:cBhvr>
                                        <p:cTn id="210" dur="580">
                                          <p:stCondLst>
                                            <p:cond delay="0"/>
                                          </p:stCondLst>
                                        </p:cTn>
                                        <p:tgtEl>
                                          <p:spTgt spid="4">
                                            <p:txEl>
                                              <p:pRg st="7" end="7"/>
                                            </p:txEl>
                                          </p:spTgt>
                                        </p:tgtEl>
                                      </p:cBhvr>
                                    </p:animEffect>
                                    <p:anim calcmode="lin" valueType="num">
                                      <p:cBhvr>
                                        <p:cTn id="211" dur="1822" tmFilter="0,0; 0.14,0.36; 0.43,0.73; 0.71,0.91; 1.0,1.0">
                                          <p:stCondLst>
                                            <p:cond delay="0"/>
                                          </p:stCondLst>
                                        </p:cTn>
                                        <p:tgtEl>
                                          <p:spTgt spid="4">
                                            <p:txEl>
                                              <p:pRg st="7" end="7"/>
                                            </p:txEl>
                                          </p:spTgt>
                                        </p:tgtEl>
                                        <p:attrNameLst>
                                          <p:attrName>ppt_x</p:attrName>
                                        </p:attrNameLst>
                                      </p:cBhvr>
                                      <p:tavLst>
                                        <p:tav tm="0">
                                          <p:val>
                                            <p:strVal val="#ppt_x-0.25"/>
                                          </p:val>
                                        </p:tav>
                                        <p:tav tm="100000">
                                          <p:val>
                                            <p:strVal val="#ppt_x"/>
                                          </p:val>
                                        </p:tav>
                                      </p:tavLst>
                                    </p:anim>
                                    <p:anim calcmode="lin" valueType="num">
                                      <p:cBhvr>
                                        <p:cTn id="212" dur="664" tmFilter="0.0,0.0; 0.25,0.07; 0.50,0.2; 0.75,0.467; 1.0,1.0">
                                          <p:stCondLst>
                                            <p:cond delay="0"/>
                                          </p:stCondLst>
                                        </p:cTn>
                                        <p:tgtEl>
                                          <p:spTgt spid="4">
                                            <p:txEl>
                                              <p:pRg st="7" end="7"/>
                                            </p:txEl>
                                          </p:spTgt>
                                        </p:tgtEl>
                                        <p:attrNameLst>
                                          <p:attrName>ppt_y</p:attrName>
                                        </p:attrNameLst>
                                      </p:cBhvr>
                                      <p:tavLst>
                                        <p:tav tm="0" fmla="#ppt_y-sin(pi*$)/3">
                                          <p:val>
                                            <p:fltVal val="0.5"/>
                                          </p:val>
                                        </p:tav>
                                        <p:tav tm="100000">
                                          <p:val>
                                            <p:fltVal val="1"/>
                                          </p:val>
                                        </p:tav>
                                      </p:tavLst>
                                    </p:anim>
                                    <p:anim calcmode="lin" valueType="num">
                                      <p:cBhvr>
                                        <p:cTn id="213" dur="664" tmFilter="0, 0; 0.125,0.2665; 0.25,0.4; 0.375,0.465; 0.5,0.5;  0.625,0.535; 0.75,0.6; 0.875,0.7335; 1,1">
                                          <p:stCondLst>
                                            <p:cond delay="664"/>
                                          </p:stCondLst>
                                        </p:cTn>
                                        <p:tgtEl>
                                          <p:spTgt spid="4">
                                            <p:txEl>
                                              <p:pRg st="7" end="7"/>
                                            </p:txEl>
                                          </p:spTgt>
                                        </p:tgtEl>
                                        <p:attrNameLst>
                                          <p:attrName>ppt_y</p:attrName>
                                        </p:attrNameLst>
                                      </p:cBhvr>
                                      <p:tavLst>
                                        <p:tav tm="0" fmla="#ppt_y-sin(pi*$)/9">
                                          <p:val>
                                            <p:fltVal val="0"/>
                                          </p:val>
                                        </p:tav>
                                        <p:tav tm="100000">
                                          <p:val>
                                            <p:fltVal val="1"/>
                                          </p:val>
                                        </p:tav>
                                      </p:tavLst>
                                    </p:anim>
                                    <p:anim calcmode="lin" valueType="num">
                                      <p:cBhvr>
                                        <p:cTn id="214" dur="332" tmFilter="0, 0; 0.125,0.2665; 0.25,0.4; 0.375,0.465; 0.5,0.5;  0.625,0.535; 0.75,0.6; 0.875,0.7335; 1,1">
                                          <p:stCondLst>
                                            <p:cond delay="1324"/>
                                          </p:stCondLst>
                                        </p:cTn>
                                        <p:tgtEl>
                                          <p:spTgt spid="4">
                                            <p:txEl>
                                              <p:pRg st="7" end="7"/>
                                            </p:txEl>
                                          </p:spTgt>
                                        </p:tgtEl>
                                        <p:attrNameLst>
                                          <p:attrName>ppt_y</p:attrName>
                                        </p:attrNameLst>
                                      </p:cBhvr>
                                      <p:tavLst>
                                        <p:tav tm="0" fmla="#ppt_y-sin(pi*$)/27">
                                          <p:val>
                                            <p:fltVal val="0"/>
                                          </p:val>
                                        </p:tav>
                                        <p:tav tm="100000">
                                          <p:val>
                                            <p:fltVal val="1"/>
                                          </p:val>
                                        </p:tav>
                                      </p:tavLst>
                                    </p:anim>
                                    <p:anim calcmode="lin" valueType="num">
                                      <p:cBhvr>
                                        <p:cTn id="215" dur="164" tmFilter="0, 0; 0.125,0.2665; 0.25,0.4; 0.375,0.465; 0.5,0.5;  0.625,0.535; 0.75,0.6; 0.875,0.7335; 1,1">
                                          <p:stCondLst>
                                            <p:cond delay="1656"/>
                                          </p:stCondLst>
                                        </p:cTn>
                                        <p:tgtEl>
                                          <p:spTgt spid="4">
                                            <p:txEl>
                                              <p:pRg st="7" end="7"/>
                                            </p:txEl>
                                          </p:spTgt>
                                        </p:tgtEl>
                                        <p:attrNameLst>
                                          <p:attrName>ppt_y</p:attrName>
                                        </p:attrNameLst>
                                      </p:cBhvr>
                                      <p:tavLst>
                                        <p:tav tm="0" fmla="#ppt_y-sin(pi*$)/81">
                                          <p:val>
                                            <p:fltVal val="0"/>
                                          </p:val>
                                        </p:tav>
                                        <p:tav tm="100000">
                                          <p:val>
                                            <p:fltVal val="1"/>
                                          </p:val>
                                        </p:tav>
                                      </p:tavLst>
                                    </p:anim>
                                    <p:animScale>
                                      <p:cBhvr>
                                        <p:cTn id="216" dur="26">
                                          <p:stCondLst>
                                            <p:cond delay="650"/>
                                          </p:stCondLst>
                                        </p:cTn>
                                        <p:tgtEl>
                                          <p:spTgt spid="4">
                                            <p:txEl>
                                              <p:pRg st="7" end="7"/>
                                            </p:txEl>
                                          </p:spTgt>
                                        </p:tgtEl>
                                      </p:cBhvr>
                                      <p:to x="100000" y="60000"/>
                                    </p:animScale>
                                    <p:animScale>
                                      <p:cBhvr>
                                        <p:cTn id="217" dur="166" decel="50000">
                                          <p:stCondLst>
                                            <p:cond delay="676"/>
                                          </p:stCondLst>
                                        </p:cTn>
                                        <p:tgtEl>
                                          <p:spTgt spid="4">
                                            <p:txEl>
                                              <p:pRg st="7" end="7"/>
                                            </p:txEl>
                                          </p:spTgt>
                                        </p:tgtEl>
                                      </p:cBhvr>
                                      <p:to x="100000" y="100000"/>
                                    </p:animScale>
                                    <p:animScale>
                                      <p:cBhvr>
                                        <p:cTn id="218" dur="26">
                                          <p:stCondLst>
                                            <p:cond delay="1312"/>
                                          </p:stCondLst>
                                        </p:cTn>
                                        <p:tgtEl>
                                          <p:spTgt spid="4">
                                            <p:txEl>
                                              <p:pRg st="7" end="7"/>
                                            </p:txEl>
                                          </p:spTgt>
                                        </p:tgtEl>
                                      </p:cBhvr>
                                      <p:to x="100000" y="80000"/>
                                    </p:animScale>
                                    <p:animScale>
                                      <p:cBhvr>
                                        <p:cTn id="219" dur="166" decel="50000">
                                          <p:stCondLst>
                                            <p:cond delay="1338"/>
                                          </p:stCondLst>
                                        </p:cTn>
                                        <p:tgtEl>
                                          <p:spTgt spid="4">
                                            <p:txEl>
                                              <p:pRg st="7" end="7"/>
                                            </p:txEl>
                                          </p:spTgt>
                                        </p:tgtEl>
                                      </p:cBhvr>
                                      <p:to x="100000" y="100000"/>
                                    </p:animScale>
                                    <p:animScale>
                                      <p:cBhvr>
                                        <p:cTn id="220" dur="26">
                                          <p:stCondLst>
                                            <p:cond delay="1642"/>
                                          </p:stCondLst>
                                        </p:cTn>
                                        <p:tgtEl>
                                          <p:spTgt spid="4">
                                            <p:txEl>
                                              <p:pRg st="7" end="7"/>
                                            </p:txEl>
                                          </p:spTgt>
                                        </p:tgtEl>
                                      </p:cBhvr>
                                      <p:to x="100000" y="90000"/>
                                    </p:animScale>
                                    <p:animScale>
                                      <p:cBhvr>
                                        <p:cTn id="221" dur="166" decel="50000">
                                          <p:stCondLst>
                                            <p:cond delay="1668"/>
                                          </p:stCondLst>
                                        </p:cTn>
                                        <p:tgtEl>
                                          <p:spTgt spid="4">
                                            <p:txEl>
                                              <p:pRg st="7" end="7"/>
                                            </p:txEl>
                                          </p:spTgt>
                                        </p:tgtEl>
                                      </p:cBhvr>
                                      <p:to x="100000" y="100000"/>
                                    </p:animScale>
                                    <p:animScale>
                                      <p:cBhvr>
                                        <p:cTn id="222" dur="26">
                                          <p:stCondLst>
                                            <p:cond delay="1808"/>
                                          </p:stCondLst>
                                        </p:cTn>
                                        <p:tgtEl>
                                          <p:spTgt spid="4">
                                            <p:txEl>
                                              <p:pRg st="7" end="7"/>
                                            </p:txEl>
                                          </p:spTgt>
                                        </p:tgtEl>
                                      </p:cBhvr>
                                      <p:to x="100000" y="95000"/>
                                    </p:animScale>
                                    <p:animScale>
                                      <p:cBhvr>
                                        <p:cTn id="223" dur="166" decel="50000">
                                          <p:stCondLst>
                                            <p:cond delay="1834"/>
                                          </p:stCondLst>
                                        </p:cTn>
                                        <p:tgtEl>
                                          <p:spTgt spid="4">
                                            <p:txEl>
                                              <p:pRg st="7" end="7"/>
                                            </p:txEl>
                                          </p:spTgt>
                                        </p:tgtEl>
                                      </p:cBhvr>
                                      <p:to x="100000" y="100000"/>
                                    </p:animScale>
                                  </p:childTnLst>
                                </p:cTn>
                              </p:par>
                              <p:par>
                                <p:cTn id="224" presetID="26" presetClass="entr" presetSubtype="0" fill="hold" grpId="0" nodeType="withEffect">
                                  <p:stCondLst>
                                    <p:cond delay="0"/>
                                  </p:stCondLst>
                                  <p:childTnLst>
                                    <p:set>
                                      <p:cBhvr>
                                        <p:cTn id="225" dur="1" fill="hold">
                                          <p:stCondLst>
                                            <p:cond delay="0"/>
                                          </p:stCondLst>
                                        </p:cTn>
                                        <p:tgtEl>
                                          <p:spTgt spid="4">
                                            <p:txEl>
                                              <p:pRg st="8" end="8"/>
                                            </p:txEl>
                                          </p:spTgt>
                                        </p:tgtEl>
                                        <p:attrNameLst>
                                          <p:attrName>style.visibility</p:attrName>
                                        </p:attrNameLst>
                                      </p:cBhvr>
                                      <p:to>
                                        <p:strVal val="visible"/>
                                      </p:to>
                                    </p:set>
                                    <p:animEffect transition="in" filter="wipe(down)">
                                      <p:cBhvr>
                                        <p:cTn id="226" dur="580">
                                          <p:stCondLst>
                                            <p:cond delay="0"/>
                                          </p:stCondLst>
                                        </p:cTn>
                                        <p:tgtEl>
                                          <p:spTgt spid="4">
                                            <p:txEl>
                                              <p:pRg st="8" end="8"/>
                                            </p:txEl>
                                          </p:spTgt>
                                        </p:tgtEl>
                                      </p:cBhvr>
                                    </p:animEffect>
                                    <p:anim calcmode="lin" valueType="num">
                                      <p:cBhvr>
                                        <p:cTn id="227" dur="1822" tmFilter="0,0; 0.14,0.36; 0.43,0.73; 0.71,0.91; 1.0,1.0">
                                          <p:stCondLst>
                                            <p:cond delay="0"/>
                                          </p:stCondLst>
                                        </p:cTn>
                                        <p:tgtEl>
                                          <p:spTgt spid="4">
                                            <p:txEl>
                                              <p:pRg st="8" end="8"/>
                                            </p:txEl>
                                          </p:spTgt>
                                        </p:tgtEl>
                                        <p:attrNameLst>
                                          <p:attrName>ppt_x</p:attrName>
                                        </p:attrNameLst>
                                      </p:cBhvr>
                                      <p:tavLst>
                                        <p:tav tm="0">
                                          <p:val>
                                            <p:strVal val="#ppt_x-0.25"/>
                                          </p:val>
                                        </p:tav>
                                        <p:tav tm="100000">
                                          <p:val>
                                            <p:strVal val="#ppt_x"/>
                                          </p:val>
                                        </p:tav>
                                      </p:tavLst>
                                    </p:anim>
                                    <p:anim calcmode="lin" valueType="num">
                                      <p:cBhvr>
                                        <p:cTn id="228" dur="664" tmFilter="0.0,0.0; 0.25,0.07; 0.50,0.2; 0.75,0.467; 1.0,1.0">
                                          <p:stCondLst>
                                            <p:cond delay="0"/>
                                          </p:stCondLst>
                                        </p:cTn>
                                        <p:tgtEl>
                                          <p:spTgt spid="4">
                                            <p:txEl>
                                              <p:pRg st="8" end="8"/>
                                            </p:txEl>
                                          </p:spTgt>
                                        </p:tgtEl>
                                        <p:attrNameLst>
                                          <p:attrName>ppt_y</p:attrName>
                                        </p:attrNameLst>
                                      </p:cBhvr>
                                      <p:tavLst>
                                        <p:tav tm="0" fmla="#ppt_y-sin(pi*$)/3">
                                          <p:val>
                                            <p:fltVal val="0.5"/>
                                          </p:val>
                                        </p:tav>
                                        <p:tav tm="100000">
                                          <p:val>
                                            <p:fltVal val="1"/>
                                          </p:val>
                                        </p:tav>
                                      </p:tavLst>
                                    </p:anim>
                                    <p:anim calcmode="lin" valueType="num">
                                      <p:cBhvr>
                                        <p:cTn id="229" dur="664" tmFilter="0, 0; 0.125,0.2665; 0.25,0.4; 0.375,0.465; 0.5,0.5;  0.625,0.535; 0.75,0.6; 0.875,0.7335; 1,1">
                                          <p:stCondLst>
                                            <p:cond delay="664"/>
                                          </p:stCondLst>
                                        </p:cTn>
                                        <p:tgtEl>
                                          <p:spTgt spid="4">
                                            <p:txEl>
                                              <p:pRg st="8" end="8"/>
                                            </p:txEl>
                                          </p:spTgt>
                                        </p:tgtEl>
                                        <p:attrNameLst>
                                          <p:attrName>ppt_y</p:attrName>
                                        </p:attrNameLst>
                                      </p:cBhvr>
                                      <p:tavLst>
                                        <p:tav tm="0" fmla="#ppt_y-sin(pi*$)/9">
                                          <p:val>
                                            <p:fltVal val="0"/>
                                          </p:val>
                                        </p:tav>
                                        <p:tav tm="100000">
                                          <p:val>
                                            <p:fltVal val="1"/>
                                          </p:val>
                                        </p:tav>
                                      </p:tavLst>
                                    </p:anim>
                                    <p:anim calcmode="lin" valueType="num">
                                      <p:cBhvr>
                                        <p:cTn id="230" dur="332" tmFilter="0, 0; 0.125,0.2665; 0.25,0.4; 0.375,0.465; 0.5,0.5;  0.625,0.535; 0.75,0.6; 0.875,0.7335; 1,1">
                                          <p:stCondLst>
                                            <p:cond delay="1324"/>
                                          </p:stCondLst>
                                        </p:cTn>
                                        <p:tgtEl>
                                          <p:spTgt spid="4">
                                            <p:txEl>
                                              <p:pRg st="8" end="8"/>
                                            </p:txEl>
                                          </p:spTgt>
                                        </p:tgtEl>
                                        <p:attrNameLst>
                                          <p:attrName>ppt_y</p:attrName>
                                        </p:attrNameLst>
                                      </p:cBhvr>
                                      <p:tavLst>
                                        <p:tav tm="0" fmla="#ppt_y-sin(pi*$)/27">
                                          <p:val>
                                            <p:fltVal val="0"/>
                                          </p:val>
                                        </p:tav>
                                        <p:tav tm="100000">
                                          <p:val>
                                            <p:fltVal val="1"/>
                                          </p:val>
                                        </p:tav>
                                      </p:tavLst>
                                    </p:anim>
                                    <p:anim calcmode="lin" valueType="num">
                                      <p:cBhvr>
                                        <p:cTn id="231" dur="164" tmFilter="0, 0; 0.125,0.2665; 0.25,0.4; 0.375,0.465; 0.5,0.5;  0.625,0.535; 0.75,0.6; 0.875,0.7335; 1,1">
                                          <p:stCondLst>
                                            <p:cond delay="1656"/>
                                          </p:stCondLst>
                                        </p:cTn>
                                        <p:tgtEl>
                                          <p:spTgt spid="4">
                                            <p:txEl>
                                              <p:pRg st="8" end="8"/>
                                            </p:txEl>
                                          </p:spTgt>
                                        </p:tgtEl>
                                        <p:attrNameLst>
                                          <p:attrName>ppt_y</p:attrName>
                                        </p:attrNameLst>
                                      </p:cBhvr>
                                      <p:tavLst>
                                        <p:tav tm="0" fmla="#ppt_y-sin(pi*$)/81">
                                          <p:val>
                                            <p:fltVal val="0"/>
                                          </p:val>
                                        </p:tav>
                                        <p:tav tm="100000">
                                          <p:val>
                                            <p:fltVal val="1"/>
                                          </p:val>
                                        </p:tav>
                                      </p:tavLst>
                                    </p:anim>
                                    <p:animScale>
                                      <p:cBhvr>
                                        <p:cTn id="232" dur="26">
                                          <p:stCondLst>
                                            <p:cond delay="650"/>
                                          </p:stCondLst>
                                        </p:cTn>
                                        <p:tgtEl>
                                          <p:spTgt spid="4">
                                            <p:txEl>
                                              <p:pRg st="8" end="8"/>
                                            </p:txEl>
                                          </p:spTgt>
                                        </p:tgtEl>
                                      </p:cBhvr>
                                      <p:to x="100000" y="60000"/>
                                    </p:animScale>
                                    <p:animScale>
                                      <p:cBhvr>
                                        <p:cTn id="233" dur="166" decel="50000">
                                          <p:stCondLst>
                                            <p:cond delay="676"/>
                                          </p:stCondLst>
                                        </p:cTn>
                                        <p:tgtEl>
                                          <p:spTgt spid="4">
                                            <p:txEl>
                                              <p:pRg st="8" end="8"/>
                                            </p:txEl>
                                          </p:spTgt>
                                        </p:tgtEl>
                                      </p:cBhvr>
                                      <p:to x="100000" y="100000"/>
                                    </p:animScale>
                                    <p:animScale>
                                      <p:cBhvr>
                                        <p:cTn id="234" dur="26">
                                          <p:stCondLst>
                                            <p:cond delay="1312"/>
                                          </p:stCondLst>
                                        </p:cTn>
                                        <p:tgtEl>
                                          <p:spTgt spid="4">
                                            <p:txEl>
                                              <p:pRg st="8" end="8"/>
                                            </p:txEl>
                                          </p:spTgt>
                                        </p:tgtEl>
                                      </p:cBhvr>
                                      <p:to x="100000" y="80000"/>
                                    </p:animScale>
                                    <p:animScale>
                                      <p:cBhvr>
                                        <p:cTn id="235" dur="166" decel="50000">
                                          <p:stCondLst>
                                            <p:cond delay="1338"/>
                                          </p:stCondLst>
                                        </p:cTn>
                                        <p:tgtEl>
                                          <p:spTgt spid="4">
                                            <p:txEl>
                                              <p:pRg st="8" end="8"/>
                                            </p:txEl>
                                          </p:spTgt>
                                        </p:tgtEl>
                                      </p:cBhvr>
                                      <p:to x="100000" y="100000"/>
                                    </p:animScale>
                                    <p:animScale>
                                      <p:cBhvr>
                                        <p:cTn id="236" dur="26">
                                          <p:stCondLst>
                                            <p:cond delay="1642"/>
                                          </p:stCondLst>
                                        </p:cTn>
                                        <p:tgtEl>
                                          <p:spTgt spid="4">
                                            <p:txEl>
                                              <p:pRg st="8" end="8"/>
                                            </p:txEl>
                                          </p:spTgt>
                                        </p:tgtEl>
                                      </p:cBhvr>
                                      <p:to x="100000" y="90000"/>
                                    </p:animScale>
                                    <p:animScale>
                                      <p:cBhvr>
                                        <p:cTn id="237" dur="166" decel="50000">
                                          <p:stCondLst>
                                            <p:cond delay="1668"/>
                                          </p:stCondLst>
                                        </p:cTn>
                                        <p:tgtEl>
                                          <p:spTgt spid="4">
                                            <p:txEl>
                                              <p:pRg st="8" end="8"/>
                                            </p:txEl>
                                          </p:spTgt>
                                        </p:tgtEl>
                                      </p:cBhvr>
                                      <p:to x="100000" y="100000"/>
                                    </p:animScale>
                                    <p:animScale>
                                      <p:cBhvr>
                                        <p:cTn id="238" dur="26">
                                          <p:stCondLst>
                                            <p:cond delay="1808"/>
                                          </p:stCondLst>
                                        </p:cTn>
                                        <p:tgtEl>
                                          <p:spTgt spid="4">
                                            <p:txEl>
                                              <p:pRg st="8" end="8"/>
                                            </p:txEl>
                                          </p:spTgt>
                                        </p:tgtEl>
                                      </p:cBhvr>
                                      <p:to x="100000" y="95000"/>
                                    </p:animScale>
                                    <p:animScale>
                                      <p:cBhvr>
                                        <p:cTn id="239" dur="166" decel="50000">
                                          <p:stCondLst>
                                            <p:cond delay="1834"/>
                                          </p:stCondLst>
                                        </p:cTn>
                                        <p:tgtEl>
                                          <p:spTgt spid="4">
                                            <p:txEl>
                                              <p:pRg st="8" end="8"/>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Testing environments</a:t>
            </a:r>
            <a:endParaRPr lang="en-ZA" dirty="0"/>
          </a:p>
        </p:txBody>
      </p:sp>
      <p:sp>
        <p:nvSpPr>
          <p:cNvPr id="3" name="Content Placeholder 2"/>
          <p:cNvSpPr>
            <a:spLocks noGrp="1"/>
          </p:cNvSpPr>
          <p:nvPr>
            <p:ph sz="half" idx="1"/>
          </p:nvPr>
        </p:nvSpPr>
        <p:spPr/>
        <p:txBody>
          <a:bodyPr/>
          <a:lstStyle/>
          <a:p>
            <a:pPr>
              <a:buFont typeface="Wingdings" panose="05000000000000000000" pitchFamily="2" charset="2"/>
              <a:buChar char="Ø"/>
            </a:pPr>
            <a:r>
              <a:rPr lang="en-US" dirty="0">
                <a:effectLst/>
              </a:rPr>
              <a:t>Manual testing</a:t>
            </a:r>
            <a:endParaRPr lang="en-ZA" dirty="0">
              <a:effectLst/>
            </a:endParaRPr>
          </a:p>
          <a:p>
            <a:pPr lvl="1">
              <a:buFont typeface="Wingdings" panose="05000000000000000000" pitchFamily="2" charset="2"/>
              <a:buChar char="Ø"/>
            </a:pPr>
            <a:r>
              <a:rPr lang="en-US" dirty="0">
                <a:effectLst/>
              </a:rPr>
              <a:t>Microsoft Edge</a:t>
            </a:r>
            <a:endParaRPr lang="en-ZA" dirty="0">
              <a:effectLst/>
            </a:endParaRPr>
          </a:p>
          <a:p>
            <a:pPr lvl="1">
              <a:buFont typeface="Wingdings" panose="05000000000000000000" pitchFamily="2" charset="2"/>
              <a:buChar char="Ø"/>
            </a:pPr>
            <a:r>
              <a:rPr lang="en-US" dirty="0">
                <a:effectLst/>
              </a:rPr>
              <a:t>Google Chrome</a:t>
            </a:r>
            <a:endParaRPr lang="en-ZA" dirty="0">
              <a:effectLst/>
            </a:endParaRPr>
          </a:p>
          <a:p>
            <a:pPr lvl="1">
              <a:buFont typeface="Wingdings" panose="05000000000000000000" pitchFamily="2" charset="2"/>
              <a:buChar char="Ø"/>
            </a:pPr>
            <a:r>
              <a:rPr lang="en-US" dirty="0">
                <a:effectLst/>
              </a:rPr>
              <a:t>Fire fox</a:t>
            </a:r>
            <a:endParaRPr lang="en-ZA" dirty="0">
              <a:effectLst/>
            </a:endParaRPr>
          </a:p>
          <a:p>
            <a:pPr>
              <a:buFont typeface="Wingdings" panose="05000000000000000000" pitchFamily="2" charset="2"/>
              <a:buChar char="Ø"/>
            </a:pPr>
            <a:endParaRPr lang="en-ZA" dirty="0"/>
          </a:p>
        </p:txBody>
      </p:sp>
      <p:sp>
        <p:nvSpPr>
          <p:cNvPr id="4" name="Content Placeholder 3"/>
          <p:cNvSpPr>
            <a:spLocks noGrp="1"/>
          </p:cNvSpPr>
          <p:nvPr>
            <p:ph sz="half" idx="2"/>
          </p:nvPr>
        </p:nvSpPr>
        <p:spPr/>
        <p:txBody>
          <a:bodyPr/>
          <a:lstStyle/>
          <a:p>
            <a:pPr>
              <a:buFont typeface="Wingdings" panose="05000000000000000000" pitchFamily="2" charset="2"/>
              <a:buChar char="Ø"/>
            </a:pPr>
            <a:r>
              <a:rPr lang="en-US" dirty="0">
                <a:effectLst/>
              </a:rPr>
              <a:t>Automation testing</a:t>
            </a:r>
            <a:endParaRPr lang="en-ZA" dirty="0">
              <a:effectLst/>
            </a:endParaRPr>
          </a:p>
          <a:p>
            <a:pPr lvl="1">
              <a:buFont typeface="Wingdings" panose="05000000000000000000" pitchFamily="2" charset="2"/>
              <a:buChar char="Ø"/>
            </a:pPr>
            <a:r>
              <a:rPr lang="en-US" dirty="0">
                <a:effectLst/>
              </a:rPr>
              <a:t>Selenium </a:t>
            </a:r>
            <a:endParaRPr lang="en-ZA" dirty="0">
              <a:effectLst/>
            </a:endParaRPr>
          </a:p>
          <a:p>
            <a:pPr lvl="1">
              <a:buFont typeface="Wingdings" panose="05000000000000000000" pitchFamily="2" charset="2"/>
              <a:buChar char="Ø"/>
            </a:pPr>
            <a:r>
              <a:rPr lang="en-US" dirty="0">
                <a:effectLst/>
              </a:rPr>
              <a:t>Selenium IDE</a:t>
            </a:r>
            <a:endParaRPr lang="en-ZA" dirty="0">
              <a:effectLst/>
            </a:endParaRPr>
          </a:p>
          <a:p>
            <a:endParaRPr lang="en-ZA" dirty="0"/>
          </a:p>
        </p:txBody>
      </p:sp>
    </p:spTree>
    <p:extLst>
      <p:ext uri="{BB962C8B-B14F-4D97-AF65-F5344CB8AC3E}">
        <p14:creationId xmlns:p14="http://schemas.microsoft.com/office/powerpoint/2010/main" val="299246725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80">
                                          <p:stCondLst>
                                            <p:cond delay="0"/>
                                          </p:stCondLst>
                                        </p:cTn>
                                        <p:tgtEl>
                                          <p:spTgt spid="3">
                                            <p:txEl>
                                              <p:pRg st="0" end="0"/>
                                            </p:txEl>
                                          </p:spTgt>
                                        </p:tgtEl>
                                      </p:cBhvr>
                                    </p:animEffect>
                                    <p:anim calcmode="lin" valueType="num">
                                      <p:cBhvr>
                                        <p:cTn id="15"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0" end="0"/>
                                            </p:txEl>
                                          </p:spTgt>
                                        </p:tgtEl>
                                      </p:cBhvr>
                                      <p:to x="100000" y="60000"/>
                                    </p:animScale>
                                    <p:animScale>
                                      <p:cBhvr>
                                        <p:cTn id="21" dur="166" decel="50000">
                                          <p:stCondLst>
                                            <p:cond delay="676"/>
                                          </p:stCondLst>
                                        </p:cTn>
                                        <p:tgtEl>
                                          <p:spTgt spid="3">
                                            <p:txEl>
                                              <p:pRg st="0" end="0"/>
                                            </p:txEl>
                                          </p:spTgt>
                                        </p:tgtEl>
                                      </p:cBhvr>
                                      <p:to x="100000" y="100000"/>
                                    </p:animScale>
                                    <p:animScale>
                                      <p:cBhvr>
                                        <p:cTn id="22" dur="26">
                                          <p:stCondLst>
                                            <p:cond delay="1312"/>
                                          </p:stCondLst>
                                        </p:cTn>
                                        <p:tgtEl>
                                          <p:spTgt spid="3">
                                            <p:txEl>
                                              <p:pRg st="0" end="0"/>
                                            </p:txEl>
                                          </p:spTgt>
                                        </p:tgtEl>
                                      </p:cBhvr>
                                      <p:to x="100000" y="80000"/>
                                    </p:animScale>
                                    <p:animScale>
                                      <p:cBhvr>
                                        <p:cTn id="23" dur="166" decel="50000">
                                          <p:stCondLst>
                                            <p:cond delay="1338"/>
                                          </p:stCondLst>
                                        </p:cTn>
                                        <p:tgtEl>
                                          <p:spTgt spid="3">
                                            <p:txEl>
                                              <p:pRg st="0" end="0"/>
                                            </p:txEl>
                                          </p:spTgt>
                                        </p:tgtEl>
                                      </p:cBhvr>
                                      <p:to x="100000" y="100000"/>
                                    </p:animScale>
                                    <p:animScale>
                                      <p:cBhvr>
                                        <p:cTn id="24" dur="26">
                                          <p:stCondLst>
                                            <p:cond delay="1642"/>
                                          </p:stCondLst>
                                        </p:cTn>
                                        <p:tgtEl>
                                          <p:spTgt spid="3">
                                            <p:txEl>
                                              <p:pRg st="0" end="0"/>
                                            </p:txEl>
                                          </p:spTgt>
                                        </p:tgtEl>
                                      </p:cBhvr>
                                      <p:to x="100000" y="90000"/>
                                    </p:animScale>
                                    <p:animScale>
                                      <p:cBhvr>
                                        <p:cTn id="25" dur="166" decel="50000">
                                          <p:stCondLst>
                                            <p:cond delay="1668"/>
                                          </p:stCondLst>
                                        </p:cTn>
                                        <p:tgtEl>
                                          <p:spTgt spid="3">
                                            <p:txEl>
                                              <p:pRg st="0" end="0"/>
                                            </p:txEl>
                                          </p:spTgt>
                                        </p:tgtEl>
                                      </p:cBhvr>
                                      <p:to x="100000" y="100000"/>
                                    </p:animScale>
                                    <p:animScale>
                                      <p:cBhvr>
                                        <p:cTn id="26" dur="26">
                                          <p:stCondLst>
                                            <p:cond delay="1808"/>
                                          </p:stCondLst>
                                        </p:cTn>
                                        <p:tgtEl>
                                          <p:spTgt spid="3">
                                            <p:txEl>
                                              <p:pRg st="0" end="0"/>
                                            </p:txEl>
                                          </p:spTgt>
                                        </p:tgtEl>
                                      </p:cBhvr>
                                      <p:to x="100000" y="95000"/>
                                    </p:animScale>
                                    <p:animScale>
                                      <p:cBhvr>
                                        <p:cTn id="27" dur="166" decel="50000">
                                          <p:stCondLst>
                                            <p:cond delay="1834"/>
                                          </p:stCondLst>
                                        </p:cTn>
                                        <p:tgtEl>
                                          <p:spTgt spid="3">
                                            <p:txEl>
                                              <p:pRg st="0" end="0"/>
                                            </p:txEl>
                                          </p:spTgt>
                                        </p:tgtEl>
                                      </p:cBhvr>
                                      <p:to x="100000" y="100000"/>
                                    </p:animScale>
                                  </p:childTnLst>
                                </p:cTn>
                              </p:par>
                              <p:par>
                                <p:cTn id="28" presetID="26" presetClass="entr" presetSubtype="0" fill="hold" grpId="0"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wipe(down)">
                                      <p:cBhvr>
                                        <p:cTn id="30" dur="580">
                                          <p:stCondLst>
                                            <p:cond delay="0"/>
                                          </p:stCondLst>
                                        </p:cTn>
                                        <p:tgtEl>
                                          <p:spTgt spid="3">
                                            <p:txEl>
                                              <p:pRg st="1" end="1"/>
                                            </p:txEl>
                                          </p:spTgt>
                                        </p:tgtEl>
                                      </p:cBhvr>
                                    </p:animEffect>
                                    <p:anim calcmode="lin" valueType="num">
                                      <p:cBhvr>
                                        <p:cTn id="31"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xEl>
                                              <p:pRg st="1" end="1"/>
                                            </p:txEl>
                                          </p:spTgt>
                                        </p:tgtEl>
                                      </p:cBhvr>
                                      <p:to x="100000" y="60000"/>
                                    </p:animScale>
                                    <p:animScale>
                                      <p:cBhvr>
                                        <p:cTn id="37" dur="166" decel="50000">
                                          <p:stCondLst>
                                            <p:cond delay="676"/>
                                          </p:stCondLst>
                                        </p:cTn>
                                        <p:tgtEl>
                                          <p:spTgt spid="3">
                                            <p:txEl>
                                              <p:pRg st="1" end="1"/>
                                            </p:txEl>
                                          </p:spTgt>
                                        </p:tgtEl>
                                      </p:cBhvr>
                                      <p:to x="100000" y="100000"/>
                                    </p:animScale>
                                    <p:animScale>
                                      <p:cBhvr>
                                        <p:cTn id="38" dur="26">
                                          <p:stCondLst>
                                            <p:cond delay="1312"/>
                                          </p:stCondLst>
                                        </p:cTn>
                                        <p:tgtEl>
                                          <p:spTgt spid="3">
                                            <p:txEl>
                                              <p:pRg st="1" end="1"/>
                                            </p:txEl>
                                          </p:spTgt>
                                        </p:tgtEl>
                                      </p:cBhvr>
                                      <p:to x="100000" y="80000"/>
                                    </p:animScale>
                                    <p:animScale>
                                      <p:cBhvr>
                                        <p:cTn id="39" dur="166" decel="50000">
                                          <p:stCondLst>
                                            <p:cond delay="1338"/>
                                          </p:stCondLst>
                                        </p:cTn>
                                        <p:tgtEl>
                                          <p:spTgt spid="3">
                                            <p:txEl>
                                              <p:pRg st="1" end="1"/>
                                            </p:txEl>
                                          </p:spTgt>
                                        </p:tgtEl>
                                      </p:cBhvr>
                                      <p:to x="100000" y="100000"/>
                                    </p:animScale>
                                    <p:animScale>
                                      <p:cBhvr>
                                        <p:cTn id="40" dur="26">
                                          <p:stCondLst>
                                            <p:cond delay="1642"/>
                                          </p:stCondLst>
                                        </p:cTn>
                                        <p:tgtEl>
                                          <p:spTgt spid="3">
                                            <p:txEl>
                                              <p:pRg st="1" end="1"/>
                                            </p:txEl>
                                          </p:spTgt>
                                        </p:tgtEl>
                                      </p:cBhvr>
                                      <p:to x="100000" y="90000"/>
                                    </p:animScale>
                                    <p:animScale>
                                      <p:cBhvr>
                                        <p:cTn id="41" dur="166" decel="50000">
                                          <p:stCondLst>
                                            <p:cond delay="1668"/>
                                          </p:stCondLst>
                                        </p:cTn>
                                        <p:tgtEl>
                                          <p:spTgt spid="3">
                                            <p:txEl>
                                              <p:pRg st="1" end="1"/>
                                            </p:txEl>
                                          </p:spTgt>
                                        </p:tgtEl>
                                      </p:cBhvr>
                                      <p:to x="100000" y="100000"/>
                                    </p:animScale>
                                    <p:animScale>
                                      <p:cBhvr>
                                        <p:cTn id="42" dur="26">
                                          <p:stCondLst>
                                            <p:cond delay="1808"/>
                                          </p:stCondLst>
                                        </p:cTn>
                                        <p:tgtEl>
                                          <p:spTgt spid="3">
                                            <p:txEl>
                                              <p:pRg st="1" end="1"/>
                                            </p:txEl>
                                          </p:spTgt>
                                        </p:tgtEl>
                                      </p:cBhvr>
                                      <p:to x="100000" y="95000"/>
                                    </p:animScale>
                                    <p:animScale>
                                      <p:cBhvr>
                                        <p:cTn id="43" dur="166" decel="50000">
                                          <p:stCondLst>
                                            <p:cond delay="1834"/>
                                          </p:stCondLst>
                                        </p:cTn>
                                        <p:tgtEl>
                                          <p:spTgt spid="3">
                                            <p:txEl>
                                              <p:pRg st="1" end="1"/>
                                            </p:txEl>
                                          </p:spTgt>
                                        </p:tgtEl>
                                      </p:cBhvr>
                                      <p:to x="100000" y="100000"/>
                                    </p:animScale>
                                  </p:childTnLst>
                                </p:cTn>
                              </p:par>
                              <p:par>
                                <p:cTn id="44" presetID="26" presetClass="entr" presetSubtype="0" fill="hold" grpId="0" nodeType="with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wipe(down)">
                                      <p:cBhvr>
                                        <p:cTn id="46" dur="580">
                                          <p:stCondLst>
                                            <p:cond delay="0"/>
                                          </p:stCondLst>
                                        </p:cTn>
                                        <p:tgtEl>
                                          <p:spTgt spid="3">
                                            <p:txEl>
                                              <p:pRg st="2" end="2"/>
                                            </p:txEl>
                                          </p:spTgt>
                                        </p:tgtEl>
                                      </p:cBhvr>
                                    </p:animEffect>
                                    <p:anim calcmode="lin" valueType="num">
                                      <p:cBhvr>
                                        <p:cTn id="47"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2" dur="26">
                                          <p:stCondLst>
                                            <p:cond delay="650"/>
                                          </p:stCondLst>
                                        </p:cTn>
                                        <p:tgtEl>
                                          <p:spTgt spid="3">
                                            <p:txEl>
                                              <p:pRg st="2" end="2"/>
                                            </p:txEl>
                                          </p:spTgt>
                                        </p:tgtEl>
                                      </p:cBhvr>
                                      <p:to x="100000" y="60000"/>
                                    </p:animScale>
                                    <p:animScale>
                                      <p:cBhvr>
                                        <p:cTn id="53" dur="166" decel="50000">
                                          <p:stCondLst>
                                            <p:cond delay="676"/>
                                          </p:stCondLst>
                                        </p:cTn>
                                        <p:tgtEl>
                                          <p:spTgt spid="3">
                                            <p:txEl>
                                              <p:pRg st="2" end="2"/>
                                            </p:txEl>
                                          </p:spTgt>
                                        </p:tgtEl>
                                      </p:cBhvr>
                                      <p:to x="100000" y="100000"/>
                                    </p:animScale>
                                    <p:animScale>
                                      <p:cBhvr>
                                        <p:cTn id="54" dur="26">
                                          <p:stCondLst>
                                            <p:cond delay="1312"/>
                                          </p:stCondLst>
                                        </p:cTn>
                                        <p:tgtEl>
                                          <p:spTgt spid="3">
                                            <p:txEl>
                                              <p:pRg st="2" end="2"/>
                                            </p:txEl>
                                          </p:spTgt>
                                        </p:tgtEl>
                                      </p:cBhvr>
                                      <p:to x="100000" y="80000"/>
                                    </p:animScale>
                                    <p:animScale>
                                      <p:cBhvr>
                                        <p:cTn id="55" dur="166" decel="50000">
                                          <p:stCondLst>
                                            <p:cond delay="1338"/>
                                          </p:stCondLst>
                                        </p:cTn>
                                        <p:tgtEl>
                                          <p:spTgt spid="3">
                                            <p:txEl>
                                              <p:pRg st="2" end="2"/>
                                            </p:txEl>
                                          </p:spTgt>
                                        </p:tgtEl>
                                      </p:cBhvr>
                                      <p:to x="100000" y="100000"/>
                                    </p:animScale>
                                    <p:animScale>
                                      <p:cBhvr>
                                        <p:cTn id="56" dur="26">
                                          <p:stCondLst>
                                            <p:cond delay="1642"/>
                                          </p:stCondLst>
                                        </p:cTn>
                                        <p:tgtEl>
                                          <p:spTgt spid="3">
                                            <p:txEl>
                                              <p:pRg st="2" end="2"/>
                                            </p:txEl>
                                          </p:spTgt>
                                        </p:tgtEl>
                                      </p:cBhvr>
                                      <p:to x="100000" y="90000"/>
                                    </p:animScale>
                                    <p:animScale>
                                      <p:cBhvr>
                                        <p:cTn id="57" dur="166" decel="50000">
                                          <p:stCondLst>
                                            <p:cond delay="1668"/>
                                          </p:stCondLst>
                                        </p:cTn>
                                        <p:tgtEl>
                                          <p:spTgt spid="3">
                                            <p:txEl>
                                              <p:pRg st="2" end="2"/>
                                            </p:txEl>
                                          </p:spTgt>
                                        </p:tgtEl>
                                      </p:cBhvr>
                                      <p:to x="100000" y="100000"/>
                                    </p:animScale>
                                    <p:animScale>
                                      <p:cBhvr>
                                        <p:cTn id="58" dur="26">
                                          <p:stCondLst>
                                            <p:cond delay="1808"/>
                                          </p:stCondLst>
                                        </p:cTn>
                                        <p:tgtEl>
                                          <p:spTgt spid="3">
                                            <p:txEl>
                                              <p:pRg st="2" end="2"/>
                                            </p:txEl>
                                          </p:spTgt>
                                        </p:tgtEl>
                                      </p:cBhvr>
                                      <p:to x="100000" y="95000"/>
                                    </p:animScale>
                                    <p:animScale>
                                      <p:cBhvr>
                                        <p:cTn id="59" dur="166" decel="50000">
                                          <p:stCondLst>
                                            <p:cond delay="1834"/>
                                          </p:stCondLst>
                                        </p:cTn>
                                        <p:tgtEl>
                                          <p:spTgt spid="3">
                                            <p:txEl>
                                              <p:pRg st="2" end="2"/>
                                            </p:txEl>
                                          </p:spTgt>
                                        </p:tgtEl>
                                      </p:cBhvr>
                                      <p:to x="100000" y="100000"/>
                                    </p:animScale>
                                  </p:childTnLst>
                                </p:cTn>
                              </p:par>
                              <p:par>
                                <p:cTn id="60" presetID="26" presetClass="entr" presetSubtype="0" fill="hold" grpId="0" nodeType="withEffect">
                                  <p:stCondLst>
                                    <p:cond delay="0"/>
                                  </p:stCondLst>
                                  <p:childTnLst>
                                    <p:set>
                                      <p:cBhvr>
                                        <p:cTn id="61" dur="1" fill="hold">
                                          <p:stCondLst>
                                            <p:cond delay="0"/>
                                          </p:stCondLst>
                                        </p:cTn>
                                        <p:tgtEl>
                                          <p:spTgt spid="3">
                                            <p:txEl>
                                              <p:pRg st="3" end="3"/>
                                            </p:txEl>
                                          </p:spTgt>
                                        </p:tgtEl>
                                        <p:attrNameLst>
                                          <p:attrName>style.visibility</p:attrName>
                                        </p:attrNameLst>
                                      </p:cBhvr>
                                      <p:to>
                                        <p:strVal val="visible"/>
                                      </p:to>
                                    </p:set>
                                    <p:animEffect transition="in" filter="wipe(down)">
                                      <p:cBhvr>
                                        <p:cTn id="62" dur="580">
                                          <p:stCondLst>
                                            <p:cond delay="0"/>
                                          </p:stCondLst>
                                        </p:cTn>
                                        <p:tgtEl>
                                          <p:spTgt spid="3">
                                            <p:txEl>
                                              <p:pRg st="3" end="3"/>
                                            </p:txEl>
                                          </p:spTgt>
                                        </p:tgtEl>
                                      </p:cBhvr>
                                    </p:animEffect>
                                    <p:anim calcmode="lin" valueType="num">
                                      <p:cBhvr>
                                        <p:cTn id="63"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8" dur="26">
                                          <p:stCondLst>
                                            <p:cond delay="650"/>
                                          </p:stCondLst>
                                        </p:cTn>
                                        <p:tgtEl>
                                          <p:spTgt spid="3">
                                            <p:txEl>
                                              <p:pRg st="3" end="3"/>
                                            </p:txEl>
                                          </p:spTgt>
                                        </p:tgtEl>
                                      </p:cBhvr>
                                      <p:to x="100000" y="60000"/>
                                    </p:animScale>
                                    <p:animScale>
                                      <p:cBhvr>
                                        <p:cTn id="69" dur="166" decel="50000">
                                          <p:stCondLst>
                                            <p:cond delay="676"/>
                                          </p:stCondLst>
                                        </p:cTn>
                                        <p:tgtEl>
                                          <p:spTgt spid="3">
                                            <p:txEl>
                                              <p:pRg st="3" end="3"/>
                                            </p:txEl>
                                          </p:spTgt>
                                        </p:tgtEl>
                                      </p:cBhvr>
                                      <p:to x="100000" y="100000"/>
                                    </p:animScale>
                                    <p:animScale>
                                      <p:cBhvr>
                                        <p:cTn id="70" dur="26">
                                          <p:stCondLst>
                                            <p:cond delay="1312"/>
                                          </p:stCondLst>
                                        </p:cTn>
                                        <p:tgtEl>
                                          <p:spTgt spid="3">
                                            <p:txEl>
                                              <p:pRg st="3" end="3"/>
                                            </p:txEl>
                                          </p:spTgt>
                                        </p:tgtEl>
                                      </p:cBhvr>
                                      <p:to x="100000" y="80000"/>
                                    </p:animScale>
                                    <p:animScale>
                                      <p:cBhvr>
                                        <p:cTn id="71" dur="166" decel="50000">
                                          <p:stCondLst>
                                            <p:cond delay="1338"/>
                                          </p:stCondLst>
                                        </p:cTn>
                                        <p:tgtEl>
                                          <p:spTgt spid="3">
                                            <p:txEl>
                                              <p:pRg st="3" end="3"/>
                                            </p:txEl>
                                          </p:spTgt>
                                        </p:tgtEl>
                                      </p:cBhvr>
                                      <p:to x="100000" y="100000"/>
                                    </p:animScale>
                                    <p:animScale>
                                      <p:cBhvr>
                                        <p:cTn id="72" dur="26">
                                          <p:stCondLst>
                                            <p:cond delay="1642"/>
                                          </p:stCondLst>
                                        </p:cTn>
                                        <p:tgtEl>
                                          <p:spTgt spid="3">
                                            <p:txEl>
                                              <p:pRg st="3" end="3"/>
                                            </p:txEl>
                                          </p:spTgt>
                                        </p:tgtEl>
                                      </p:cBhvr>
                                      <p:to x="100000" y="90000"/>
                                    </p:animScale>
                                    <p:animScale>
                                      <p:cBhvr>
                                        <p:cTn id="73" dur="166" decel="50000">
                                          <p:stCondLst>
                                            <p:cond delay="1668"/>
                                          </p:stCondLst>
                                        </p:cTn>
                                        <p:tgtEl>
                                          <p:spTgt spid="3">
                                            <p:txEl>
                                              <p:pRg st="3" end="3"/>
                                            </p:txEl>
                                          </p:spTgt>
                                        </p:tgtEl>
                                      </p:cBhvr>
                                      <p:to x="100000" y="100000"/>
                                    </p:animScale>
                                    <p:animScale>
                                      <p:cBhvr>
                                        <p:cTn id="74" dur="26">
                                          <p:stCondLst>
                                            <p:cond delay="1808"/>
                                          </p:stCondLst>
                                        </p:cTn>
                                        <p:tgtEl>
                                          <p:spTgt spid="3">
                                            <p:txEl>
                                              <p:pRg st="3" end="3"/>
                                            </p:txEl>
                                          </p:spTgt>
                                        </p:tgtEl>
                                      </p:cBhvr>
                                      <p:to x="100000" y="95000"/>
                                    </p:animScale>
                                    <p:animScale>
                                      <p:cBhvr>
                                        <p:cTn id="75" dur="166" decel="50000">
                                          <p:stCondLst>
                                            <p:cond delay="1834"/>
                                          </p:stCondLst>
                                        </p:cTn>
                                        <p:tgtEl>
                                          <p:spTgt spid="3">
                                            <p:txEl>
                                              <p:pRg st="3" end="3"/>
                                            </p:txEl>
                                          </p:spTgt>
                                        </p:tgtEl>
                                      </p:cBhvr>
                                      <p:to x="100000" y="100000"/>
                                    </p:animScale>
                                  </p:childTnLst>
                                </p:cTn>
                              </p:par>
                            </p:childTnLst>
                          </p:cTn>
                        </p:par>
                      </p:childTnLst>
                    </p:cTn>
                  </p:par>
                  <p:par>
                    <p:cTn id="76" fill="hold">
                      <p:stCondLst>
                        <p:cond delay="indefinite"/>
                      </p:stCondLst>
                      <p:childTnLst>
                        <p:par>
                          <p:cTn id="77" fill="hold">
                            <p:stCondLst>
                              <p:cond delay="0"/>
                            </p:stCondLst>
                            <p:childTnLst>
                              <p:par>
                                <p:cTn id="78" presetID="26" presetClass="entr" presetSubtype="0" fill="hold" grpId="0" nodeType="clickEffect">
                                  <p:stCondLst>
                                    <p:cond delay="0"/>
                                  </p:stCondLst>
                                  <p:childTnLst>
                                    <p:set>
                                      <p:cBhvr>
                                        <p:cTn id="79" dur="1" fill="hold">
                                          <p:stCondLst>
                                            <p:cond delay="0"/>
                                          </p:stCondLst>
                                        </p:cTn>
                                        <p:tgtEl>
                                          <p:spTgt spid="4">
                                            <p:txEl>
                                              <p:pRg st="0" end="0"/>
                                            </p:txEl>
                                          </p:spTgt>
                                        </p:tgtEl>
                                        <p:attrNameLst>
                                          <p:attrName>style.visibility</p:attrName>
                                        </p:attrNameLst>
                                      </p:cBhvr>
                                      <p:to>
                                        <p:strVal val="visible"/>
                                      </p:to>
                                    </p:set>
                                    <p:animEffect transition="in" filter="wipe(down)">
                                      <p:cBhvr>
                                        <p:cTn id="80" dur="580">
                                          <p:stCondLst>
                                            <p:cond delay="0"/>
                                          </p:stCondLst>
                                        </p:cTn>
                                        <p:tgtEl>
                                          <p:spTgt spid="4">
                                            <p:txEl>
                                              <p:pRg st="0" end="0"/>
                                            </p:txEl>
                                          </p:spTgt>
                                        </p:tgtEl>
                                      </p:cBhvr>
                                    </p:animEffect>
                                    <p:anim calcmode="lin" valueType="num">
                                      <p:cBhvr>
                                        <p:cTn id="81"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82"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83"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84"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85"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86" dur="26">
                                          <p:stCondLst>
                                            <p:cond delay="650"/>
                                          </p:stCondLst>
                                        </p:cTn>
                                        <p:tgtEl>
                                          <p:spTgt spid="4">
                                            <p:txEl>
                                              <p:pRg st="0" end="0"/>
                                            </p:txEl>
                                          </p:spTgt>
                                        </p:tgtEl>
                                      </p:cBhvr>
                                      <p:to x="100000" y="60000"/>
                                    </p:animScale>
                                    <p:animScale>
                                      <p:cBhvr>
                                        <p:cTn id="87" dur="166" decel="50000">
                                          <p:stCondLst>
                                            <p:cond delay="676"/>
                                          </p:stCondLst>
                                        </p:cTn>
                                        <p:tgtEl>
                                          <p:spTgt spid="4">
                                            <p:txEl>
                                              <p:pRg st="0" end="0"/>
                                            </p:txEl>
                                          </p:spTgt>
                                        </p:tgtEl>
                                      </p:cBhvr>
                                      <p:to x="100000" y="100000"/>
                                    </p:animScale>
                                    <p:animScale>
                                      <p:cBhvr>
                                        <p:cTn id="88" dur="26">
                                          <p:stCondLst>
                                            <p:cond delay="1312"/>
                                          </p:stCondLst>
                                        </p:cTn>
                                        <p:tgtEl>
                                          <p:spTgt spid="4">
                                            <p:txEl>
                                              <p:pRg st="0" end="0"/>
                                            </p:txEl>
                                          </p:spTgt>
                                        </p:tgtEl>
                                      </p:cBhvr>
                                      <p:to x="100000" y="80000"/>
                                    </p:animScale>
                                    <p:animScale>
                                      <p:cBhvr>
                                        <p:cTn id="89" dur="166" decel="50000">
                                          <p:stCondLst>
                                            <p:cond delay="1338"/>
                                          </p:stCondLst>
                                        </p:cTn>
                                        <p:tgtEl>
                                          <p:spTgt spid="4">
                                            <p:txEl>
                                              <p:pRg st="0" end="0"/>
                                            </p:txEl>
                                          </p:spTgt>
                                        </p:tgtEl>
                                      </p:cBhvr>
                                      <p:to x="100000" y="100000"/>
                                    </p:animScale>
                                    <p:animScale>
                                      <p:cBhvr>
                                        <p:cTn id="90" dur="26">
                                          <p:stCondLst>
                                            <p:cond delay="1642"/>
                                          </p:stCondLst>
                                        </p:cTn>
                                        <p:tgtEl>
                                          <p:spTgt spid="4">
                                            <p:txEl>
                                              <p:pRg st="0" end="0"/>
                                            </p:txEl>
                                          </p:spTgt>
                                        </p:tgtEl>
                                      </p:cBhvr>
                                      <p:to x="100000" y="90000"/>
                                    </p:animScale>
                                    <p:animScale>
                                      <p:cBhvr>
                                        <p:cTn id="91" dur="166" decel="50000">
                                          <p:stCondLst>
                                            <p:cond delay="1668"/>
                                          </p:stCondLst>
                                        </p:cTn>
                                        <p:tgtEl>
                                          <p:spTgt spid="4">
                                            <p:txEl>
                                              <p:pRg st="0" end="0"/>
                                            </p:txEl>
                                          </p:spTgt>
                                        </p:tgtEl>
                                      </p:cBhvr>
                                      <p:to x="100000" y="100000"/>
                                    </p:animScale>
                                    <p:animScale>
                                      <p:cBhvr>
                                        <p:cTn id="92" dur="26">
                                          <p:stCondLst>
                                            <p:cond delay="1808"/>
                                          </p:stCondLst>
                                        </p:cTn>
                                        <p:tgtEl>
                                          <p:spTgt spid="4">
                                            <p:txEl>
                                              <p:pRg st="0" end="0"/>
                                            </p:txEl>
                                          </p:spTgt>
                                        </p:tgtEl>
                                      </p:cBhvr>
                                      <p:to x="100000" y="95000"/>
                                    </p:animScale>
                                    <p:animScale>
                                      <p:cBhvr>
                                        <p:cTn id="93" dur="166" decel="50000">
                                          <p:stCondLst>
                                            <p:cond delay="1834"/>
                                          </p:stCondLst>
                                        </p:cTn>
                                        <p:tgtEl>
                                          <p:spTgt spid="4">
                                            <p:txEl>
                                              <p:pRg st="0" end="0"/>
                                            </p:txEl>
                                          </p:spTgt>
                                        </p:tgtEl>
                                      </p:cBhvr>
                                      <p:to x="100000" y="100000"/>
                                    </p:animScale>
                                  </p:childTnLst>
                                </p:cTn>
                              </p:par>
                              <p:par>
                                <p:cTn id="94" presetID="26" presetClass="entr" presetSubtype="0" fill="hold" grpId="0" nodeType="withEffect">
                                  <p:stCondLst>
                                    <p:cond delay="0"/>
                                  </p:stCondLst>
                                  <p:childTnLst>
                                    <p:set>
                                      <p:cBhvr>
                                        <p:cTn id="95" dur="1" fill="hold">
                                          <p:stCondLst>
                                            <p:cond delay="0"/>
                                          </p:stCondLst>
                                        </p:cTn>
                                        <p:tgtEl>
                                          <p:spTgt spid="4">
                                            <p:txEl>
                                              <p:pRg st="1" end="1"/>
                                            </p:txEl>
                                          </p:spTgt>
                                        </p:tgtEl>
                                        <p:attrNameLst>
                                          <p:attrName>style.visibility</p:attrName>
                                        </p:attrNameLst>
                                      </p:cBhvr>
                                      <p:to>
                                        <p:strVal val="visible"/>
                                      </p:to>
                                    </p:set>
                                    <p:animEffect transition="in" filter="wipe(down)">
                                      <p:cBhvr>
                                        <p:cTn id="96" dur="580">
                                          <p:stCondLst>
                                            <p:cond delay="0"/>
                                          </p:stCondLst>
                                        </p:cTn>
                                        <p:tgtEl>
                                          <p:spTgt spid="4">
                                            <p:txEl>
                                              <p:pRg st="1" end="1"/>
                                            </p:txEl>
                                          </p:spTgt>
                                        </p:tgtEl>
                                      </p:cBhvr>
                                    </p:animEffect>
                                    <p:anim calcmode="lin" valueType="num">
                                      <p:cBhvr>
                                        <p:cTn id="97" dur="1822" tmFilter="0,0; 0.14,0.36; 0.43,0.73; 0.71,0.91; 1.0,1.0">
                                          <p:stCondLst>
                                            <p:cond delay="0"/>
                                          </p:stCondLst>
                                        </p:cTn>
                                        <p:tgtEl>
                                          <p:spTgt spid="4">
                                            <p:txEl>
                                              <p:pRg st="1" end="1"/>
                                            </p:txEl>
                                          </p:spTgt>
                                        </p:tgtEl>
                                        <p:attrNameLst>
                                          <p:attrName>ppt_x</p:attrName>
                                        </p:attrNameLst>
                                      </p:cBhvr>
                                      <p:tavLst>
                                        <p:tav tm="0">
                                          <p:val>
                                            <p:strVal val="#ppt_x-0.25"/>
                                          </p:val>
                                        </p:tav>
                                        <p:tav tm="100000">
                                          <p:val>
                                            <p:strVal val="#ppt_x"/>
                                          </p:val>
                                        </p:tav>
                                      </p:tavLst>
                                    </p:anim>
                                    <p:anim calcmode="lin" valueType="num">
                                      <p:cBhvr>
                                        <p:cTn id="98" dur="664" tmFilter="0.0,0.0; 0.25,0.07; 0.50,0.2; 0.75,0.467; 1.0,1.0">
                                          <p:stCondLst>
                                            <p:cond delay="0"/>
                                          </p:stCondLst>
                                        </p:cTn>
                                        <p:tgtEl>
                                          <p:spTgt spid="4">
                                            <p:txEl>
                                              <p:pRg st="1" end="1"/>
                                            </p:txEl>
                                          </p:spTgt>
                                        </p:tgtEl>
                                        <p:attrNameLst>
                                          <p:attrName>ppt_y</p:attrName>
                                        </p:attrNameLst>
                                      </p:cBhvr>
                                      <p:tavLst>
                                        <p:tav tm="0" fmla="#ppt_y-sin(pi*$)/3">
                                          <p:val>
                                            <p:fltVal val="0.5"/>
                                          </p:val>
                                        </p:tav>
                                        <p:tav tm="100000">
                                          <p:val>
                                            <p:fltVal val="1"/>
                                          </p:val>
                                        </p:tav>
                                      </p:tavLst>
                                    </p:anim>
                                    <p:anim calcmode="lin" valueType="num">
                                      <p:cBhvr>
                                        <p:cTn id="99" dur="664" tmFilter="0, 0; 0.125,0.2665; 0.25,0.4; 0.375,0.465; 0.5,0.5;  0.625,0.535; 0.75,0.6; 0.875,0.7335; 1,1">
                                          <p:stCondLst>
                                            <p:cond delay="664"/>
                                          </p:stCondLst>
                                        </p:cTn>
                                        <p:tgtEl>
                                          <p:spTgt spid="4">
                                            <p:txEl>
                                              <p:pRg st="1" end="1"/>
                                            </p:txEl>
                                          </p:spTgt>
                                        </p:tgtEl>
                                        <p:attrNameLst>
                                          <p:attrName>ppt_y</p:attrName>
                                        </p:attrNameLst>
                                      </p:cBhvr>
                                      <p:tavLst>
                                        <p:tav tm="0" fmla="#ppt_y-sin(pi*$)/9">
                                          <p:val>
                                            <p:fltVal val="0"/>
                                          </p:val>
                                        </p:tav>
                                        <p:tav tm="100000">
                                          <p:val>
                                            <p:fltVal val="1"/>
                                          </p:val>
                                        </p:tav>
                                      </p:tavLst>
                                    </p:anim>
                                    <p:anim calcmode="lin" valueType="num">
                                      <p:cBhvr>
                                        <p:cTn id="100" dur="332" tmFilter="0, 0; 0.125,0.2665; 0.25,0.4; 0.375,0.465; 0.5,0.5;  0.625,0.535; 0.75,0.6; 0.875,0.7335; 1,1">
                                          <p:stCondLst>
                                            <p:cond delay="1324"/>
                                          </p:stCondLst>
                                        </p:cTn>
                                        <p:tgtEl>
                                          <p:spTgt spid="4">
                                            <p:txEl>
                                              <p:pRg st="1" end="1"/>
                                            </p:txEl>
                                          </p:spTgt>
                                        </p:tgtEl>
                                        <p:attrNameLst>
                                          <p:attrName>ppt_y</p:attrName>
                                        </p:attrNameLst>
                                      </p:cBhvr>
                                      <p:tavLst>
                                        <p:tav tm="0" fmla="#ppt_y-sin(pi*$)/27">
                                          <p:val>
                                            <p:fltVal val="0"/>
                                          </p:val>
                                        </p:tav>
                                        <p:tav tm="100000">
                                          <p:val>
                                            <p:fltVal val="1"/>
                                          </p:val>
                                        </p:tav>
                                      </p:tavLst>
                                    </p:anim>
                                    <p:anim calcmode="lin" valueType="num">
                                      <p:cBhvr>
                                        <p:cTn id="101" dur="164" tmFilter="0, 0; 0.125,0.2665; 0.25,0.4; 0.375,0.465; 0.5,0.5;  0.625,0.535; 0.75,0.6; 0.875,0.7335; 1,1">
                                          <p:stCondLst>
                                            <p:cond delay="1656"/>
                                          </p:stCondLst>
                                        </p:cTn>
                                        <p:tgtEl>
                                          <p:spTgt spid="4">
                                            <p:txEl>
                                              <p:pRg st="1" end="1"/>
                                            </p:txEl>
                                          </p:spTgt>
                                        </p:tgtEl>
                                        <p:attrNameLst>
                                          <p:attrName>ppt_y</p:attrName>
                                        </p:attrNameLst>
                                      </p:cBhvr>
                                      <p:tavLst>
                                        <p:tav tm="0" fmla="#ppt_y-sin(pi*$)/81">
                                          <p:val>
                                            <p:fltVal val="0"/>
                                          </p:val>
                                        </p:tav>
                                        <p:tav tm="100000">
                                          <p:val>
                                            <p:fltVal val="1"/>
                                          </p:val>
                                        </p:tav>
                                      </p:tavLst>
                                    </p:anim>
                                    <p:animScale>
                                      <p:cBhvr>
                                        <p:cTn id="102" dur="26">
                                          <p:stCondLst>
                                            <p:cond delay="650"/>
                                          </p:stCondLst>
                                        </p:cTn>
                                        <p:tgtEl>
                                          <p:spTgt spid="4">
                                            <p:txEl>
                                              <p:pRg st="1" end="1"/>
                                            </p:txEl>
                                          </p:spTgt>
                                        </p:tgtEl>
                                      </p:cBhvr>
                                      <p:to x="100000" y="60000"/>
                                    </p:animScale>
                                    <p:animScale>
                                      <p:cBhvr>
                                        <p:cTn id="103" dur="166" decel="50000">
                                          <p:stCondLst>
                                            <p:cond delay="676"/>
                                          </p:stCondLst>
                                        </p:cTn>
                                        <p:tgtEl>
                                          <p:spTgt spid="4">
                                            <p:txEl>
                                              <p:pRg st="1" end="1"/>
                                            </p:txEl>
                                          </p:spTgt>
                                        </p:tgtEl>
                                      </p:cBhvr>
                                      <p:to x="100000" y="100000"/>
                                    </p:animScale>
                                    <p:animScale>
                                      <p:cBhvr>
                                        <p:cTn id="104" dur="26">
                                          <p:stCondLst>
                                            <p:cond delay="1312"/>
                                          </p:stCondLst>
                                        </p:cTn>
                                        <p:tgtEl>
                                          <p:spTgt spid="4">
                                            <p:txEl>
                                              <p:pRg st="1" end="1"/>
                                            </p:txEl>
                                          </p:spTgt>
                                        </p:tgtEl>
                                      </p:cBhvr>
                                      <p:to x="100000" y="80000"/>
                                    </p:animScale>
                                    <p:animScale>
                                      <p:cBhvr>
                                        <p:cTn id="105" dur="166" decel="50000">
                                          <p:stCondLst>
                                            <p:cond delay="1338"/>
                                          </p:stCondLst>
                                        </p:cTn>
                                        <p:tgtEl>
                                          <p:spTgt spid="4">
                                            <p:txEl>
                                              <p:pRg st="1" end="1"/>
                                            </p:txEl>
                                          </p:spTgt>
                                        </p:tgtEl>
                                      </p:cBhvr>
                                      <p:to x="100000" y="100000"/>
                                    </p:animScale>
                                    <p:animScale>
                                      <p:cBhvr>
                                        <p:cTn id="106" dur="26">
                                          <p:stCondLst>
                                            <p:cond delay="1642"/>
                                          </p:stCondLst>
                                        </p:cTn>
                                        <p:tgtEl>
                                          <p:spTgt spid="4">
                                            <p:txEl>
                                              <p:pRg st="1" end="1"/>
                                            </p:txEl>
                                          </p:spTgt>
                                        </p:tgtEl>
                                      </p:cBhvr>
                                      <p:to x="100000" y="90000"/>
                                    </p:animScale>
                                    <p:animScale>
                                      <p:cBhvr>
                                        <p:cTn id="107" dur="166" decel="50000">
                                          <p:stCondLst>
                                            <p:cond delay="1668"/>
                                          </p:stCondLst>
                                        </p:cTn>
                                        <p:tgtEl>
                                          <p:spTgt spid="4">
                                            <p:txEl>
                                              <p:pRg st="1" end="1"/>
                                            </p:txEl>
                                          </p:spTgt>
                                        </p:tgtEl>
                                      </p:cBhvr>
                                      <p:to x="100000" y="100000"/>
                                    </p:animScale>
                                    <p:animScale>
                                      <p:cBhvr>
                                        <p:cTn id="108" dur="26">
                                          <p:stCondLst>
                                            <p:cond delay="1808"/>
                                          </p:stCondLst>
                                        </p:cTn>
                                        <p:tgtEl>
                                          <p:spTgt spid="4">
                                            <p:txEl>
                                              <p:pRg st="1" end="1"/>
                                            </p:txEl>
                                          </p:spTgt>
                                        </p:tgtEl>
                                      </p:cBhvr>
                                      <p:to x="100000" y="95000"/>
                                    </p:animScale>
                                    <p:animScale>
                                      <p:cBhvr>
                                        <p:cTn id="109" dur="166" decel="50000">
                                          <p:stCondLst>
                                            <p:cond delay="1834"/>
                                          </p:stCondLst>
                                        </p:cTn>
                                        <p:tgtEl>
                                          <p:spTgt spid="4">
                                            <p:txEl>
                                              <p:pRg st="1" end="1"/>
                                            </p:txEl>
                                          </p:spTgt>
                                        </p:tgtEl>
                                      </p:cBhvr>
                                      <p:to x="100000" y="100000"/>
                                    </p:animScale>
                                  </p:childTnLst>
                                </p:cTn>
                              </p:par>
                              <p:par>
                                <p:cTn id="110" presetID="26" presetClass="entr" presetSubtype="0" fill="hold" grpId="0" nodeType="withEffect">
                                  <p:stCondLst>
                                    <p:cond delay="0"/>
                                  </p:stCondLst>
                                  <p:childTnLst>
                                    <p:set>
                                      <p:cBhvr>
                                        <p:cTn id="111" dur="1" fill="hold">
                                          <p:stCondLst>
                                            <p:cond delay="0"/>
                                          </p:stCondLst>
                                        </p:cTn>
                                        <p:tgtEl>
                                          <p:spTgt spid="4">
                                            <p:txEl>
                                              <p:pRg st="2" end="2"/>
                                            </p:txEl>
                                          </p:spTgt>
                                        </p:tgtEl>
                                        <p:attrNameLst>
                                          <p:attrName>style.visibility</p:attrName>
                                        </p:attrNameLst>
                                      </p:cBhvr>
                                      <p:to>
                                        <p:strVal val="visible"/>
                                      </p:to>
                                    </p:set>
                                    <p:animEffect transition="in" filter="wipe(down)">
                                      <p:cBhvr>
                                        <p:cTn id="112" dur="580">
                                          <p:stCondLst>
                                            <p:cond delay="0"/>
                                          </p:stCondLst>
                                        </p:cTn>
                                        <p:tgtEl>
                                          <p:spTgt spid="4">
                                            <p:txEl>
                                              <p:pRg st="2" end="2"/>
                                            </p:txEl>
                                          </p:spTgt>
                                        </p:tgtEl>
                                      </p:cBhvr>
                                    </p:animEffect>
                                    <p:anim calcmode="lin" valueType="num">
                                      <p:cBhvr>
                                        <p:cTn id="113" dur="1822" tmFilter="0,0; 0.14,0.36; 0.43,0.73; 0.71,0.91; 1.0,1.0">
                                          <p:stCondLst>
                                            <p:cond delay="0"/>
                                          </p:stCondLst>
                                        </p:cTn>
                                        <p:tgtEl>
                                          <p:spTgt spid="4">
                                            <p:txEl>
                                              <p:pRg st="2" end="2"/>
                                            </p:txEl>
                                          </p:spTgt>
                                        </p:tgtEl>
                                        <p:attrNameLst>
                                          <p:attrName>ppt_x</p:attrName>
                                        </p:attrNameLst>
                                      </p:cBhvr>
                                      <p:tavLst>
                                        <p:tav tm="0">
                                          <p:val>
                                            <p:strVal val="#ppt_x-0.25"/>
                                          </p:val>
                                        </p:tav>
                                        <p:tav tm="100000">
                                          <p:val>
                                            <p:strVal val="#ppt_x"/>
                                          </p:val>
                                        </p:tav>
                                      </p:tavLst>
                                    </p:anim>
                                    <p:anim calcmode="lin" valueType="num">
                                      <p:cBhvr>
                                        <p:cTn id="114" dur="664" tmFilter="0.0,0.0; 0.25,0.07; 0.50,0.2; 0.75,0.467; 1.0,1.0">
                                          <p:stCondLst>
                                            <p:cond delay="0"/>
                                          </p:stCondLst>
                                        </p:cTn>
                                        <p:tgtEl>
                                          <p:spTgt spid="4">
                                            <p:txEl>
                                              <p:pRg st="2" end="2"/>
                                            </p:txEl>
                                          </p:spTgt>
                                        </p:tgtEl>
                                        <p:attrNameLst>
                                          <p:attrName>ppt_y</p:attrName>
                                        </p:attrNameLst>
                                      </p:cBhvr>
                                      <p:tavLst>
                                        <p:tav tm="0" fmla="#ppt_y-sin(pi*$)/3">
                                          <p:val>
                                            <p:fltVal val="0.5"/>
                                          </p:val>
                                        </p:tav>
                                        <p:tav tm="100000">
                                          <p:val>
                                            <p:fltVal val="1"/>
                                          </p:val>
                                        </p:tav>
                                      </p:tavLst>
                                    </p:anim>
                                    <p:anim calcmode="lin" valueType="num">
                                      <p:cBhvr>
                                        <p:cTn id="115" dur="664" tmFilter="0, 0; 0.125,0.2665; 0.25,0.4; 0.375,0.465; 0.5,0.5;  0.625,0.535; 0.75,0.6; 0.875,0.7335; 1,1">
                                          <p:stCondLst>
                                            <p:cond delay="664"/>
                                          </p:stCondLst>
                                        </p:cTn>
                                        <p:tgtEl>
                                          <p:spTgt spid="4">
                                            <p:txEl>
                                              <p:pRg st="2" end="2"/>
                                            </p:txEl>
                                          </p:spTgt>
                                        </p:tgtEl>
                                        <p:attrNameLst>
                                          <p:attrName>ppt_y</p:attrName>
                                        </p:attrNameLst>
                                      </p:cBhvr>
                                      <p:tavLst>
                                        <p:tav tm="0" fmla="#ppt_y-sin(pi*$)/9">
                                          <p:val>
                                            <p:fltVal val="0"/>
                                          </p:val>
                                        </p:tav>
                                        <p:tav tm="100000">
                                          <p:val>
                                            <p:fltVal val="1"/>
                                          </p:val>
                                        </p:tav>
                                      </p:tavLst>
                                    </p:anim>
                                    <p:anim calcmode="lin" valueType="num">
                                      <p:cBhvr>
                                        <p:cTn id="116" dur="332" tmFilter="0, 0; 0.125,0.2665; 0.25,0.4; 0.375,0.465; 0.5,0.5;  0.625,0.535; 0.75,0.6; 0.875,0.7335; 1,1">
                                          <p:stCondLst>
                                            <p:cond delay="1324"/>
                                          </p:stCondLst>
                                        </p:cTn>
                                        <p:tgtEl>
                                          <p:spTgt spid="4">
                                            <p:txEl>
                                              <p:pRg st="2" end="2"/>
                                            </p:txEl>
                                          </p:spTgt>
                                        </p:tgtEl>
                                        <p:attrNameLst>
                                          <p:attrName>ppt_y</p:attrName>
                                        </p:attrNameLst>
                                      </p:cBhvr>
                                      <p:tavLst>
                                        <p:tav tm="0" fmla="#ppt_y-sin(pi*$)/27">
                                          <p:val>
                                            <p:fltVal val="0"/>
                                          </p:val>
                                        </p:tav>
                                        <p:tav tm="100000">
                                          <p:val>
                                            <p:fltVal val="1"/>
                                          </p:val>
                                        </p:tav>
                                      </p:tavLst>
                                    </p:anim>
                                    <p:anim calcmode="lin" valueType="num">
                                      <p:cBhvr>
                                        <p:cTn id="117" dur="164" tmFilter="0, 0; 0.125,0.2665; 0.25,0.4; 0.375,0.465; 0.5,0.5;  0.625,0.535; 0.75,0.6; 0.875,0.7335; 1,1">
                                          <p:stCondLst>
                                            <p:cond delay="1656"/>
                                          </p:stCondLst>
                                        </p:cTn>
                                        <p:tgtEl>
                                          <p:spTgt spid="4">
                                            <p:txEl>
                                              <p:pRg st="2" end="2"/>
                                            </p:txEl>
                                          </p:spTgt>
                                        </p:tgtEl>
                                        <p:attrNameLst>
                                          <p:attrName>ppt_y</p:attrName>
                                        </p:attrNameLst>
                                      </p:cBhvr>
                                      <p:tavLst>
                                        <p:tav tm="0" fmla="#ppt_y-sin(pi*$)/81">
                                          <p:val>
                                            <p:fltVal val="0"/>
                                          </p:val>
                                        </p:tav>
                                        <p:tav tm="100000">
                                          <p:val>
                                            <p:fltVal val="1"/>
                                          </p:val>
                                        </p:tav>
                                      </p:tavLst>
                                    </p:anim>
                                    <p:animScale>
                                      <p:cBhvr>
                                        <p:cTn id="118" dur="26">
                                          <p:stCondLst>
                                            <p:cond delay="650"/>
                                          </p:stCondLst>
                                        </p:cTn>
                                        <p:tgtEl>
                                          <p:spTgt spid="4">
                                            <p:txEl>
                                              <p:pRg st="2" end="2"/>
                                            </p:txEl>
                                          </p:spTgt>
                                        </p:tgtEl>
                                      </p:cBhvr>
                                      <p:to x="100000" y="60000"/>
                                    </p:animScale>
                                    <p:animScale>
                                      <p:cBhvr>
                                        <p:cTn id="119" dur="166" decel="50000">
                                          <p:stCondLst>
                                            <p:cond delay="676"/>
                                          </p:stCondLst>
                                        </p:cTn>
                                        <p:tgtEl>
                                          <p:spTgt spid="4">
                                            <p:txEl>
                                              <p:pRg st="2" end="2"/>
                                            </p:txEl>
                                          </p:spTgt>
                                        </p:tgtEl>
                                      </p:cBhvr>
                                      <p:to x="100000" y="100000"/>
                                    </p:animScale>
                                    <p:animScale>
                                      <p:cBhvr>
                                        <p:cTn id="120" dur="26">
                                          <p:stCondLst>
                                            <p:cond delay="1312"/>
                                          </p:stCondLst>
                                        </p:cTn>
                                        <p:tgtEl>
                                          <p:spTgt spid="4">
                                            <p:txEl>
                                              <p:pRg st="2" end="2"/>
                                            </p:txEl>
                                          </p:spTgt>
                                        </p:tgtEl>
                                      </p:cBhvr>
                                      <p:to x="100000" y="80000"/>
                                    </p:animScale>
                                    <p:animScale>
                                      <p:cBhvr>
                                        <p:cTn id="121" dur="166" decel="50000">
                                          <p:stCondLst>
                                            <p:cond delay="1338"/>
                                          </p:stCondLst>
                                        </p:cTn>
                                        <p:tgtEl>
                                          <p:spTgt spid="4">
                                            <p:txEl>
                                              <p:pRg st="2" end="2"/>
                                            </p:txEl>
                                          </p:spTgt>
                                        </p:tgtEl>
                                      </p:cBhvr>
                                      <p:to x="100000" y="100000"/>
                                    </p:animScale>
                                    <p:animScale>
                                      <p:cBhvr>
                                        <p:cTn id="122" dur="26">
                                          <p:stCondLst>
                                            <p:cond delay="1642"/>
                                          </p:stCondLst>
                                        </p:cTn>
                                        <p:tgtEl>
                                          <p:spTgt spid="4">
                                            <p:txEl>
                                              <p:pRg st="2" end="2"/>
                                            </p:txEl>
                                          </p:spTgt>
                                        </p:tgtEl>
                                      </p:cBhvr>
                                      <p:to x="100000" y="90000"/>
                                    </p:animScale>
                                    <p:animScale>
                                      <p:cBhvr>
                                        <p:cTn id="123" dur="166" decel="50000">
                                          <p:stCondLst>
                                            <p:cond delay="1668"/>
                                          </p:stCondLst>
                                        </p:cTn>
                                        <p:tgtEl>
                                          <p:spTgt spid="4">
                                            <p:txEl>
                                              <p:pRg st="2" end="2"/>
                                            </p:txEl>
                                          </p:spTgt>
                                        </p:tgtEl>
                                      </p:cBhvr>
                                      <p:to x="100000" y="100000"/>
                                    </p:animScale>
                                    <p:animScale>
                                      <p:cBhvr>
                                        <p:cTn id="124" dur="26">
                                          <p:stCondLst>
                                            <p:cond delay="1808"/>
                                          </p:stCondLst>
                                        </p:cTn>
                                        <p:tgtEl>
                                          <p:spTgt spid="4">
                                            <p:txEl>
                                              <p:pRg st="2" end="2"/>
                                            </p:txEl>
                                          </p:spTgt>
                                        </p:tgtEl>
                                      </p:cBhvr>
                                      <p:to x="100000" y="95000"/>
                                    </p:animScale>
                                    <p:animScale>
                                      <p:cBhvr>
                                        <p:cTn id="125" dur="166" decel="50000">
                                          <p:stCondLst>
                                            <p:cond delay="1834"/>
                                          </p:stCondLst>
                                        </p:cTn>
                                        <p:tgtEl>
                                          <p:spTgt spid="4">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ZA" dirty="0" smtClean="0"/>
              <a:t>Test plan</a:t>
            </a:r>
            <a:endParaRPr lang="en-ZA" dirty="0"/>
          </a:p>
        </p:txBody>
      </p:sp>
      <p:sp>
        <p:nvSpPr>
          <p:cNvPr id="7" name="Text Placeholder 6"/>
          <p:cNvSpPr>
            <a:spLocks noGrp="1"/>
          </p:cNvSpPr>
          <p:nvPr>
            <p:ph type="body" idx="1"/>
          </p:nvPr>
        </p:nvSpPr>
        <p:spPr/>
        <p:txBody>
          <a:bodyPr/>
          <a:lstStyle/>
          <a:p>
            <a:r>
              <a:rPr lang="en-US" dirty="0">
                <a:effectLst/>
              </a:rPr>
              <a:t> </a:t>
            </a:r>
            <a:r>
              <a:rPr lang="en-US" dirty="0" smtClean="0">
                <a:effectLst/>
              </a:rPr>
              <a:t>FEATURES TO BE TESTED : </a:t>
            </a:r>
            <a:endParaRPr lang="en-ZA" dirty="0">
              <a:effectLst/>
            </a:endParaRPr>
          </a:p>
          <a:p>
            <a:endParaRPr lang="en-ZA" dirty="0"/>
          </a:p>
        </p:txBody>
      </p:sp>
      <p:sp>
        <p:nvSpPr>
          <p:cNvPr id="10" name="Text Placeholder 9"/>
          <p:cNvSpPr>
            <a:spLocks noGrp="1"/>
          </p:cNvSpPr>
          <p:nvPr>
            <p:ph type="body" sz="half" idx="15"/>
          </p:nvPr>
        </p:nvSpPr>
        <p:spPr/>
        <p:txBody>
          <a:bodyPr/>
          <a:lstStyle/>
          <a:p>
            <a:pPr lvl="0"/>
            <a:r>
              <a:rPr lang="en-US" i="1" dirty="0">
                <a:effectLst/>
              </a:rPr>
              <a:t>Sign up</a:t>
            </a:r>
            <a:endParaRPr lang="en-ZA" dirty="0">
              <a:effectLst/>
            </a:endParaRPr>
          </a:p>
          <a:p>
            <a:pPr lvl="0"/>
            <a:r>
              <a:rPr lang="en-US" i="1" dirty="0">
                <a:effectLst/>
              </a:rPr>
              <a:t>Login page</a:t>
            </a:r>
            <a:endParaRPr lang="en-ZA" dirty="0">
              <a:effectLst/>
            </a:endParaRPr>
          </a:p>
          <a:p>
            <a:pPr lvl="0"/>
            <a:r>
              <a:rPr lang="en-US" i="1" dirty="0">
                <a:effectLst/>
              </a:rPr>
              <a:t>Home page</a:t>
            </a:r>
            <a:endParaRPr lang="en-ZA" dirty="0">
              <a:effectLst/>
            </a:endParaRPr>
          </a:p>
          <a:p>
            <a:pPr lvl="0"/>
            <a:r>
              <a:rPr lang="en-US" i="1" dirty="0">
                <a:effectLst/>
              </a:rPr>
              <a:t>Cart</a:t>
            </a:r>
            <a:endParaRPr lang="en-ZA" dirty="0">
              <a:effectLst/>
            </a:endParaRPr>
          </a:p>
          <a:p>
            <a:pPr lvl="0"/>
            <a:r>
              <a:rPr lang="en-US" i="1" dirty="0">
                <a:effectLst/>
              </a:rPr>
              <a:t>Checkout</a:t>
            </a:r>
            <a:endParaRPr lang="en-ZA" dirty="0">
              <a:effectLst/>
            </a:endParaRPr>
          </a:p>
          <a:p>
            <a:pPr lvl="0"/>
            <a:r>
              <a:rPr lang="en-US" i="1" dirty="0">
                <a:effectLst/>
              </a:rPr>
              <a:t>Search bar</a:t>
            </a:r>
            <a:endParaRPr lang="en-ZA" dirty="0">
              <a:effectLst/>
            </a:endParaRPr>
          </a:p>
          <a:p>
            <a:pPr lvl="0"/>
            <a:r>
              <a:rPr lang="en-US" i="1" dirty="0">
                <a:effectLst/>
              </a:rPr>
              <a:t>My orders page</a:t>
            </a:r>
            <a:endParaRPr lang="en-ZA" dirty="0">
              <a:effectLst/>
            </a:endParaRPr>
          </a:p>
          <a:p>
            <a:pPr marL="285750" indent="-285750" algn="l">
              <a:buFont typeface="Wingdings" panose="05000000000000000000" pitchFamily="2" charset="2"/>
              <a:buChar char="Ø"/>
            </a:pPr>
            <a:endParaRPr lang="en-ZA" dirty="0"/>
          </a:p>
        </p:txBody>
      </p:sp>
      <p:sp>
        <p:nvSpPr>
          <p:cNvPr id="8" name="Text Placeholder 7"/>
          <p:cNvSpPr>
            <a:spLocks noGrp="1"/>
          </p:cNvSpPr>
          <p:nvPr>
            <p:ph type="body" sz="quarter" idx="3"/>
          </p:nvPr>
        </p:nvSpPr>
        <p:spPr/>
        <p:txBody>
          <a:bodyPr/>
          <a:lstStyle/>
          <a:p>
            <a:r>
              <a:rPr lang="en-US" dirty="0">
                <a:effectLst/>
              </a:rPr>
              <a:t>Recommended test </a:t>
            </a:r>
            <a:r>
              <a:rPr lang="en-US" dirty="0" smtClean="0">
                <a:effectLst/>
              </a:rPr>
              <a:t>requirements:</a:t>
            </a:r>
            <a:endParaRPr lang="en-ZA" dirty="0">
              <a:effectLst/>
            </a:endParaRPr>
          </a:p>
          <a:p>
            <a:endParaRPr lang="en-ZA" dirty="0"/>
          </a:p>
        </p:txBody>
      </p:sp>
      <p:sp>
        <p:nvSpPr>
          <p:cNvPr id="11" name="Text Placeholder 10"/>
          <p:cNvSpPr>
            <a:spLocks noGrp="1"/>
          </p:cNvSpPr>
          <p:nvPr>
            <p:ph type="body" sz="half" idx="16"/>
          </p:nvPr>
        </p:nvSpPr>
        <p:spPr/>
        <p:txBody>
          <a:bodyPr/>
          <a:lstStyle/>
          <a:p>
            <a:pPr lvl="0"/>
            <a:r>
              <a:rPr lang="en-US" i="1" dirty="0">
                <a:effectLst/>
              </a:rPr>
              <a:t>Sign up </a:t>
            </a:r>
            <a:endParaRPr lang="en-ZA" dirty="0">
              <a:effectLst/>
            </a:endParaRPr>
          </a:p>
          <a:p>
            <a:pPr lvl="0"/>
            <a:r>
              <a:rPr lang="en-US" i="1" dirty="0">
                <a:effectLst/>
              </a:rPr>
              <a:t>Login page</a:t>
            </a:r>
            <a:endParaRPr lang="en-ZA" dirty="0">
              <a:effectLst/>
            </a:endParaRPr>
          </a:p>
          <a:p>
            <a:pPr lvl="0"/>
            <a:r>
              <a:rPr lang="en-US" i="1" dirty="0">
                <a:effectLst/>
              </a:rPr>
              <a:t>Home page</a:t>
            </a:r>
            <a:endParaRPr lang="en-ZA" dirty="0">
              <a:effectLst/>
            </a:endParaRPr>
          </a:p>
          <a:p>
            <a:pPr lvl="0"/>
            <a:r>
              <a:rPr lang="en-US" i="1" dirty="0">
                <a:effectLst/>
              </a:rPr>
              <a:t>Cart</a:t>
            </a:r>
            <a:endParaRPr lang="en-ZA" dirty="0">
              <a:effectLst/>
            </a:endParaRPr>
          </a:p>
          <a:p>
            <a:pPr lvl="0"/>
            <a:r>
              <a:rPr lang="en-US" i="1" dirty="0">
                <a:effectLst/>
              </a:rPr>
              <a:t>checkout</a:t>
            </a:r>
            <a:endParaRPr lang="en-ZA" dirty="0">
              <a:effectLst/>
            </a:endParaRPr>
          </a:p>
          <a:p>
            <a:endParaRPr lang="en-ZA" dirty="0"/>
          </a:p>
        </p:txBody>
      </p:sp>
      <p:sp>
        <p:nvSpPr>
          <p:cNvPr id="9" name="Text Placeholder 8"/>
          <p:cNvSpPr>
            <a:spLocks noGrp="1"/>
          </p:cNvSpPr>
          <p:nvPr>
            <p:ph type="body" sz="quarter" idx="13"/>
          </p:nvPr>
        </p:nvSpPr>
        <p:spPr/>
        <p:txBody>
          <a:bodyPr/>
          <a:lstStyle/>
          <a:p>
            <a:endParaRPr lang="en-US" dirty="0" smtClean="0">
              <a:effectLst/>
            </a:endParaRPr>
          </a:p>
          <a:p>
            <a:endParaRPr lang="en-US" dirty="0">
              <a:effectLst/>
            </a:endParaRPr>
          </a:p>
          <a:p>
            <a:endParaRPr lang="en-US" dirty="0">
              <a:effectLst/>
            </a:endParaRPr>
          </a:p>
          <a:p>
            <a:endParaRPr lang="en-US" dirty="0" smtClean="0">
              <a:effectLst/>
            </a:endParaRPr>
          </a:p>
          <a:p>
            <a:r>
              <a:rPr lang="en-US" dirty="0" smtClean="0">
                <a:effectLst/>
              </a:rPr>
              <a:t>THE APPLIED TESTING STRATEGIES :</a:t>
            </a:r>
            <a:endParaRPr lang="en-ZA" dirty="0" smtClean="0">
              <a:effectLst/>
            </a:endParaRPr>
          </a:p>
          <a:p>
            <a:endParaRPr lang="en-ZA" dirty="0"/>
          </a:p>
        </p:txBody>
      </p:sp>
      <p:sp>
        <p:nvSpPr>
          <p:cNvPr id="12" name="Text Placeholder 11"/>
          <p:cNvSpPr>
            <a:spLocks noGrp="1"/>
          </p:cNvSpPr>
          <p:nvPr>
            <p:ph type="body" sz="half" idx="17"/>
          </p:nvPr>
        </p:nvSpPr>
        <p:spPr/>
        <p:txBody>
          <a:bodyPr/>
          <a:lstStyle/>
          <a:p>
            <a:pPr lvl="0"/>
            <a:r>
              <a:rPr lang="en-US" dirty="0">
                <a:effectLst/>
              </a:rPr>
              <a:t>Manual testing</a:t>
            </a:r>
            <a:endParaRPr lang="en-ZA" dirty="0">
              <a:effectLst/>
            </a:endParaRPr>
          </a:p>
          <a:p>
            <a:pPr lvl="0"/>
            <a:r>
              <a:rPr lang="en-US" dirty="0">
                <a:effectLst/>
              </a:rPr>
              <a:t>Automation testing</a:t>
            </a:r>
            <a:endParaRPr lang="en-ZA" dirty="0">
              <a:effectLst/>
            </a:endParaRPr>
          </a:p>
          <a:p>
            <a:endParaRPr lang="en-ZA" dirty="0"/>
          </a:p>
        </p:txBody>
      </p:sp>
    </p:spTree>
    <p:extLst>
      <p:ext uri="{BB962C8B-B14F-4D97-AF65-F5344CB8AC3E}">
        <p14:creationId xmlns:p14="http://schemas.microsoft.com/office/powerpoint/2010/main" val="214285282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Effect transition="in" filter="wipe(down)">
                                      <p:cBhvr>
                                        <p:cTn id="14" dur="580">
                                          <p:stCondLst>
                                            <p:cond delay="0"/>
                                          </p:stCondLst>
                                        </p:cTn>
                                        <p:tgtEl>
                                          <p:spTgt spid="10">
                                            <p:txEl>
                                              <p:pRg st="0" end="0"/>
                                            </p:txEl>
                                          </p:spTgt>
                                        </p:tgtEl>
                                      </p:cBhvr>
                                    </p:animEffect>
                                    <p:anim calcmode="lin" valueType="num">
                                      <p:cBhvr>
                                        <p:cTn id="15" dur="1822" tmFilter="0,0; 0.14,0.36; 0.43,0.73; 0.71,0.91; 1.0,1.0">
                                          <p:stCondLst>
                                            <p:cond delay="0"/>
                                          </p:stCondLst>
                                        </p:cTn>
                                        <p:tgtEl>
                                          <p:spTgt spid="10">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0">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0">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0">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0">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10">
                                            <p:txEl>
                                              <p:pRg st="0" end="0"/>
                                            </p:txEl>
                                          </p:spTgt>
                                        </p:tgtEl>
                                      </p:cBhvr>
                                      <p:to x="100000" y="60000"/>
                                    </p:animScale>
                                    <p:animScale>
                                      <p:cBhvr>
                                        <p:cTn id="21" dur="166" decel="50000">
                                          <p:stCondLst>
                                            <p:cond delay="676"/>
                                          </p:stCondLst>
                                        </p:cTn>
                                        <p:tgtEl>
                                          <p:spTgt spid="10">
                                            <p:txEl>
                                              <p:pRg st="0" end="0"/>
                                            </p:txEl>
                                          </p:spTgt>
                                        </p:tgtEl>
                                      </p:cBhvr>
                                      <p:to x="100000" y="100000"/>
                                    </p:animScale>
                                    <p:animScale>
                                      <p:cBhvr>
                                        <p:cTn id="22" dur="26">
                                          <p:stCondLst>
                                            <p:cond delay="1312"/>
                                          </p:stCondLst>
                                        </p:cTn>
                                        <p:tgtEl>
                                          <p:spTgt spid="10">
                                            <p:txEl>
                                              <p:pRg st="0" end="0"/>
                                            </p:txEl>
                                          </p:spTgt>
                                        </p:tgtEl>
                                      </p:cBhvr>
                                      <p:to x="100000" y="80000"/>
                                    </p:animScale>
                                    <p:animScale>
                                      <p:cBhvr>
                                        <p:cTn id="23" dur="166" decel="50000">
                                          <p:stCondLst>
                                            <p:cond delay="1338"/>
                                          </p:stCondLst>
                                        </p:cTn>
                                        <p:tgtEl>
                                          <p:spTgt spid="10">
                                            <p:txEl>
                                              <p:pRg st="0" end="0"/>
                                            </p:txEl>
                                          </p:spTgt>
                                        </p:tgtEl>
                                      </p:cBhvr>
                                      <p:to x="100000" y="100000"/>
                                    </p:animScale>
                                    <p:animScale>
                                      <p:cBhvr>
                                        <p:cTn id="24" dur="26">
                                          <p:stCondLst>
                                            <p:cond delay="1642"/>
                                          </p:stCondLst>
                                        </p:cTn>
                                        <p:tgtEl>
                                          <p:spTgt spid="10">
                                            <p:txEl>
                                              <p:pRg st="0" end="0"/>
                                            </p:txEl>
                                          </p:spTgt>
                                        </p:tgtEl>
                                      </p:cBhvr>
                                      <p:to x="100000" y="90000"/>
                                    </p:animScale>
                                    <p:animScale>
                                      <p:cBhvr>
                                        <p:cTn id="25" dur="166" decel="50000">
                                          <p:stCondLst>
                                            <p:cond delay="1668"/>
                                          </p:stCondLst>
                                        </p:cTn>
                                        <p:tgtEl>
                                          <p:spTgt spid="10">
                                            <p:txEl>
                                              <p:pRg st="0" end="0"/>
                                            </p:txEl>
                                          </p:spTgt>
                                        </p:tgtEl>
                                      </p:cBhvr>
                                      <p:to x="100000" y="100000"/>
                                    </p:animScale>
                                    <p:animScale>
                                      <p:cBhvr>
                                        <p:cTn id="26" dur="26">
                                          <p:stCondLst>
                                            <p:cond delay="1808"/>
                                          </p:stCondLst>
                                        </p:cTn>
                                        <p:tgtEl>
                                          <p:spTgt spid="10">
                                            <p:txEl>
                                              <p:pRg st="0" end="0"/>
                                            </p:txEl>
                                          </p:spTgt>
                                        </p:tgtEl>
                                      </p:cBhvr>
                                      <p:to x="100000" y="95000"/>
                                    </p:animScale>
                                    <p:animScale>
                                      <p:cBhvr>
                                        <p:cTn id="27" dur="166" decel="50000">
                                          <p:stCondLst>
                                            <p:cond delay="1834"/>
                                          </p:stCondLst>
                                        </p:cTn>
                                        <p:tgtEl>
                                          <p:spTgt spid="10">
                                            <p:txEl>
                                              <p:pRg st="0" end="0"/>
                                            </p:txEl>
                                          </p:spTgt>
                                        </p:tgtEl>
                                      </p:cBhvr>
                                      <p:to x="100000" y="100000"/>
                                    </p:animScale>
                                  </p:childTnLst>
                                </p:cTn>
                              </p:par>
                              <p:par>
                                <p:cTn id="28" presetID="26" presetClass="entr" presetSubtype="0" fill="hold" grpId="0" nodeType="withEffect">
                                  <p:stCondLst>
                                    <p:cond delay="0"/>
                                  </p:stCondLst>
                                  <p:childTnLst>
                                    <p:set>
                                      <p:cBhvr>
                                        <p:cTn id="29" dur="1" fill="hold">
                                          <p:stCondLst>
                                            <p:cond delay="0"/>
                                          </p:stCondLst>
                                        </p:cTn>
                                        <p:tgtEl>
                                          <p:spTgt spid="10">
                                            <p:txEl>
                                              <p:pRg st="1" end="1"/>
                                            </p:txEl>
                                          </p:spTgt>
                                        </p:tgtEl>
                                        <p:attrNameLst>
                                          <p:attrName>style.visibility</p:attrName>
                                        </p:attrNameLst>
                                      </p:cBhvr>
                                      <p:to>
                                        <p:strVal val="visible"/>
                                      </p:to>
                                    </p:set>
                                    <p:animEffect transition="in" filter="wipe(down)">
                                      <p:cBhvr>
                                        <p:cTn id="30" dur="580">
                                          <p:stCondLst>
                                            <p:cond delay="0"/>
                                          </p:stCondLst>
                                        </p:cTn>
                                        <p:tgtEl>
                                          <p:spTgt spid="10">
                                            <p:txEl>
                                              <p:pRg st="1" end="1"/>
                                            </p:txEl>
                                          </p:spTgt>
                                        </p:tgtEl>
                                      </p:cBhvr>
                                    </p:animEffect>
                                    <p:anim calcmode="lin" valueType="num">
                                      <p:cBhvr>
                                        <p:cTn id="31" dur="1822" tmFilter="0,0; 0.14,0.36; 0.43,0.73; 0.71,0.91; 1.0,1.0">
                                          <p:stCondLst>
                                            <p:cond delay="0"/>
                                          </p:stCondLst>
                                        </p:cTn>
                                        <p:tgtEl>
                                          <p:spTgt spid="10">
                                            <p:txEl>
                                              <p:pRg st="1" end="1"/>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10">
                                            <p:txEl>
                                              <p:pRg st="1" end="1"/>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10">
                                            <p:txEl>
                                              <p:pRg st="1" end="1"/>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10">
                                            <p:txEl>
                                              <p:pRg st="1" end="1"/>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10">
                                            <p:txEl>
                                              <p:pRg st="1" end="1"/>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10">
                                            <p:txEl>
                                              <p:pRg st="1" end="1"/>
                                            </p:txEl>
                                          </p:spTgt>
                                        </p:tgtEl>
                                      </p:cBhvr>
                                      <p:to x="100000" y="60000"/>
                                    </p:animScale>
                                    <p:animScale>
                                      <p:cBhvr>
                                        <p:cTn id="37" dur="166" decel="50000">
                                          <p:stCondLst>
                                            <p:cond delay="676"/>
                                          </p:stCondLst>
                                        </p:cTn>
                                        <p:tgtEl>
                                          <p:spTgt spid="10">
                                            <p:txEl>
                                              <p:pRg st="1" end="1"/>
                                            </p:txEl>
                                          </p:spTgt>
                                        </p:tgtEl>
                                      </p:cBhvr>
                                      <p:to x="100000" y="100000"/>
                                    </p:animScale>
                                    <p:animScale>
                                      <p:cBhvr>
                                        <p:cTn id="38" dur="26">
                                          <p:stCondLst>
                                            <p:cond delay="1312"/>
                                          </p:stCondLst>
                                        </p:cTn>
                                        <p:tgtEl>
                                          <p:spTgt spid="10">
                                            <p:txEl>
                                              <p:pRg st="1" end="1"/>
                                            </p:txEl>
                                          </p:spTgt>
                                        </p:tgtEl>
                                      </p:cBhvr>
                                      <p:to x="100000" y="80000"/>
                                    </p:animScale>
                                    <p:animScale>
                                      <p:cBhvr>
                                        <p:cTn id="39" dur="166" decel="50000">
                                          <p:stCondLst>
                                            <p:cond delay="1338"/>
                                          </p:stCondLst>
                                        </p:cTn>
                                        <p:tgtEl>
                                          <p:spTgt spid="10">
                                            <p:txEl>
                                              <p:pRg st="1" end="1"/>
                                            </p:txEl>
                                          </p:spTgt>
                                        </p:tgtEl>
                                      </p:cBhvr>
                                      <p:to x="100000" y="100000"/>
                                    </p:animScale>
                                    <p:animScale>
                                      <p:cBhvr>
                                        <p:cTn id="40" dur="26">
                                          <p:stCondLst>
                                            <p:cond delay="1642"/>
                                          </p:stCondLst>
                                        </p:cTn>
                                        <p:tgtEl>
                                          <p:spTgt spid="10">
                                            <p:txEl>
                                              <p:pRg st="1" end="1"/>
                                            </p:txEl>
                                          </p:spTgt>
                                        </p:tgtEl>
                                      </p:cBhvr>
                                      <p:to x="100000" y="90000"/>
                                    </p:animScale>
                                    <p:animScale>
                                      <p:cBhvr>
                                        <p:cTn id="41" dur="166" decel="50000">
                                          <p:stCondLst>
                                            <p:cond delay="1668"/>
                                          </p:stCondLst>
                                        </p:cTn>
                                        <p:tgtEl>
                                          <p:spTgt spid="10">
                                            <p:txEl>
                                              <p:pRg st="1" end="1"/>
                                            </p:txEl>
                                          </p:spTgt>
                                        </p:tgtEl>
                                      </p:cBhvr>
                                      <p:to x="100000" y="100000"/>
                                    </p:animScale>
                                    <p:animScale>
                                      <p:cBhvr>
                                        <p:cTn id="42" dur="26">
                                          <p:stCondLst>
                                            <p:cond delay="1808"/>
                                          </p:stCondLst>
                                        </p:cTn>
                                        <p:tgtEl>
                                          <p:spTgt spid="10">
                                            <p:txEl>
                                              <p:pRg st="1" end="1"/>
                                            </p:txEl>
                                          </p:spTgt>
                                        </p:tgtEl>
                                      </p:cBhvr>
                                      <p:to x="100000" y="95000"/>
                                    </p:animScale>
                                    <p:animScale>
                                      <p:cBhvr>
                                        <p:cTn id="43" dur="166" decel="50000">
                                          <p:stCondLst>
                                            <p:cond delay="1834"/>
                                          </p:stCondLst>
                                        </p:cTn>
                                        <p:tgtEl>
                                          <p:spTgt spid="10">
                                            <p:txEl>
                                              <p:pRg st="1" end="1"/>
                                            </p:txEl>
                                          </p:spTgt>
                                        </p:tgtEl>
                                      </p:cBhvr>
                                      <p:to x="100000" y="100000"/>
                                    </p:animScale>
                                  </p:childTnLst>
                                </p:cTn>
                              </p:par>
                              <p:par>
                                <p:cTn id="44" presetID="26" presetClass="entr" presetSubtype="0" fill="hold" grpId="0" nodeType="withEffect">
                                  <p:stCondLst>
                                    <p:cond delay="0"/>
                                  </p:stCondLst>
                                  <p:childTnLst>
                                    <p:set>
                                      <p:cBhvr>
                                        <p:cTn id="45" dur="1" fill="hold">
                                          <p:stCondLst>
                                            <p:cond delay="0"/>
                                          </p:stCondLst>
                                        </p:cTn>
                                        <p:tgtEl>
                                          <p:spTgt spid="10">
                                            <p:txEl>
                                              <p:pRg st="2" end="2"/>
                                            </p:txEl>
                                          </p:spTgt>
                                        </p:tgtEl>
                                        <p:attrNameLst>
                                          <p:attrName>style.visibility</p:attrName>
                                        </p:attrNameLst>
                                      </p:cBhvr>
                                      <p:to>
                                        <p:strVal val="visible"/>
                                      </p:to>
                                    </p:set>
                                    <p:animEffect transition="in" filter="wipe(down)">
                                      <p:cBhvr>
                                        <p:cTn id="46" dur="580">
                                          <p:stCondLst>
                                            <p:cond delay="0"/>
                                          </p:stCondLst>
                                        </p:cTn>
                                        <p:tgtEl>
                                          <p:spTgt spid="10">
                                            <p:txEl>
                                              <p:pRg st="2" end="2"/>
                                            </p:txEl>
                                          </p:spTgt>
                                        </p:tgtEl>
                                      </p:cBhvr>
                                    </p:animEffect>
                                    <p:anim calcmode="lin" valueType="num">
                                      <p:cBhvr>
                                        <p:cTn id="47" dur="1822" tmFilter="0,0; 0.14,0.36; 0.43,0.73; 0.71,0.91; 1.0,1.0">
                                          <p:stCondLst>
                                            <p:cond delay="0"/>
                                          </p:stCondLst>
                                        </p:cTn>
                                        <p:tgtEl>
                                          <p:spTgt spid="10">
                                            <p:txEl>
                                              <p:pRg st="2" end="2"/>
                                            </p:txEl>
                                          </p:spTgt>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10">
                                            <p:txEl>
                                              <p:pRg st="2" end="2"/>
                                            </p:txEl>
                                          </p:spTgt>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10">
                                            <p:txEl>
                                              <p:pRg st="2" end="2"/>
                                            </p:txEl>
                                          </p:spTgt>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10">
                                            <p:txEl>
                                              <p:pRg st="2" end="2"/>
                                            </p:txEl>
                                          </p:spTgt>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10">
                                            <p:txEl>
                                              <p:pRg st="2" end="2"/>
                                            </p:txEl>
                                          </p:spTgt>
                                        </p:tgtEl>
                                        <p:attrNameLst>
                                          <p:attrName>ppt_y</p:attrName>
                                        </p:attrNameLst>
                                      </p:cBhvr>
                                      <p:tavLst>
                                        <p:tav tm="0" fmla="#ppt_y-sin(pi*$)/81">
                                          <p:val>
                                            <p:fltVal val="0"/>
                                          </p:val>
                                        </p:tav>
                                        <p:tav tm="100000">
                                          <p:val>
                                            <p:fltVal val="1"/>
                                          </p:val>
                                        </p:tav>
                                      </p:tavLst>
                                    </p:anim>
                                    <p:animScale>
                                      <p:cBhvr>
                                        <p:cTn id="52" dur="26">
                                          <p:stCondLst>
                                            <p:cond delay="650"/>
                                          </p:stCondLst>
                                        </p:cTn>
                                        <p:tgtEl>
                                          <p:spTgt spid="10">
                                            <p:txEl>
                                              <p:pRg st="2" end="2"/>
                                            </p:txEl>
                                          </p:spTgt>
                                        </p:tgtEl>
                                      </p:cBhvr>
                                      <p:to x="100000" y="60000"/>
                                    </p:animScale>
                                    <p:animScale>
                                      <p:cBhvr>
                                        <p:cTn id="53" dur="166" decel="50000">
                                          <p:stCondLst>
                                            <p:cond delay="676"/>
                                          </p:stCondLst>
                                        </p:cTn>
                                        <p:tgtEl>
                                          <p:spTgt spid="10">
                                            <p:txEl>
                                              <p:pRg st="2" end="2"/>
                                            </p:txEl>
                                          </p:spTgt>
                                        </p:tgtEl>
                                      </p:cBhvr>
                                      <p:to x="100000" y="100000"/>
                                    </p:animScale>
                                    <p:animScale>
                                      <p:cBhvr>
                                        <p:cTn id="54" dur="26">
                                          <p:stCondLst>
                                            <p:cond delay="1312"/>
                                          </p:stCondLst>
                                        </p:cTn>
                                        <p:tgtEl>
                                          <p:spTgt spid="10">
                                            <p:txEl>
                                              <p:pRg st="2" end="2"/>
                                            </p:txEl>
                                          </p:spTgt>
                                        </p:tgtEl>
                                      </p:cBhvr>
                                      <p:to x="100000" y="80000"/>
                                    </p:animScale>
                                    <p:animScale>
                                      <p:cBhvr>
                                        <p:cTn id="55" dur="166" decel="50000">
                                          <p:stCondLst>
                                            <p:cond delay="1338"/>
                                          </p:stCondLst>
                                        </p:cTn>
                                        <p:tgtEl>
                                          <p:spTgt spid="10">
                                            <p:txEl>
                                              <p:pRg st="2" end="2"/>
                                            </p:txEl>
                                          </p:spTgt>
                                        </p:tgtEl>
                                      </p:cBhvr>
                                      <p:to x="100000" y="100000"/>
                                    </p:animScale>
                                    <p:animScale>
                                      <p:cBhvr>
                                        <p:cTn id="56" dur="26">
                                          <p:stCondLst>
                                            <p:cond delay="1642"/>
                                          </p:stCondLst>
                                        </p:cTn>
                                        <p:tgtEl>
                                          <p:spTgt spid="10">
                                            <p:txEl>
                                              <p:pRg st="2" end="2"/>
                                            </p:txEl>
                                          </p:spTgt>
                                        </p:tgtEl>
                                      </p:cBhvr>
                                      <p:to x="100000" y="90000"/>
                                    </p:animScale>
                                    <p:animScale>
                                      <p:cBhvr>
                                        <p:cTn id="57" dur="166" decel="50000">
                                          <p:stCondLst>
                                            <p:cond delay="1668"/>
                                          </p:stCondLst>
                                        </p:cTn>
                                        <p:tgtEl>
                                          <p:spTgt spid="10">
                                            <p:txEl>
                                              <p:pRg st="2" end="2"/>
                                            </p:txEl>
                                          </p:spTgt>
                                        </p:tgtEl>
                                      </p:cBhvr>
                                      <p:to x="100000" y="100000"/>
                                    </p:animScale>
                                    <p:animScale>
                                      <p:cBhvr>
                                        <p:cTn id="58" dur="26">
                                          <p:stCondLst>
                                            <p:cond delay="1808"/>
                                          </p:stCondLst>
                                        </p:cTn>
                                        <p:tgtEl>
                                          <p:spTgt spid="10">
                                            <p:txEl>
                                              <p:pRg st="2" end="2"/>
                                            </p:txEl>
                                          </p:spTgt>
                                        </p:tgtEl>
                                      </p:cBhvr>
                                      <p:to x="100000" y="95000"/>
                                    </p:animScale>
                                    <p:animScale>
                                      <p:cBhvr>
                                        <p:cTn id="59" dur="166" decel="50000">
                                          <p:stCondLst>
                                            <p:cond delay="1834"/>
                                          </p:stCondLst>
                                        </p:cTn>
                                        <p:tgtEl>
                                          <p:spTgt spid="10">
                                            <p:txEl>
                                              <p:pRg st="2" end="2"/>
                                            </p:txEl>
                                          </p:spTgt>
                                        </p:tgtEl>
                                      </p:cBhvr>
                                      <p:to x="100000" y="100000"/>
                                    </p:animScale>
                                  </p:childTnLst>
                                </p:cTn>
                              </p:par>
                              <p:par>
                                <p:cTn id="60" presetID="26" presetClass="entr" presetSubtype="0" fill="hold" grpId="0" nodeType="withEffect">
                                  <p:stCondLst>
                                    <p:cond delay="0"/>
                                  </p:stCondLst>
                                  <p:childTnLst>
                                    <p:set>
                                      <p:cBhvr>
                                        <p:cTn id="61" dur="1" fill="hold">
                                          <p:stCondLst>
                                            <p:cond delay="0"/>
                                          </p:stCondLst>
                                        </p:cTn>
                                        <p:tgtEl>
                                          <p:spTgt spid="10">
                                            <p:txEl>
                                              <p:pRg st="3" end="3"/>
                                            </p:txEl>
                                          </p:spTgt>
                                        </p:tgtEl>
                                        <p:attrNameLst>
                                          <p:attrName>style.visibility</p:attrName>
                                        </p:attrNameLst>
                                      </p:cBhvr>
                                      <p:to>
                                        <p:strVal val="visible"/>
                                      </p:to>
                                    </p:set>
                                    <p:animEffect transition="in" filter="wipe(down)">
                                      <p:cBhvr>
                                        <p:cTn id="62" dur="580">
                                          <p:stCondLst>
                                            <p:cond delay="0"/>
                                          </p:stCondLst>
                                        </p:cTn>
                                        <p:tgtEl>
                                          <p:spTgt spid="10">
                                            <p:txEl>
                                              <p:pRg st="3" end="3"/>
                                            </p:txEl>
                                          </p:spTgt>
                                        </p:tgtEl>
                                      </p:cBhvr>
                                    </p:animEffect>
                                    <p:anim calcmode="lin" valueType="num">
                                      <p:cBhvr>
                                        <p:cTn id="63" dur="1822" tmFilter="0,0; 0.14,0.36; 0.43,0.73; 0.71,0.91; 1.0,1.0">
                                          <p:stCondLst>
                                            <p:cond delay="0"/>
                                          </p:stCondLst>
                                        </p:cTn>
                                        <p:tgtEl>
                                          <p:spTgt spid="10">
                                            <p:txEl>
                                              <p:pRg st="3" end="3"/>
                                            </p:txEl>
                                          </p:spTgt>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10">
                                            <p:txEl>
                                              <p:pRg st="3" end="3"/>
                                            </p:txEl>
                                          </p:spTgt>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10">
                                            <p:txEl>
                                              <p:pRg st="3" end="3"/>
                                            </p:txEl>
                                          </p:spTgt>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10">
                                            <p:txEl>
                                              <p:pRg st="3" end="3"/>
                                            </p:txEl>
                                          </p:spTgt>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10">
                                            <p:txEl>
                                              <p:pRg st="3" end="3"/>
                                            </p:txEl>
                                          </p:spTgt>
                                        </p:tgtEl>
                                        <p:attrNameLst>
                                          <p:attrName>ppt_y</p:attrName>
                                        </p:attrNameLst>
                                      </p:cBhvr>
                                      <p:tavLst>
                                        <p:tav tm="0" fmla="#ppt_y-sin(pi*$)/81">
                                          <p:val>
                                            <p:fltVal val="0"/>
                                          </p:val>
                                        </p:tav>
                                        <p:tav tm="100000">
                                          <p:val>
                                            <p:fltVal val="1"/>
                                          </p:val>
                                        </p:tav>
                                      </p:tavLst>
                                    </p:anim>
                                    <p:animScale>
                                      <p:cBhvr>
                                        <p:cTn id="68" dur="26">
                                          <p:stCondLst>
                                            <p:cond delay="650"/>
                                          </p:stCondLst>
                                        </p:cTn>
                                        <p:tgtEl>
                                          <p:spTgt spid="10">
                                            <p:txEl>
                                              <p:pRg st="3" end="3"/>
                                            </p:txEl>
                                          </p:spTgt>
                                        </p:tgtEl>
                                      </p:cBhvr>
                                      <p:to x="100000" y="60000"/>
                                    </p:animScale>
                                    <p:animScale>
                                      <p:cBhvr>
                                        <p:cTn id="69" dur="166" decel="50000">
                                          <p:stCondLst>
                                            <p:cond delay="676"/>
                                          </p:stCondLst>
                                        </p:cTn>
                                        <p:tgtEl>
                                          <p:spTgt spid="10">
                                            <p:txEl>
                                              <p:pRg st="3" end="3"/>
                                            </p:txEl>
                                          </p:spTgt>
                                        </p:tgtEl>
                                      </p:cBhvr>
                                      <p:to x="100000" y="100000"/>
                                    </p:animScale>
                                    <p:animScale>
                                      <p:cBhvr>
                                        <p:cTn id="70" dur="26">
                                          <p:stCondLst>
                                            <p:cond delay="1312"/>
                                          </p:stCondLst>
                                        </p:cTn>
                                        <p:tgtEl>
                                          <p:spTgt spid="10">
                                            <p:txEl>
                                              <p:pRg st="3" end="3"/>
                                            </p:txEl>
                                          </p:spTgt>
                                        </p:tgtEl>
                                      </p:cBhvr>
                                      <p:to x="100000" y="80000"/>
                                    </p:animScale>
                                    <p:animScale>
                                      <p:cBhvr>
                                        <p:cTn id="71" dur="166" decel="50000">
                                          <p:stCondLst>
                                            <p:cond delay="1338"/>
                                          </p:stCondLst>
                                        </p:cTn>
                                        <p:tgtEl>
                                          <p:spTgt spid="10">
                                            <p:txEl>
                                              <p:pRg st="3" end="3"/>
                                            </p:txEl>
                                          </p:spTgt>
                                        </p:tgtEl>
                                      </p:cBhvr>
                                      <p:to x="100000" y="100000"/>
                                    </p:animScale>
                                    <p:animScale>
                                      <p:cBhvr>
                                        <p:cTn id="72" dur="26">
                                          <p:stCondLst>
                                            <p:cond delay="1642"/>
                                          </p:stCondLst>
                                        </p:cTn>
                                        <p:tgtEl>
                                          <p:spTgt spid="10">
                                            <p:txEl>
                                              <p:pRg st="3" end="3"/>
                                            </p:txEl>
                                          </p:spTgt>
                                        </p:tgtEl>
                                      </p:cBhvr>
                                      <p:to x="100000" y="90000"/>
                                    </p:animScale>
                                    <p:animScale>
                                      <p:cBhvr>
                                        <p:cTn id="73" dur="166" decel="50000">
                                          <p:stCondLst>
                                            <p:cond delay="1668"/>
                                          </p:stCondLst>
                                        </p:cTn>
                                        <p:tgtEl>
                                          <p:spTgt spid="10">
                                            <p:txEl>
                                              <p:pRg st="3" end="3"/>
                                            </p:txEl>
                                          </p:spTgt>
                                        </p:tgtEl>
                                      </p:cBhvr>
                                      <p:to x="100000" y="100000"/>
                                    </p:animScale>
                                    <p:animScale>
                                      <p:cBhvr>
                                        <p:cTn id="74" dur="26">
                                          <p:stCondLst>
                                            <p:cond delay="1808"/>
                                          </p:stCondLst>
                                        </p:cTn>
                                        <p:tgtEl>
                                          <p:spTgt spid="10">
                                            <p:txEl>
                                              <p:pRg st="3" end="3"/>
                                            </p:txEl>
                                          </p:spTgt>
                                        </p:tgtEl>
                                      </p:cBhvr>
                                      <p:to x="100000" y="95000"/>
                                    </p:animScale>
                                    <p:animScale>
                                      <p:cBhvr>
                                        <p:cTn id="75" dur="166" decel="50000">
                                          <p:stCondLst>
                                            <p:cond delay="1834"/>
                                          </p:stCondLst>
                                        </p:cTn>
                                        <p:tgtEl>
                                          <p:spTgt spid="10">
                                            <p:txEl>
                                              <p:pRg st="3" end="3"/>
                                            </p:txEl>
                                          </p:spTgt>
                                        </p:tgtEl>
                                      </p:cBhvr>
                                      <p:to x="100000" y="100000"/>
                                    </p:animScale>
                                  </p:childTnLst>
                                </p:cTn>
                              </p:par>
                              <p:par>
                                <p:cTn id="76" presetID="26" presetClass="entr" presetSubtype="0" fill="hold" grpId="0" nodeType="withEffect">
                                  <p:stCondLst>
                                    <p:cond delay="0"/>
                                  </p:stCondLst>
                                  <p:childTnLst>
                                    <p:set>
                                      <p:cBhvr>
                                        <p:cTn id="77" dur="1" fill="hold">
                                          <p:stCondLst>
                                            <p:cond delay="0"/>
                                          </p:stCondLst>
                                        </p:cTn>
                                        <p:tgtEl>
                                          <p:spTgt spid="10">
                                            <p:txEl>
                                              <p:pRg st="4" end="4"/>
                                            </p:txEl>
                                          </p:spTgt>
                                        </p:tgtEl>
                                        <p:attrNameLst>
                                          <p:attrName>style.visibility</p:attrName>
                                        </p:attrNameLst>
                                      </p:cBhvr>
                                      <p:to>
                                        <p:strVal val="visible"/>
                                      </p:to>
                                    </p:set>
                                    <p:animEffect transition="in" filter="wipe(down)">
                                      <p:cBhvr>
                                        <p:cTn id="78" dur="580">
                                          <p:stCondLst>
                                            <p:cond delay="0"/>
                                          </p:stCondLst>
                                        </p:cTn>
                                        <p:tgtEl>
                                          <p:spTgt spid="10">
                                            <p:txEl>
                                              <p:pRg st="4" end="4"/>
                                            </p:txEl>
                                          </p:spTgt>
                                        </p:tgtEl>
                                      </p:cBhvr>
                                    </p:animEffect>
                                    <p:anim calcmode="lin" valueType="num">
                                      <p:cBhvr>
                                        <p:cTn id="79" dur="1822" tmFilter="0,0; 0.14,0.36; 0.43,0.73; 0.71,0.91; 1.0,1.0">
                                          <p:stCondLst>
                                            <p:cond delay="0"/>
                                          </p:stCondLst>
                                        </p:cTn>
                                        <p:tgtEl>
                                          <p:spTgt spid="10">
                                            <p:txEl>
                                              <p:pRg st="4" end="4"/>
                                            </p:txEl>
                                          </p:spTgt>
                                        </p:tgtEl>
                                        <p:attrNameLst>
                                          <p:attrName>ppt_x</p:attrName>
                                        </p:attrNameLst>
                                      </p:cBhvr>
                                      <p:tavLst>
                                        <p:tav tm="0">
                                          <p:val>
                                            <p:strVal val="#ppt_x-0.25"/>
                                          </p:val>
                                        </p:tav>
                                        <p:tav tm="100000">
                                          <p:val>
                                            <p:strVal val="#ppt_x"/>
                                          </p:val>
                                        </p:tav>
                                      </p:tavLst>
                                    </p:anim>
                                    <p:anim calcmode="lin" valueType="num">
                                      <p:cBhvr>
                                        <p:cTn id="80" dur="664" tmFilter="0.0,0.0; 0.25,0.07; 0.50,0.2; 0.75,0.467; 1.0,1.0">
                                          <p:stCondLst>
                                            <p:cond delay="0"/>
                                          </p:stCondLst>
                                        </p:cTn>
                                        <p:tgtEl>
                                          <p:spTgt spid="10">
                                            <p:txEl>
                                              <p:pRg st="4" end="4"/>
                                            </p:txEl>
                                          </p:spTgt>
                                        </p:tgtEl>
                                        <p:attrNameLst>
                                          <p:attrName>ppt_y</p:attrName>
                                        </p:attrNameLst>
                                      </p:cBhvr>
                                      <p:tavLst>
                                        <p:tav tm="0" fmla="#ppt_y-sin(pi*$)/3">
                                          <p:val>
                                            <p:fltVal val="0.5"/>
                                          </p:val>
                                        </p:tav>
                                        <p:tav tm="100000">
                                          <p:val>
                                            <p:fltVal val="1"/>
                                          </p:val>
                                        </p:tav>
                                      </p:tavLst>
                                    </p:anim>
                                    <p:anim calcmode="lin" valueType="num">
                                      <p:cBhvr>
                                        <p:cTn id="81" dur="664" tmFilter="0, 0; 0.125,0.2665; 0.25,0.4; 0.375,0.465; 0.5,0.5;  0.625,0.535; 0.75,0.6; 0.875,0.7335; 1,1">
                                          <p:stCondLst>
                                            <p:cond delay="664"/>
                                          </p:stCondLst>
                                        </p:cTn>
                                        <p:tgtEl>
                                          <p:spTgt spid="10">
                                            <p:txEl>
                                              <p:pRg st="4" end="4"/>
                                            </p:txEl>
                                          </p:spTgt>
                                        </p:tgtEl>
                                        <p:attrNameLst>
                                          <p:attrName>ppt_y</p:attrName>
                                        </p:attrNameLst>
                                      </p:cBhvr>
                                      <p:tavLst>
                                        <p:tav tm="0" fmla="#ppt_y-sin(pi*$)/9">
                                          <p:val>
                                            <p:fltVal val="0"/>
                                          </p:val>
                                        </p:tav>
                                        <p:tav tm="100000">
                                          <p:val>
                                            <p:fltVal val="1"/>
                                          </p:val>
                                        </p:tav>
                                      </p:tavLst>
                                    </p:anim>
                                    <p:anim calcmode="lin" valueType="num">
                                      <p:cBhvr>
                                        <p:cTn id="82" dur="332" tmFilter="0, 0; 0.125,0.2665; 0.25,0.4; 0.375,0.465; 0.5,0.5;  0.625,0.535; 0.75,0.6; 0.875,0.7335; 1,1">
                                          <p:stCondLst>
                                            <p:cond delay="1324"/>
                                          </p:stCondLst>
                                        </p:cTn>
                                        <p:tgtEl>
                                          <p:spTgt spid="10">
                                            <p:txEl>
                                              <p:pRg st="4" end="4"/>
                                            </p:txEl>
                                          </p:spTgt>
                                        </p:tgtEl>
                                        <p:attrNameLst>
                                          <p:attrName>ppt_y</p:attrName>
                                        </p:attrNameLst>
                                      </p:cBhvr>
                                      <p:tavLst>
                                        <p:tav tm="0" fmla="#ppt_y-sin(pi*$)/27">
                                          <p:val>
                                            <p:fltVal val="0"/>
                                          </p:val>
                                        </p:tav>
                                        <p:tav tm="100000">
                                          <p:val>
                                            <p:fltVal val="1"/>
                                          </p:val>
                                        </p:tav>
                                      </p:tavLst>
                                    </p:anim>
                                    <p:anim calcmode="lin" valueType="num">
                                      <p:cBhvr>
                                        <p:cTn id="83" dur="164" tmFilter="0, 0; 0.125,0.2665; 0.25,0.4; 0.375,0.465; 0.5,0.5;  0.625,0.535; 0.75,0.6; 0.875,0.7335; 1,1">
                                          <p:stCondLst>
                                            <p:cond delay="1656"/>
                                          </p:stCondLst>
                                        </p:cTn>
                                        <p:tgtEl>
                                          <p:spTgt spid="10">
                                            <p:txEl>
                                              <p:pRg st="4" end="4"/>
                                            </p:txEl>
                                          </p:spTgt>
                                        </p:tgtEl>
                                        <p:attrNameLst>
                                          <p:attrName>ppt_y</p:attrName>
                                        </p:attrNameLst>
                                      </p:cBhvr>
                                      <p:tavLst>
                                        <p:tav tm="0" fmla="#ppt_y-sin(pi*$)/81">
                                          <p:val>
                                            <p:fltVal val="0"/>
                                          </p:val>
                                        </p:tav>
                                        <p:tav tm="100000">
                                          <p:val>
                                            <p:fltVal val="1"/>
                                          </p:val>
                                        </p:tav>
                                      </p:tavLst>
                                    </p:anim>
                                    <p:animScale>
                                      <p:cBhvr>
                                        <p:cTn id="84" dur="26">
                                          <p:stCondLst>
                                            <p:cond delay="650"/>
                                          </p:stCondLst>
                                        </p:cTn>
                                        <p:tgtEl>
                                          <p:spTgt spid="10">
                                            <p:txEl>
                                              <p:pRg st="4" end="4"/>
                                            </p:txEl>
                                          </p:spTgt>
                                        </p:tgtEl>
                                      </p:cBhvr>
                                      <p:to x="100000" y="60000"/>
                                    </p:animScale>
                                    <p:animScale>
                                      <p:cBhvr>
                                        <p:cTn id="85" dur="166" decel="50000">
                                          <p:stCondLst>
                                            <p:cond delay="676"/>
                                          </p:stCondLst>
                                        </p:cTn>
                                        <p:tgtEl>
                                          <p:spTgt spid="10">
                                            <p:txEl>
                                              <p:pRg st="4" end="4"/>
                                            </p:txEl>
                                          </p:spTgt>
                                        </p:tgtEl>
                                      </p:cBhvr>
                                      <p:to x="100000" y="100000"/>
                                    </p:animScale>
                                    <p:animScale>
                                      <p:cBhvr>
                                        <p:cTn id="86" dur="26">
                                          <p:stCondLst>
                                            <p:cond delay="1312"/>
                                          </p:stCondLst>
                                        </p:cTn>
                                        <p:tgtEl>
                                          <p:spTgt spid="10">
                                            <p:txEl>
                                              <p:pRg st="4" end="4"/>
                                            </p:txEl>
                                          </p:spTgt>
                                        </p:tgtEl>
                                      </p:cBhvr>
                                      <p:to x="100000" y="80000"/>
                                    </p:animScale>
                                    <p:animScale>
                                      <p:cBhvr>
                                        <p:cTn id="87" dur="166" decel="50000">
                                          <p:stCondLst>
                                            <p:cond delay="1338"/>
                                          </p:stCondLst>
                                        </p:cTn>
                                        <p:tgtEl>
                                          <p:spTgt spid="10">
                                            <p:txEl>
                                              <p:pRg st="4" end="4"/>
                                            </p:txEl>
                                          </p:spTgt>
                                        </p:tgtEl>
                                      </p:cBhvr>
                                      <p:to x="100000" y="100000"/>
                                    </p:animScale>
                                    <p:animScale>
                                      <p:cBhvr>
                                        <p:cTn id="88" dur="26">
                                          <p:stCondLst>
                                            <p:cond delay="1642"/>
                                          </p:stCondLst>
                                        </p:cTn>
                                        <p:tgtEl>
                                          <p:spTgt spid="10">
                                            <p:txEl>
                                              <p:pRg st="4" end="4"/>
                                            </p:txEl>
                                          </p:spTgt>
                                        </p:tgtEl>
                                      </p:cBhvr>
                                      <p:to x="100000" y="90000"/>
                                    </p:animScale>
                                    <p:animScale>
                                      <p:cBhvr>
                                        <p:cTn id="89" dur="166" decel="50000">
                                          <p:stCondLst>
                                            <p:cond delay="1668"/>
                                          </p:stCondLst>
                                        </p:cTn>
                                        <p:tgtEl>
                                          <p:spTgt spid="10">
                                            <p:txEl>
                                              <p:pRg st="4" end="4"/>
                                            </p:txEl>
                                          </p:spTgt>
                                        </p:tgtEl>
                                      </p:cBhvr>
                                      <p:to x="100000" y="100000"/>
                                    </p:animScale>
                                    <p:animScale>
                                      <p:cBhvr>
                                        <p:cTn id="90" dur="26">
                                          <p:stCondLst>
                                            <p:cond delay="1808"/>
                                          </p:stCondLst>
                                        </p:cTn>
                                        <p:tgtEl>
                                          <p:spTgt spid="10">
                                            <p:txEl>
                                              <p:pRg st="4" end="4"/>
                                            </p:txEl>
                                          </p:spTgt>
                                        </p:tgtEl>
                                      </p:cBhvr>
                                      <p:to x="100000" y="95000"/>
                                    </p:animScale>
                                    <p:animScale>
                                      <p:cBhvr>
                                        <p:cTn id="91" dur="166" decel="50000">
                                          <p:stCondLst>
                                            <p:cond delay="1834"/>
                                          </p:stCondLst>
                                        </p:cTn>
                                        <p:tgtEl>
                                          <p:spTgt spid="10">
                                            <p:txEl>
                                              <p:pRg st="4" end="4"/>
                                            </p:txEl>
                                          </p:spTgt>
                                        </p:tgtEl>
                                      </p:cBhvr>
                                      <p:to x="100000" y="100000"/>
                                    </p:animScale>
                                  </p:childTnLst>
                                </p:cTn>
                              </p:par>
                              <p:par>
                                <p:cTn id="92" presetID="26" presetClass="entr" presetSubtype="0" fill="hold" grpId="0" nodeType="withEffect">
                                  <p:stCondLst>
                                    <p:cond delay="0"/>
                                  </p:stCondLst>
                                  <p:childTnLst>
                                    <p:set>
                                      <p:cBhvr>
                                        <p:cTn id="93" dur="1" fill="hold">
                                          <p:stCondLst>
                                            <p:cond delay="0"/>
                                          </p:stCondLst>
                                        </p:cTn>
                                        <p:tgtEl>
                                          <p:spTgt spid="10">
                                            <p:txEl>
                                              <p:pRg st="5" end="5"/>
                                            </p:txEl>
                                          </p:spTgt>
                                        </p:tgtEl>
                                        <p:attrNameLst>
                                          <p:attrName>style.visibility</p:attrName>
                                        </p:attrNameLst>
                                      </p:cBhvr>
                                      <p:to>
                                        <p:strVal val="visible"/>
                                      </p:to>
                                    </p:set>
                                    <p:animEffect transition="in" filter="wipe(down)">
                                      <p:cBhvr>
                                        <p:cTn id="94" dur="580">
                                          <p:stCondLst>
                                            <p:cond delay="0"/>
                                          </p:stCondLst>
                                        </p:cTn>
                                        <p:tgtEl>
                                          <p:spTgt spid="10">
                                            <p:txEl>
                                              <p:pRg st="5" end="5"/>
                                            </p:txEl>
                                          </p:spTgt>
                                        </p:tgtEl>
                                      </p:cBhvr>
                                    </p:animEffect>
                                    <p:anim calcmode="lin" valueType="num">
                                      <p:cBhvr>
                                        <p:cTn id="95" dur="1822" tmFilter="0,0; 0.14,0.36; 0.43,0.73; 0.71,0.91; 1.0,1.0">
                                          <p:stCondLst>
                                            <p:cond delay="0"/>
                                          </p:stCondLst>
                                        </p:cTn>
                                        <p:tgtEl>
                                          <p:spTgt spid="10">
                                            <p:txEl>
                                              <p:pRg st="5" end="5"/>
                                            </p:txEl>
                                          </p:spTgt>
                                        </p:tgtEl>
                                        <p:attrNameLst>
                                          <p:attrName>ppt_x</p:attrName>
                                        </p:attrNameLst>
                                      </p:cBhvr>
                                      <p:tavLst>
                                        <p:tav tm="0">
                                          <p:val>
                                            <p:strVal val="#ppt_x-0.25"/>
                                          </p:val>
                                        </p:tav>
                                        <p:tav tm="100000">
                                          <p:val>
                                            <p:strVal val="#ppt_x"/>
                                          </p:val>
                                        </p:tav>
                                      </p:tavLst>
                                    </p:anim>
                                    <p:anim calcmode="lin" valueType="num">
                                      <p:cBhvr>
                                        <p:cTn id="96" dur="664" tmFilter="0.0,0.0; 0.25,0.07; 0.50,0.2; 0.75,0.467; 1.0,1.0">
                                          <p:stCondLst>
                                            <p:cond delay="0"/>
                                          </p:stCondLst>
                                        </p:cTn>
                                        <p:tgtEl>
                                          <p:spTgt spid="10">
                                            <p:txEl>
                                              <p:pRg st="5" end="5"/>
                                            </p:txEl>
                                          </p:spTgt>
                                        </p:tgtEl>
                                        <p:attrNameLst>
                                          <p:attrName>ppt_y</p:attrName>
                                        </p:attrNameLst>
                                      </p:cBhvr>
                                      <p:tavLst>
                                        <p:tav tm="0" fmla="#ppt_y-sin(pi*$)/3">
                                          <p:val>
                                            <p:fltVal val="0.5"/>
                                          </p:val>
                                        </p:tav>
                                        <p:tav tm="100000">
                                          <p:val>
                                            <p:fltVal val="1"/>
                                          </p:val>
                                        </p:tav>
                                      </p:tavLst>
                                    </p:anim>
                                    <p:anim calcmode="lin" valueType="num">
                                      <p:cBhvr>
                                        <p:cTn id="97" dur="664" tmFilter="0, 0; 0.125,0.2665; 0.25,0.4; 0.375,0.465; 0.5,0.5;  0.625,0.535; 0.75,0.6; 0.875,0.7335; 1,1">
                                          <p:stCondLst>
                                            <p:cond delay="664"/>
                                          </p:stCondLst>
                                        </p:cTn>
                                        <p:tgtEl>
                                          <p:spTgt spid="10">
                                            <p:txEl>
                                              <p:pRg st="5" end="5"/>
                                            </p:txEl>
                                          </p:spTgt>
                                        </p:tgtEl>
                                        <p:attrNameLst>
                                          <p:attrName>ppt_y</p:attrName>
                                        </p:attrNameLst>
                                      </p:cBhvr>
                                      <p:tavLst>
                                        <p:tav tm="0" fmla="#ppt_y-sin(pi*$)/9">
                                          <p:val>
                                            <p:fltVal val="0"/>
                                          </p:val>
                                        </p:tav>
                                        <p:tav tm="100000">
                                          <p:val>
                                            <p:fltVal val="1"/>
                                          </p:val>
                                        </p:tav>
                                      </p:tavLst>
                                    </p:anim>
                                    <p:anim calcmode="lin" valueType="num">
                                      <p:cBhvr>
                                        <p:cTn id="98" dur="332" tmFilter="0, 0; 0.125,0.2665; 0.25,0.4; 0.375,0.465; 0.5,0.5;  0.625,0.535; 0.75,0.6; 0.875,0.7335; 1,1">
                                          <p:stCondLst>
                                            <p:cond delay="1324"/>
                                          </p:stCondLst>
                                        </p:cTn>
                                        <p:tgtEl>
                                          <p:spTgt spid="10">
                                            <p:txEl>
                                              <p:pRg st="5" end="5"/>
                                            </p:txEl>
                                          </p:spTgt>
                                        </p:tgtEl>
                                        <p:attrNameLst>
                                          <p:attrName>ppt_y</p:attrName>
                                        </p:attrNameLst>
                                      </p:cBhvr>
                                      <p:tavLst>
                                        <p:tav tm="0" fmla="#ppt_y-sin(pi*$)/27">
                                          <p:val>
                                            <p:fltVal val="0"/>
                                          </p:val>
                                        </p:tav>
                                        <p:tav tm="100000">
                                          <p:val>
                                            <p:fltVal val="1"/>
                                          </p:val>
                                        </p:tav>
                                      </p:tavLst>
                                    </p:anim>
                                    <p:anim calcmode="lin" valueType="num">
                                      <p:cBhvr>
                                        <p:cTn id="99" dur="164" tmFilter="0, 0; 0.125,0.2665; 0.25,0.4; 0.375,0.465; 0.5,0.5;  0.625,0.535; 0.75,0.6; 0.875,0.7335; 1,1">
                                          <p:stCondLst>
                                            <p:cond delay="1656"/>
                                          </p:stCondLst>
                                        </p:cTn>
                                        <p:tgtEl>
                                          <p:spTgt spid="10">
                                            <p:txEl>
                                              <p:pRg st="5" end="5"/>
                                            </p:txEl>
                                          </p:spTgt>
                                        </p:tgtEl>
                                        <p:attrNameLst>
                                          <p:attrName>ppt_y</p:attrName>
                                        </p:attrNameLst>
                                      </p:cBhvr>
                                      <p:tavLst>
                                        <p:tav tm="0" fmla="#ppt_y-sin(pi*$)/81">
                                          <p:val>
                                            <p:fltVal val="0"/>
                                          </p:val>
                                        </p:tav>
                                        <p:tav tm="100000">
                                          <p:val>
                                            <p:fltVal val="1"/>
                                          </p:val>
                                        </p:tav>
                                      </p:tavLst>
                                    </p:anim>
                                    <p:animScale>
                                      <p:cBhvr>
                                        <p:cTn id="100" dur="26">
                                          <p:stCondLst>
                                            <p:cond delay="650"/>
                                          </p:stCondLst>
                                        </p:cTn>
                                        <p:tgtEl>
                                          <p:spTgt spid="10">
                                            <p:txEl>
                                              <p:pRg st="5" end="5"/>
                                            </p:txEl>
                                          </p:spTgt>
                                        </p:tgtEl>
                                      </p:cBhvr>
                                      <p:to x="100000" y="60000"/>
                                    </p:animScale>
                                    <p:animScale>
                                      <p:cBhvr>
                                        <p:cTn id="101" dur="166" decel="50000">
                                          <p:stCondLst>
                                            <p:cond delay="676"/>
                                          </p:stCondLst>
                                        </p:cTn>
                                        <p:tgtEl>
                                          <p:spTgt spid="10">
                                            <p:txEl>
                                              <p:pRg st="5" end="5"/>
                                            </p:txEl>
                                          </p:spTgt>
                                        </p:tgtEl>
                                      </p:cBhvr>
                                      <p:to x="100000" y="100000"/>
                                    </p:animScale>
                                    <p:animScale>
                                      <p:cBhvr>
                                        <p:cTn id="102" dur="26">
                                          <p:stCondLst>
                                            <p:cond delay="1312"/>
                                          </p:stCondLst>
                                        </p:cTn>
                                        <p:tgtEl>
                                          <p:spTgt spid="10">
                                            <p:txEl>
                                              <p:pRg st="5" end="5"/>
                                            </p:txEl>
                                          </p:spTgt>
                                        </p:tgtEl>
                                      </p:cBhvr>
                                      <p:to x="100000" y="80000"/>
                                    </p:animScale>
                                    <p:animScale>
                                      <p:cBhvr>
                                        <p:cTn id="103" dur="166" decel="50000">
                                          <p:stCondLst>
                                            <p:cond delay="1338"/>
                                          </p:stCondLst>
                                        </p:cTn>
                                        <p:tgtEl>
                                          <p:spTgt spid="10">
                                            <p:txEl>
                                              <p:pRg st="5" end="5"/>
                                            </p:txEl>
                                          </p:spTgt>
                                        </p:tgtEl>
                                      </p:cBhvr>
                                      <p:to x="100000" y="100000"/>
                                    </p:animScale>
                                    <p:animScale>
                                      <p:cBhvr>
                                        <p:cTn id="104" dur="26">
                                          <p:stCondLst>
                                            <p:cond delay="1642"/>
                                          </p:stCondLst>
                                        </p:cTn>
                                        <p:tgtEl>
                                          <p:spTgt spid="10">
                                            <p:txEl>
                                              <p:pRg st="5" end="5"/>
                                            </p:txEl>
                                          </p:spTgt>
                                        </p:tgtEl>
                                      </p:cBhvr>
                                      <p:to x="100000" y="90000"/>
                                    </p:animScale>
                                    <p:animScale>
                                      <p:cBhvr>
                                        <p:cTn id="105" dur="166" decel="50000">
                                          <p:stCondLst>
                                            <p:cond delay="1668"/>
                                          </p:stCondLst>
                                        </p:cTn>
                                        <p:tgtEl>
                                          <p:spTgt spid="10">
                                            <p:txEl>
                                              <p:pRg st="5" end="5"/>
                                            </p:txEl>
                                          </p:spTgt>
                                        </p:tgtEl>
                                      </p:cBhvr>
                                      <p:to x="100000" y="100000"/>
                                    </p:animScale>
                                    <p:animScale>
                                      <p:cBhvr>
                                        <p:cTn id="106" dur="26">
                                          <p:stCondLst>
                                            <p:cond delay="1808"/>
                                          </p:stCondLst>
                                        </p:cTn>
                                        <p:tgtEl>
                                          <p:spTgt spid="10">
                                            <p:txEl>
                                              <p:pRg st="5" end="5"/>
                                            </p:txEl>
                                          </p:spTgt>
                                        </p:tgtEl>
                                      </p:cBhvr>
                                      <p:to x="100000" y="95000"/>
                                    </p:animScale>
                                    <p:animScale>
                                      <p:cBhvr>
                                        <p:cTn id="107" dur="166" decel="50000">
                                          <p:stCondLst>
                                            <p:cond delay="1834"/>
                                          </p:stCondLst>
                                        </p:cTn>
                                        <p:tgtEl>
                                          <p:spTgt spid="10">
                                            <p:txEl>
                                              <p:pRg st="5" end="5"/>
                                            </p:txEl>
                                          </p:spTgt>
                                        </p:tgtEl>
                                      </p:cBhvr>
                                      <p:to x="100000" y="100000"/>
                                    </p:animScale>
                                  </p:childTnLst>
                                </p:cTn>
                              </p:par>
                              <p:par>
                                <p:cTn id="108" presetID="26" presetClass="entr" presetSubtype="0" fill="hold" grpId="0" nodeType="withEffect">
                                  <p:stCondLst>
                                    <p:cond delay="0"/>
                                  </p:stCondLst>
                                  <p:childTnLst>
                                    <p:set>
                                      <p:cBhvr>
                                        <p:cTn id="109" dur="1" fill="hold">
                                          <p:stCondLst>
                                            <p:cond delay="0"/>
                                          </p:stCondLst>
                                        </p:cTn>
                                        <p:tgtEl>
                                          <p:spTgt spid="10">
                                            <p:txEl>
                                              <p:pRg st="6" end="6"/>
                                            </p:txEl>
                                          </p:spTgt>
                                        </p:tgtEl>
                                        <p:attrNameLst>
                                          <p:attrName>style.visibility</p:attrName>
                                        </p:attrNameLst>
                                      </p:cBhvr>
                                      <p:to>
                                        <p:strVal val="visible"/>
                                      </p:to>
                                    </p:set>
                                    <p:animEffect transition="in" filter="wipe(down)">
                                      <p:cBhvr>
                                        <p:cTn id="110" dur="580">
                                          <p:stCondLst>
                                            <p:cond delay="0"/>
                                          </p:stCondLst>
                                        </p:cTn>
                                        <p:tgtEl>
                                          <p:spTgt spid="10">
                                            <p:txEl>
                                              <p:pRg st="6" end="6"/>
                                            </p:txEl>
                                          </p:spTgt>
                                        </p:tgtEl>
                                      </p:cBhvr>
                                    </p:animEffect>
                                    <p:anim calcmode="lin" valueType="num">
                                      <p:cBhvr>
                                        <p:cTn id="111" dur="1822" tmFilter="0,0; 0.14,0.36; 0.43,0.73; 0.71,0.91; 1.0,1.0">
                                          <p:stCondLst>
                                            <p:cond delay="0"/>
                                          </p:stCondLst>
                                        </p:cTn>
                                        <p:tgtEl>
                                          <p:spTgt spid="10">
                                            <p:txEl>
                                              <p:pRg st="6" end="6"/>
                                            </p:txEl>
                                          </p:spTgt>
                                        </p:tgtEl>
                                        <p:attrNameLst>
                                          <p:attrName>ppt_x</p:attrName>
                                        </p:attrNameLst>
                                      </p:cBhvr>
                                      <p:tavLst>
                                        <p:tav tm="0">
                                          <p:val>
                                            <p:strVal val="#ppt_x-0.25"/>
                                          </p:val>
                                        </p:tav>
                                        <p:tav tm="100000">
                                          <p:val>
                                            <p:strVal val="#ppt_x"/>
                                          </p:val>
                                        </p:tav>
                                      </p:tavLst>
                                    </p:anim>
                                    <p:anim calcmode="lin" valueType="num">
                                      <p:cBhvr>
                                        <p:cTn id="112" dur="664" tmFilter="0.0,0.0; 0.25,0.07; 0.50,0.2; 0.75,0.467; 1.0,1.0">
                                          <p:stCondLst>
                                            <p:cond delay="0"/>
                                          </p:stCondLst>
                                        </p:cTn>
                                        <p:tgtEl>
                                          <p:spTgt spid="10">
                                            <p:txEl>
                                              <p:pRg st="6" end="6"/>
                                            </p:txEl>
                                          </p:spTgt>
                                        </p:tgtEl>
                                        <p:attrNameLst>
                                          <p:attrName>ppt_y</p:attrName>
                                        </p:attrNameLst>
                                      </p:cBhvr>
                                      <p:tavLst>
                                        <p:tav tm="0" fmla="#ppt_y-sin(pi*$)/3">
                                          <p:val>
                                            <p:fltVal val="0.5"/>
                                          </p:val>
                                        </p:tav>
                                        <p:tav tm="100000">
                                          <p:val>
                                            <p:fltVal val="1"/>
                                          </p:val>
                                        </p:tav>
                                      </p:tavLst>
                                    </p:anim>
                                    <p:anim calcmode="lin" valueType="num">
                                      <p:cBhvr>
                                        <p:cTn id="113" dur="664" tmFilter="0, 0; 0.125,0.2665; 0.25,0.4; 0.375,0.465; 0.5,0.5;  0.625,0.535; 0.75,0.6; 0.875,0.7335; 1,1">
                                          <p:stCondLst>
                                            <p:cond delay="664"/>
                                          </p:stCondLst>
                                        </p:cTn>
                                        <p:tgtEl>
                                          <p:spTgt spid="10">
                                            <p:txEl>
                                              <p:pRg st="6" end="6"/>
                                            </p:txEl>
                                          </p:spTgt>
                                        </p:tgtEl>
                                        <p:attrNameLst>
                                          <p:attrName>ppt_y</p:attrName>
                                        </p:attrNameLst>
                                      </p:cBhvr>
                                      <p:tavLst>
                                        <p:tav tm="0" fmla="#ppt_y-sin(pi*$)/9">
                                          <p:val>
                                            <p:fltVal val="0"/>
                                          </p:val>
                                        </p:tav>
                                        <p:tav tm="100000">
                                          <p:val>
                                            <p:fltVal val="1"/>
                                          </p:val>
                                        </p:tav>
                                      </p:tavLst>
                                    </p:anim>
                                    <p:anim calcmode="lin" valueType="num">
                                      <p:cBhvr>
                                        <p:cTn id="114" dur="332" tmFilter="0, 0; 0.125,0.2665; 0.25,0.4; 0.375,0.465; 0.5,0.5;  0.625,0.535; 0.75,0.6; 0.875,0.7335; 1,1">
                                          <p:stCondLst>
                                            <p:cond delay="1324"/>
                                          </p:stCondLst>
                                        </p:cTn>
                                        <p:tgtEl>
                                          <p:spTgt spid="10">
                                            <p:txEl>
                                              <p:pRg st="6" end="6"/>
                                            </p:txEl>
                                          </p:spTgt>
                                        </p:tgtEl>
                                        <p:attrNameLst>
                                          <p:attrName>ppt_y</p:attrName>
                                        </p:attrNameLst>
                                      </p:cBhvr>
                                      <p:tavLst>
                                        <p:tav tm="0" fmla="#ppt_y-sin(pi*$)/27">
                                          <p:val>
                                            <p:fltVal val="0"/>
                                          </p:val>
                                        </p:tav>
                                        <p:tav tm="100000">
                                          <p:val>
                                            <p:fltVal val="1"/>
                                          </p:val>
                                        </p:tav>
                                      </p:tavLst>
                                    </p:anim>
                                    <p:anim calcmode="lin" valueType="num">
                                      <p:cBhvr>
                                        <p:cTn id="115" dur="164" tmFilter="0, 0; 0.125,0.2665; 0.25,0.4; 0.375,0.465; 0.5,0.5;  0.625,0.535; 0.75,0.6; 0.875,0.7335; 1,1">
                                          <p:stCondLst>
                                            <p:cond delay="1656"/>
                                          </p:stCondLst>
                                        </p:cTn>
                                        <p:tgtEl>
                                          <p:spTgt spid="10">
                                            <p:txEl>
                                              <p:pRg st="6" end="6"/>
                                            </p:txEl>
                                          </p:spTgt>
                                        </p:tgtEl>
                                        <p:attrNameLst>
                                          <p:attrName>ppt_y</p:attrName>
                                        </p:attrNameLst>
                                      </p:cBhvr>
                                      <p:tavLst>
                                        <p:tav tm="0" fmla="#ppt_y-sin(pi*$)/81">
                                          <p:val>
                                            <p:fltVal val="0"/>
                                          </p:val>
                                        </p:tav>
                                        <p:tav tm="100000">
                                          <p:val>
                                            <p:fltVal val="1"/>
                                          </p:val>
                                        </p:tav>
                                      </p:tavLst>
                                    </p:anim>
                                    <p:animScale>
                                      <p:cBhvr>
                                        <p:cTn id="116" dur="26">
                                          <p:stCondLst>
                                            <p:cond delay="650"/>
                                          </p:stCondLst>
                                        </p:cTn>
                                        <p:tgtEl>
                                          <p:spTgt spid="10">
                                            <p:txEl>
                                              <p:pRg st="6" end="6"/>
                                            </p:txEl>
                                          </p:spTgt>
                                        </p:tgtEl>
                                      </p:cBhvr>
                                      <p:to x="100000" y="60000"/>
                                    </p:animScale>
                                    <p:animScale>
                                      <p:cBhvr>
                                        <p:cTn id="117" dur="166" decel="50000">
                                          <p:stCondLst>
                                            <p:cond delay="676"/>
                                          </p:stCondLst>
                                        </p:cTn>
                                        <p:tgtEl>
                                          <p:spTgt spid="10">
                                            <p:txEl>
                                              <p:pRg st="6" end="6"/>
                                            </p:txEl>
                                          </p:spTgt>
                                        </p:tgtEl>
                                      </p:cBhvr>
                                      <p:to x="100000" y="100000"/>
                                    </p:animScale>
                                    <p:animScale>
                                      <p:cBhvr>
                                        <p:cTn id="118" dur="26">
                                          <p:stCondLst>
                                            <p:cond delay="1312"/>
                                          </p:stCondLst>
                                        </p:cTn>
                                        <p:tgtEl>
                                          <p:spTgt spid="10">
                                            <p:txEl>
                                              <p:pRg st="6" end="6"/>
                                            </p:txEl>
                                          </p:spTgt>
                                        </p:tgtEl>
                                      </p:cBhvr>
                                      <p:to x="100000" y="80000"/>
                                    </p:animScale>
                                    <p:animScale>
                                      <p:cBhvr>
                                        <p:cTn id="119" dur="166" decel="50000">
                                          <p:stCondLst>
                                            <p:cond delay="1338"/>
                                          </p:stCondLst>
                                        </p:cTn>
                                        <p:tgtEl>
                                          <p:spTgt spid="10">
                                            <p:txEl>
                                              <p:pRg st="6" end="6"/>
                                            </p:txEl>
                                          </p:spTgt>
                                        </p:tgtEl>
                                      </p:cBhvr>
                                      <p:to x="100000" y="100000"/>
                                    </p:animScale>
                                    <p:animScale>
                                      <p:cBhvr>
                                        <p:cTn id="120" dur="26">
                                          <p:stCondLst>
                                            <p:cond delay="1642"/>
                                          </p:stCondLst>
                                        </p:cTn>
                                        <p:tgtEl>
                                          <p:spTgt spid="10">
                                            <p:txEl>
                                              <p:pRg st="6" end="6"/>
                                            </p:txEl>
                                          </p:spTgt>
                                        </p:tgtEl>
                                      </p:cBhvr>
                                      <p:to x="100000" y="90000"/>
                                    </p:animScale>
                                    <p:animScale>
                                      <p:cBhvr>
                                        <p:cTn id="121" dur="166" decel="50000">
                                          <p:stCondLst>
                                            <p:cond delay="1668"/>
                                          </p:stCondLst>
                                        </p:cTn>
                                        <p:tgtEl>
                                          <p:spTgt spid="10">
                                            <p:txEl>
                                              <p:pRg st="6" end="6"/>
                                            </p:txEl>
                                          </p:spTgt>
                                        </p:tgtEl>
                                      </p:cBhvr>
                                      <p:to x="100000" y="100000"/>
                                    </p:animScale>
                                    <p:animScale>
                                      <p:cBhvr>
                                        <p:cTn id="122" dur="26">
                                          <p:stCondLst>
                                            <p:cond delay="1808"/>
                                          </p:stCondLst>
                                        </p:cTn>
                                        <p:tgtEl>
                                          <p:spTgt spid="10">
                                            <p:txEl>
                                              <p:pRg st="6" end="6"/>
                                            </p:txEl>
                                          </p:spTgt>
                                        </p:tgtEl>
                                      </p:cBhvr>
                                      <p:to x="100000" y="95000"/>
                                    </p:animScale>
                                    <p:animScale>
                                      <p:cBhvr>
                                        <p:cTn id="123" dur="166" decel="50000">
                                          <p:stCondLst>
                                            <p:cond delay="1834"/>
                                          </p:stCondLst>
                                        </p:cTn>
                                        <p:tgtEl>
                                          <p:spTgt spid="10">
                                            <p:txEl>
                                              <p:pRg st="6" end="6"/>
                                            </p:txEl>
                                          </p:spTgt>
                                        </p:tgtEl>
                                      </p:cBhvr>
                                      <p:to x="100000" y="100000"/>
                                    </p:animScale>
                                  </p:childTnLst>
                                </p:cTn>
                              </p:par>
                            </p:childTnLst>
                          </p:cTn>
                        </p:par>
                      </p:childTnLst>
                    </p:cTn>
                  </p:par>
                  <p:par>
                    <p:cTn id="124" fill="hold">
                      <p:stCondLst>
                        <p:cond delay="indefinite"/>
                      </p:stCondLst>
                      <p:childTnLst>
                        <p:par>
                          <p:cTn id="125" fill="hold">
                            <p:stCondLst>
                              <p:cond delay="0"/>
                            </p:stCondLst>
                            <p:childTnLst>
                              <p:par>
                                <p:cTn id="126" presetID="26" presetClass="entr" presetSubtype="0" fill="hold" nodeType="clickEffect">
                                  <p:stCondLst>
                                    <p:cond delay="0"/>
                                  </p:stCondLst>
                                  <p:childTnLst>
                                    <p:set>
                                      <p:cBhvr>
                                        <p:cTn id="127" dur="1" fill="hold">
                                          <p:stCondLst>
                                            <p:cond delay="0"/>
                                          </p:stCondLst>
                                        </p:cTn>
                                        <p:tgtEl>
                                          <p:spTgt spid="11">
                                            <p:txEl>
                                              <p:pRg st="0" end="0"/>
                                            </p:txEl>
                                          </p:spTgt>
                                        </p:tgtEl>
                                        <p:attrNameLst>
                                          <p:attrName>style.visibility</p:attrName>
                                        </p:attrNameLst>
                                      </p:cBhvr>
                                      <p:to>
                                        <p:strVal val="visible"/>
                                      </p:to>
                                    </p:set>
                                    <p:animEffect transition="in" filter="wipe(down)">
                                      <p:cBhvr>
                                        <p:cTn id="128" dur="580">
                                          <p:stCondLst>
                                            <p:cond delay="0"/>
                                          </p:stCondLst>
                                        </p:cTn>
                                        <p:tgtEl>
                                          <p:spTgt spid="11">
                                            <p:txEl>
                                              <p:pRg st="0" end="0"/>
                                            </p:txEl>
                                          </p:spTgt>
                                        </p:tgtEl>
                                      </p:cBhvr>
                                    </p:animEffect>
                                    <p:anim calcmode="lin" valueType="num">
                                      <p:cBhvr>
                                        <p:cTn id="129" dur="1822" tmFilter="0,0; 0.14,0.36; 0.43,0.73; 0.71,0.91; 1.0,1.0">
                                          <p:stCondLst>
                                            <p:cond delay="0"/>
                                          </p:stCondLst>
                                        </p:cTn>
                                        <p:tgtEl>
                                          <p:spTgt spid="11">
                                            <p:txEl>
                                              <p:pRg st="0" end="0"/>
                                            </p:txEl>
                                          </p:spTgt>
                                        </p:tgtEl>
                                        <p:attrNameLst>
                                          <p:attrName>ppt_x</p:attrName>
                                        </p:attrNameLst>
                                      </p:cBhvr>
                                      <p:tavLst>
                                        <p:tav tm="0">
                                          <p:val>
                                            <p:strVal val="#ppt_x-0.25"/>
                                          </p:val>
                                        </p:tav>
                                        <p:tav tm="100000">
                                          <p:val>
                                            <p:strVal val="#ppt_x"/>
                                          </p:val>
                                        </p:tav>
                                      </p:tavLst>
                                    </p:anim>
                                    <p:anim calcmode="lin" valueType="num">
                                      <p:cBhvr>
                                        <p:cTn id="130" dur="664" tmFilter="0.0,0.0; 0.25,0.07; 0.50,0.2; 0.75,0.467; 1.0,1.0">
                                          <p:stCondLst>
                                            <p:cond delay="0"/>
                                          </p:stCondLst>
                                        </p:cTn>
                                        <p:tgtEl>
                                          <p:spTgt spid="11">
                                            <p:txEl>
                                              <p:pRg st="0" end="0"/>
                                            </p:txEl>
                                          </p:spTgt>
                                        </p:tgtEl>
                                        <p:attrNameLst>
                                          <p:attrName>ppt_y</p:attrName>
                                        </p:attrNameLst>
                                      </p:cBhvr>
                                      <p:tavLst>
                                        <p:tav tm="0" fmla="#ppt_y-sin(pi*$)/3">
                                          <p:val>
                                            <p:fltVal val="0.5"/>
                                          </p:val>
                                        </p:tav>
                                        <p:tav tm="100000">
                                          <p:val>
                                            <p:fltVal val="1"/>
                                          </p:val>
                                        </p:tav>
                                      </p:tavLst>
                                    </p:anim>
                                    <p:anim calcmode="lin" valueType="num">
                                      <p:cBhvr>
                                        <p:cTn id="131" dur="664" tmFilter="0, 0; 0.125,0.2665; 0.25,0.4; 0.375,0.465; 0.5,0.5;  0.625,0.535; 0.75,0.6; 0.875,0.7335; 1,1">
                                          <p:stCondLst>
                                            <p:cond delay="664"/>
                                          </p:stCondLst>
                                        </p:cTn>
                                        <p:tgtEl>
                                          <p:spTgt spid="11">
                                            <p:txEl>
                                              <p:pRg st="0" end="0"/>
                                            </p:txEl>
                                          </p:spTgt>
                                        </p:tgtEl>
                                        <p:attrNameLst>
                                          <p:attrName>ppt_y</p:attrName>
                                        </p:attrNameLst>
                                      </p:cBhvr>
                                      <p:tavLst>
                                        <p:tav tm="0" fmla="#ppt_y-sin(pi*$)/9">
                                          <p:val>
                                            <p:fltVal val="0"/>
                                          </p:val>
                                        </p:tav>
                                        <p:tav tm="100000">
                                          <p:val>
                                            <p:fltVal val="1"/>
                                          </p:val>
                                        </p:tav>
                                      </p:tavLst>
                                    </p:anim>
                                    <p:anim calcmode="lin" valueType="num">
                                      <p:cBhvr>
                                        <p:cTn id="132" dur="332" tmFilter="0, 0; 0.125,0.2665; 0.25,0.4; 0.375,0.465; 0.5,0.5;  0.625,0.535; 0.75,0.6; 0.875,0.7335; 1,1">
                                          <p:stCondLst>
                                            <p:cond delay="1324"/>
                                          </p:stCondLst>
                                        </p:cTn>
                                        <p:tgtEl>
                                          <p:spTgt spid="11">
                                            <p:txEl>
                                              <p:pRg st="0" end="0"/>
                                            </p:txEl>
                                          </p:spTgt>
                                        </p:tgtEl>
                                        <p:attrNameLst>
                                          <p:attrName>ppt_y</p:attrName>
                                        </p:attrNameLst>
                                      </p:cBhvr>
                                      <p:tavLst>
                                        <p:tav tm="0" fmla="#ppt_y-sin(pi*$)/27">
                                          <p:val>
                                            <p:fltVal val="0"/>
                                          </p:val>
                                        </p:tav>
                                        <p:tav tm="100000">
                                          <p:val>
                                            <p:fltVal val="1"/>
                                          </p:val>
                                        </p:tav>
                                      </p:tavLst>
                                    </p:anim>
                                    <p:anim calcmode="lin" valueType="num">
                                      <p:cBhvr>
                                        <p:cTn id="133" dur="164" tmFilter="0, 0; 0.125,0.2665; 0.25,0.4; 0.375,0.465; 0.5,0.5;  0.625,0.535; 0.75,0.6; 0.875,0.7335; 1,1">
                                          <p:stCondLst>
                                            <p:cond delay="1656"/>
                                          </p:stCondLst>
                                        </p:cTn>
                                        <p:tgtEl>
                                          <p:spTgt spid="11">
                                            <p:txEl>
                                              <p:pRg st="0" end="0"/>
                                            </p:txEl>
                                          </p:spTgt>
                                        </p:tgtEl>
                                        <p:attrNameLst>
                                          <p:attrName>ppt_y</p:attrName>
                                        </p:attrNameLst>
                                      </p:cBhvr>
                                      <p:tavLst>
                                        <p:tav tm="0" fmla="#ppt_y-sin(pi*$)/81">
                                          <p:val>
                                            <p:fltVal val="0"/>
                                          </p:val>
                                        </p:tav>
                                        <p:tav tm="100000">
                                          <p:val>
                                            <p:fltVal val="1"/>
                                          </p:val>
                                        </p:tav>
                                      </p:tavLst>
                                    </p:anim>
                                    <p:animScale>
                                      <p:cBhvr>
                                        <p:cTn id="134" dur="26">
                                          <p:stCondLst>
                                            <p:cond delay="650"/>
                                          </p:stCondLst>
                                        </p:cTn>
                                        <p:tgtEl>
                                          <p:spTgt spid="11">
                                            <p:txEl>
                                              <p:pRg st="0" end="0"/>
                                            </p:txEl>
                                          </p:spTgt>
                                        </p:tgtEl>
                                      </p:cBhvr>
                                      <p:to x="100000" y="60000"/>
                                    </p:animScale>
                                    <p:animScale>
                                      <p:cBhvr>
                                        <p:cTn id="135" dur="166" decel="50000">
                                          <p:stCondLst>
                                            <p:cond delay="676"/>
                                          </p:stCondLst>
                                        </p:cTn>
                                        <p:tgtEl>
                                          <p:spTgt spid="11">
                                            <p:txEl>
                                              <p:pRg st="0" end="0"/>
                                            </p:txEl>
                                          </p:spTgt>
                                        </p:tgtEl>
                                      </p:cBhvr>
                                      <p:to x="100000" y="100000"/>
                                    </p:animScale>
                                    <p:animScale>
                                      <p:cBhvr>
                                        <p:cTn id="136" dur="26">
                                          <p:stCondLst>
                                            <p:cond delay="1312"/>
                                          </p:stCondLst>
                                        </p:cTn>
                                        <p:tgtEl>
                                          <p:spTgt spid="11">
                                            <p:txEl>
                                              <p:pRg st="0" end="0"/>
                                            </p:txEl>
                                          </p:spTgt>
                                        </p:tgtEl>
                                      </p:cBhvr>
                                      <p:to x="100000" y="80000"/>
                                    </p:animScale>
                                    <p:animScale>
                                      <p:cBhvr>
                                        <p:cTn id="137" dur="166" decel="50000">
                                          <p:stCondLst>
                                            <p:cond delay="1338"/>
                                          </p:stCondLst>
                                        </p:cTn>
                                        <p:tgtEl>
                                          <p:spTgt spid="11">
                                            <p:txEl>
                                              <p:pRg st="0" end="0"/>
                                            </p:txEl>
                                          </p:spTgt>
                                        </p:tgtEl>
                                      </p:cBhvr>
                                      <p:to x="100000" y="100000"/>
                                    </p:animScale>
                                    <p:animScale>
                                      <p:cBhvr>
                                        <p:cTn id="138" dur="26">
                                          <p:stCondLst>
                                            <p:cond delay="1642"/>
                                          </p:stCondLst>
                                        </p:cTn>
                                        <p:tgtEl>
                                          <p:spTgt spid="11">
                                            <p:txEl>
                                              <p:pRg st="0" end="0"/>
                                            </p:txEl>
                                          </p:spTgt>
                                        </p:tgtEl>
                                      </p:cBhvr>
                                      <p:to x="100000" y="90000"/>
                                    </p:animScale>
                                    <p:animScale>
                                      <p:cBhvr>
                                        <p:cTn id="139" dur="166" decel="50000">
                                          <p:stCondLst>
                                            <p:cond delay="1668"/>
                                          </p:stCondLst>
                                        </p:cTn>
                                        <p:tgtEl>
                                          <p:spTgt spid="11">
                                            <p:txEl>
                                              <p:pRg st="0" end="0"/>
                                            </p:txEl>
                                          </p:spTgt>
                                        </p:tgtEl>
                                      </p:cBhvr>
                                      <p:to x="100000" y="100000"/>
                                    </p:animScale>
                                    <p:animScale>
                                      <p:cBhvr>
                                        <p:cTn id="140" dur="26">
                                          <p:stCondLst>
                                            <p:cond delay="1808"/>
                                          </p:stCondLst>
                                        </p:cTn>
                                        <p:tgtEl>
                                          <p:spTgt spid="11">
                                            <p:txEl>
                                              <p:pRg st="0" end="0"/>
                                            </p:txEl>
                                          </p:spTgt>
                                        </p:tgtEl>
                                      </p:cBhvr>
                                      <p:to x="100000" y="95000"/>
                                    </p:animScale>
                                    <p:animScale>
                                      <p:cBhvr>
                                        <p:cTn id="141" dur="166" decel="50000">
                                          <p:stCondLst>
                                            <p:cond delay="1834"/>
                                          </p:stCondLst>
                                        </p:cTn>
                                        <p:tgtEl>
                                          <p:spTgt spid="11">
                                            <p:txEl>
                                              <p:pRg st="0" end="0"/>
                                            </p:txEl>
                                          </p:spTgt>
                                        </p:tgtEl>
                                      </p:cBhvr>
                                      <p:to x="100000" y="100000"/>
                                    </p:animScale>
                                  </p:childTnLst>
                                </p:cTn>
                              </p:par>
                              <p:par>
                                <p:cTn id="142" presetID="26" presetClass="entr" presetSubtype="0" fill="hold" nodeType="withEffect">
                                  <p:stCondLst>
                                    <p:cond delay="0"/>
                                  </p:stCondLst>
                                  <p:childTnLst>
                                    <p:set>
                                      <p:cBhvr>
                                        <p:cTn id="143" dur="1" fill="hold">
                                          <p:stCondLst>
                                            <p:cond delay="0"/>
                                          </p:stCondLst>
                                        </p:cTn>
                                        <p:tgtEl>
                                          <p:spTgt spid="11">
                                            <p:txEl>
                                              <p:pRg st="1" end="1"/>
                                            </p:txEl>
                                          </p:spTgt>
                                        </p:tgtEl>
                                        <p:attrNameLst>
                                          <p:attrName>style.visibility</p:attrName>
                                        </p:attrNameLst>
                                      </p:cBhvr>
                                      <p:to>
                                        <p:strVal val="visible"/>
                                      </p:to>
                                    </p:set>
                                    <p:animEffect transition="in" filter="wipe(down)">
                                      <p:cBhvr>
                                        <p:cTn id="144" dur="580">
                                          <p:stCondLst>
                                            <p:cond delay="0"/>
                                          </p:stCondLst>
                                        </p:cTn>
                                        <p:tgtEl>
                                          <p:spTgt spid="11">
                                            <p:txEl>
                                              <p:pRg st="1" end="1"/>
                                            </p:txEl>
                                          </p:spTgt>
                                        </p:tgtEl>
                                      </p:cBhvr>
                                    </p:animEffect>
                                    <p:anim calcmode="lin" valueType="num">
                                      <p:cBhvr>
                                        <p:cTn id="145" dur="1822" tmFilter="0,0; 0.14,0.36; 0.43,0.73; 0.71,0.91; 1.0,1.0">
                                          <p:stCondLst>
                                            <p:cond delay="0"/>
                                          </p:stCondLst>
                                        </p:cTn>
                                        <p:tgtEl>
                                          <p:spTgt spid="11">
                                            <p:txEl>
                                              <p:pRg st="1" end="1"/>
                                            </p:txEl>
                                          </p:spTgt>
                                        </p:tgtEl>
                                        <p:attrNameLst>
                                          <p:attrName>ppt_x</p:attrName>
                                        </p:attrNameLst>
                                      </p:cBhvr>
                                      <p:tavLst>
                                        <p:tav tm="0">
                                          <p:val>
                                            <p:strVal val="#ppt_x-0.25"/>
                                          </p:val>
                                        </p:tav>
                                        <p:tav tm="100000">
                                          <p:val>
                                            <p:strVal val="#ppt_x"/>
                                          </p:val>
                                        </p:tav>
                                      </p:tavLst>
                                    </p:anim>
                                    <p:anim calcmode="lin" valueType="num">
                                      <p:cBhvr>
                                        <p:cTn id="146" dur="664" tmFilter="0.0,0.0; 0.25,0.07; 0.50,0.2; 0.75,0.467; 1.0,1.0">
                                          <p:stCondLst>
                                            <p:cond delay="0"/>
                                          </p:stCondLst>
                                        </p:cTn>
                                        <p:tgtEl>
                                          <p:spTgt spid="11">
                                            <p:txEl>
                                              <p:pRg st="1" end="1"/>
                                            </p:txEl>
                                          </p:spTgt>
                                        </p:tgtEl>
                                        <p:attrNameLst>
                                          <p:attrName>ppt_y</p:attrName>
                                        </p:attrNameLst>
                                      </p:cBhvr>
                                      <p:tavLst>
                                        <p:tav tm="0" fmla="#ppt_y-sin(pi*$)/3">
                                          <p:val>
                                            <p:fltVal val="0.5"/>
                                          </p:val>
                                        </p:tav>
                                        <p:tav tm="100000">
                                          <p:val>
                                            <p:fltVal val="1"/>
                                          </p:val>
                                        </p:tav>
                                      </p:tavLst>
                                    </p:anim>
                                    <p:anim calcmode="lin" valueType="num">
                                      <p:cBhvr>
                                        <p:cTn id="147" dur="664" tmFilter="0, 0; 0.125,0.2665; 0.25,0.4; 0.375,0.465; 0.5,0.5;  0.625,0.535; 0.75,0.6; 0.875,0.7335; 1,1">
                                          <p:stCondLst>
                                            <p:cond delay="664"/>
                                          </p:stCondLst>
                                        </p:cTn>
                                        <p:tgtEl>
                                          <p:spTgt spid="11">
                                            <p:txEl>
                                              <p:pRg st="1" end="1"/>
                                            </p:txEl>
                                          </p:spTgt>
                                        </p:tgtEl>
                                        <p:attrNameLst>
                                          <p:attrName>ppt_y</p:attrName>
                                        </p:attrNameLst>
                                      </p:cBhvr>
                                      <p:tavLst>
                                        <p:tav tm="0" fmla="#ppt_y-sin(pi*$)/9">
                                          <p:val>
                                            <p:fltVal val="0"/>
                                          </p:val>
                                        </p:tav>
                                        <p:tav tm="100000">
                                          <p:val>
                                            <p:fltVal val="1"/>
                                          </p:val>
                                        </p:tav>
                                      </p:tavLst>
                                    </p:anim>
                                    <p:anim calcmode="lin" valueType="num">
                                      <p:cBhvr>
                                        <p:cTn id="148" dur="332" tmFilter="0, 0; 0.125,0.2665; 0.25,0.4; 0.375,0.465; 0.5,0.5;  0.625,0.535; 0.75,0.6; 0.875,0.7335; 1,1">
                                          <p:stCondLst>
                                            <p:cond delay="1324"/>
                                          </p:stCondLst>
                                        </p:cTn>
                                        <p:tgtEl>
                                          <p:spTgt spid="11">
                                            <p:txEl>
                                              <p:pRg st="1" end="1"/>
                                            </p:txEl>
                                          </p:spTgt>
                                        </p:tgtEl>
                                        <p:attrNameLst>
                                          <p:attrName>ppt_y</p:attrName>
                                        </p:attrNameLst>
                                      </p:cBhvr>
                                      <p:tavLst>
                                        <p:tav tm="0" fmla="#ppt_y-sin(pi*$)/27">
                                          <p:val>
                                            <p:fltVal val="0"/>
                                          </p:val>
                                        </p:tav>
                                        <p:tav tm="100000">
                                          <p:val>
                                            <p:fltVal val="1"/>
                                          </p:val>
                                        </p:tav>
                                      </p:tavLst>
                                    </p:anim>
                                    <p:anim calcmode="lin" valueType="num">
                                      <p:cBhvr>
                                        <p:cTn id="149" dur="164" tmFilter="0, 0; 0.125,0.2665; 0.25,0.4; 0.375,0.465; 0.5,0.5;  0.625,0.535; 0.75,0.6; 0.875,0.7335; 1,1">
                                          <p:stCondLst>
                                            <p:cond delay="1656"/>
                                          </p:stCondLst>
                                        </p:cTn>
                                        <p:tgtEl>
                                          <p:spTgt spid="11">
                                            <p:txEl>
                                              <p:pRg st="1" end="1"/>
                                            </p:txEl>
                                          </p:spTgt>
                                        </p:tgtEl>
                                        <p:attrNameLst>
                                          <p:attrName>ppt_y</p:attrName>
                                        </p:attrNameLst>
                                      </p:cBhvr>
                                      <p:tavLst>
                                        <p:tav tm="0" fmla="#ppt_y-sin(pi*$)/81">
                                          <p:val>
                                            <p:fltVal val="0"/>
                                          </p:val>
                                        </p:tav>
                                        <p:tav tm="100000">
                                          <p:val>
                                            <p:fltVal val="1"/>
                                          </p:val>
                                        </p:tav>
                                      </p:tavLst>
                                    </p:anim>
                                    <p:animScale>
                                      <p:cBhvr>
                                        <p:cTn id="150" dur="26">
                                          <p:stCondLst>
                                            <p:cond delay="650"/>
                                          </p:stCondLst>
                                        </p:cTn>
                                        <p:tgtEl>
                                          <p:spTgt spid="11">
                                            <p:txEl>
                                              <p:pRg st="1" end="1"/>
                                            </p:txEl>
                                          </p:spTgt>
                                        </p:tgtEl>
                                      </p:cBhvr>
                                      <p:to x="100000" y="60000"/>
                                    </p:animScale>
                                    <p:animScale>
                                      <p:cBhvr>
                                        <p:cTn id="151" dur="166" decel="50000">
                                          <p:stCondLst>
                                            <p:cond delay="676"/>
                                          </p:stCondLst>
                                        </p:cTn>
                                        <p:tgtEl>
                                          <p:spTgt spid="11">
                                            <p:txEl>
                                              <p:pRg st="1" end="1"/>
                                            </p:txEl>
                                          </p:spTgt>
                                        </p:tgtEl>
                                      </p:cBhvr>
                                      <p:to x="100000" y="100000"/>
                                    </p:animScale>
                                    <p:animScale>
                                      <p:cBhvr>
                                        <p:cTn id="152" dur="26">
                                          <p:stCondLst>
                                            <p:cond delay="1312"/>
                                          </p:stCondLst>
                                        </p:cTn>
                                        <p:tgtEl>
                                          <p:spTgt spid="11">
                                            <p:txEl>
                                              <p:pRg st="1" end="1"/>
                                            </p:txEl>
                                          </p:spTgt>
                                        </p:tgtEl>
                                      </p:cBhvr>
                                      <p:to x="100000" y="80000"/>
                                    </p:animScale>
                                    <p:animScale>
                                      <p:cBhvr>
                                        <p:cTn id="153" dur="166" decel="50000">
                                          <p:stCondLst>
                                            <p:cond delay="1338"/>
                                          </p:stCondLst>
                                        </p:cTn>
                                        <p:tgtEl>
                                          <p:spTgt spid="11">
                                            <p:txEl>
                                              <p:pRg st="1" end="1"/>
                                            </p:txEl>
                                          </p:spTgt>
                                        </p:tgtEl>
                                      </p:cBhvr>
                                      <p:to x="100000" y="100000"/>
                                    </p:animScale>
                                    <p:animScale>
                                      <p:cBhvr>
                                        <p:cTn id="154" dur="26">
                                          <p:stCondLst>
                                            <p:cond delay="1642"/>
                                          </p:stCondLst>
                                        </p:cTn>
                                        <p:tgtEl>
                                          <p:spTgt spid="11">
                                            <p:txEl>
                                              <p:pRg st="1" end="1"/>
                                            </p:txEl>
                                          </p:spTgt>
                                        </p:tgtEl>
                                      </p:cBhvr>
                                      <p:to x="100000" y="90000"/>
                                    </p:animScale>
                                    <p:animScale>
                                      <p:cBhvr>
                                        <p:cTn id="155" dur="166" decel="50000">
                                          <p:stCondLst>
                                            <p:cond delay="1668"/>
                                          </p:stCondLst>
                                        </p:cTn>
                                        <p:tgtEl>
                                          <p:spTgt spid="11">
                                            <p:txEl>
                                              <p:pRg st="1" end="1"/>
                                            </p:txEl>
                                          </p:spTgt>
                                        </p:tgtEl>
                                      </p:cBhvr>
                                      <p:to x="100000" y="100000"/>
                                    </p:animScale>
                                    <p:animScale>
                                      <p:cBhvr>
                                        <p:cTn id="156" dur="26">
                                          <p:stCondLst>
                                            <p:cond delay="1808"/>
                                          </p:stCondLst>
                                        </p:cTn>
                                        <p:tgtEl>
                                          <p:spTgt spid="11">
                                            <p:txEl>
                                              <p:pRg st="1" end="1"/>
                                            </p:txEl>
                                          </p:spTgt>
                                        </p:tgtEl>
                                      </p:cBhvr>
                                      <p:to x="100000" y="95000"/>
                                    </p:animScale>
                                    <p:animScale>
                                      <p:cBhvr>
                                        <p:cTn id="157" dur="166" decel="50000">
                                          <p:stCondLst>
                                            <p:cond delay="1834"/>
                                          </p:stCondLst>
                                        </p:cTn>
                                        <p:tgtEl>
                                          <p:spTgt spid="11">
                                            <p:txEl>
                                              <p:pRg st="1" end="1"/>
                                            </p:txEl>
                                          </p:spTgt>
                                        </p:tgtEl>
                                      </p:cBhvr>
                                      <p:to x="100000" y="100000"/>
                                    </p:animScale>
                                  </p:childTnLst>
                                </p:cTn>
                              </p:par>
                              <p:par>
                                <p:cTn id="158" presetID="26" presetClass="entr" presetSubtype="0" fill="hold" nodeType="withEffect">
                                  <p:stCondLst>
                                    <p:cond delay="0"/>
                                  </p:stCondLst>
                                  <p:childTnLst>
                                    <p:set>
                                      <p:cBhvr>
                                        <p:cTn id="159" dur="1" fill="hold">
                                          <p:stCondLst>
                                            <p:cond delay="0"/>
                                          </p:stCondLst>
                                        </p:cTn>
                                        <p:tgtEl>
                                          <p:spTgt spid="11">
                                            <p:txEl>
                                              <p:pRg st="2" end="2"/>
                                            </p:txEl>
                                          </p:spTgt>
                                        </p:tgtEl>
                                        <p:attrNameLst>
                                          <p:attrName>style.visibility</p:attrName>
                                        </p:attrNameLst>
                                      </p:cBhvr>
                                      <p:to>
                                        <p:strVal val="visible"/>
                                      </p:to>
                                    </p:set>
                                    <p:animEffect transition="in" filter="wipe(down)">
                                      <p:cBhvr>
                                        <p:cTn id="160" dur="580">
                                          <p:stCondLst>
                                            <p:cond delay="0"/>
                                          </p:stCondLst>
                                        </p:cTn>
                                        <p:tgtEl>
                                          <p:spTgt spid="11">
                                            <p:txEl>
                                              <p:pRg st="2" end="2"/>
                                            </p:txEl>
                                          </p:spTgt>
                                        </p:tgtEl>
                                      </p:cBhvr>
                                    </p:animEffect>
                                    <p:anim calcmode="lin" valueType="num">
                                      <p:cBhvr>
                                        <p:cTn id="161" dur="1822" tmFilter="0,0; 0.14,0.36; 0.43,0.73; 0.71,0.91; 1.0,1.0">
                                          <p:stCondLst>
                                            <p:cond delay="0"/>
                                          </p:stCondLst>
                                        </p:cTn>
                                        <p:tgtEl>
                                          <p:spTgt spid="11">
                                            <p:txEl>
                                              <p:pRg st="2" end="2"/>
                                            </p:txEl>
                                          </p:spTgt>
                                        </p:tgtEl>
                                        <p:attrNameLst>
                                          <p:attrName>ppt_x</p:attrName>
                                        </p:attrNameLst>
                                      </p:cBhvr>
                                      <p:tavLst>
                                        <p:tav tm="0">
                                          <p:val>
                                            <p:strVal val="#ppt_x-0.25"/>
                                          </p:val>
                                        </p:tav>
                                        <p:tav tm="100000">
                                          <p:val>
                                            <p:strVal val="#ppt_x"/>
                                          </p:val>
                                        </p:tav>
                                      </p:tavLst>
                                    </p:anim>
                                    <p:anim calcmode="lin" valueType="num">
                                      <p:cBhvr>
                                        <p:cTn id="162" dur="664" tmFilter="0.0,0.0; 0.25,0.07; 0.50,0.2; 0.75,0.467; 1.0,1.0">
                                          <p:stCondLst>
                                            <p:cond delay="0"/>
                                          </p:stCondLst>
                                        </p:cTn>
                                        <p:tgtEl>
                                          <p:spTgt spid="11">
                                            <p:txEl>
                                              <p:pRg st="2" end="2"/>
                                            </p:txEl>
                                          </p:spTgt>
                                        </p:tgtEl>
                                        <p:attrNameLst>
                                          <p:attrName>ppt_y</p:attrName>
                                        </p:attrNameLst>
                                      </p:cBhvr>
                                      <p:tavLst>
                                        <p:tav tm="0" fmla="#ppt_y-sin(pi*$)/3">
                                          <p:val>
                                            <p:fltVal val="0.5"/>
                                          </p:val>
                                        </p:tav>
                                        <p:tav tm="100000">
                                          <p:val>
                                            <p:fltVal val="1"/>
                                          </p:val>
                                        </p:tav>
                                      </p:tavLst>
                                    </p:anim>
                                    <p:anim calcmode="lin" valueType="num">
                                      <p:cBhvr>
                                        <p:cTn id="163" dur="664" tmFilter="0, 0; 0.125,0.2665; 0.25,0.4; 0.375,0.465; 0.5,0.5;  0.625,0.535; 0.75,0.6; 0.875,0.7335; 1,1">
                                          <p:stCondLst>
                                            <p:cond delay="664"/>
                                          </p:stCondLst>
                                        </p:cTn>
                                        <p:tgtEl>
                                          <p:spTgt spid="11">
                                            <p:txEl>
                                              <p:pRg st="2" end="2"/>
                                            </p:txEl>
                                          </p:spTgt>
                                        </p:tgtEl>
                                        <p:attrNameLst>
                                          <p:attrName>ppt_y</p:attrName>
                                        </p:attrNameLst>
                                      </p:cBhvr>
                                      <p:tavLst>
                                        <p:tav tm="0" fmla="#ppt_y-sin(pi*$)/9">
                                          <p:val>
                                            <p:fltVal val="0"/>
                                          </p:val>
                                        </p:tav>
                                        <p:tav tm="100000">
                                          <p:val>
                                            <p:fltVal val="1"/>
                                          </p:val>
                                        </p:tav>
                                      </p:tavLst>
                                    </p:anim>
                                    <p:anim calcmode="lin" valueType="num">
                                      <p:cBhvr>
                                        <p:cTn id="164" dur="332" tmFilter="0, 0; 0.125,0.2665; 0.25,0.4; 0.375,0.465; 0.5,0.5;  0.625,0.535; 0.75,0.6; 0.875,0.7335; 1,1">
                                          <p:stCondLst>
                                            <p:cond delay="1324"/>
                                          </p:stCondLst>
                                        </p:cTn>
                                        <p:tgtEl>
                                          <p:spTgt spid="11">
                                            <p:txEl>
                                              <p:pRg st="2" end="2"/>
                                            </p:txEl>
                                          </p:spTgt>
                                        </p:tgtEl>
                                        <p:attrNameLst>
                                          <p:attrName>ppt_y</p:attrName>
                                        </p:attrNameLst>
                                      </p:cBhvr>
                                      <p:tavLst>
                                        <p:tav tm="0" fmla="#ppt_y-sin(pi*$)/27">
                                          <p:val>
                                            <p:fltVal val="0"/>
                                          </p:val>
                                        </p:tav>
                                        <p:tav tm="100000">
                                          <p:val>
                                            <p:fltVal val="1"/>
                                          </p:val>
                                        </p:tav>
                                      </p:tavLst>
                                    </p:anim>
                                    <p:anim calcmode="lin" valueType="num">
                                      <p:cBhvr>
                                        <p:cTn id="165" dur="164" tmFilter="0, 0; 0.125,0.2665; 0.25,0.4; 0.375,0.465; 0.5,0.5;  0.625,0.535; 0.75,0.6; 0.875,0.7335; 1,1">
                                          <p:stCondLst>
                                            <p:cond delay="1656"/>
                                          </p:stCondLst>
                                        </p:cTn>
                                        <p:tgtEl>
                                          <p:spTgt spid="11">
                                            <p:txEl>
                                              <p:pRg st="2" end="2"/>
                                            </p:txEl>
                                          </p:spTgt>
                                        </p:tgtEl>
                                        <p:attrNameLst>
                                          <p:attrName>ppt_y</p:attrName>
                                        </p:attrNameLst>
                                      </p:cBhvr>
                                      <p:tavLst>
                                        <p:tav tm="0" fmla="#ppt_y-sin(pi*$)/81">
                                          <p:val>
                                            <p:fltVal val="0"/>
                                          </p:val>
                                        </p:tav>
                                        <p:tav tm="100000">
                                          <p:val>
                                            <p:fltVal val="1"/>
                                          </p:val>
                                        </p:tav>
                                      </p:tavLst>
                                    </p:anim>
                                    <p:animScale>
                                      <p:cBhvr>
                                        <p:cTn id="166" dur="26">
                                          <p:stCondLst>
                                            <p:cond delay="650"/>
                                          </p:stCondLst>
                                        </p:cTn>
                                        <p:tgtEl>
                                          <p:spTgt spid="11">
                                            <p:txEl>
                                              <p:pRg st="2" end="2"/>
                                            </p:txEl>
                                          </p:spTgt>
                                        </p:tgtEl>
                                      </p:cBhvr>
                                      <p:to x="100000" y="60000"/>
                                    </p:animScale>
                                    <p:animScale>
                                      <p:cBhvr>
                                        <p:cTn id="167" dur="166" decel="50000">
                                          <p:stCondLst>
                                            <p:cond delay="676"/>
                                          </p:stCondLst>
                                        </p:cTn>
                                        <p:tgtEl>
                                          <p:spTgt spid="11">
                                            <p:txEl>
                                              <p:pRg st="2" end="2"/>
                                            </p:txEl>
                                          </p:spTgt>
                                        </p:tgtEl>
                                      </p:cBhvr>
                                      <p:to x="100000" y="100000"/>
                                    </p:animScale>
                                    <p:animScale>
                                      <p:cBhvr>
                                        <p:cTn id="168" dur="26">
                                          <p:stCondLst>
                                            <p:cond delay="1312"/>
                                          </p:stCondLst>
                                        </p:cTn>
                                        <p:tgtEl>
                                          <p:spTgt spid="11">
                                            <p:txEl>
                                              <p:pRg st="2" end="2"/>
                                            </p:txEl>
                                          </p:spTgt>
                                        </p:tgtEl>
                                      </p:cBhvr>
                                      <p:to x="100000" y="80000"/>
                                    </p:animScale>
                                    <p:animScale>
                                      <p:cBhvr>
                                        <p:cTn id="169" dur="166" decel="50000">
                                          <p:stCondLst>
                                            <p:cond delay="1338"/>
                                          </p:stCondLst>
                                        </p:cTn>
                                        <p:tgtEl>
                                          <p:spTgt spid="11">
                                            <p:txEl>
                                              <p:pRg st="2" end="2"/>
                                            </p:txEl>
                                          </p:spTgt>
                                        </p:tgtEl>
                                      </p:cBhvr>
                                      <p:to x="100000" y="100000"/>
                                    </p:animScale>
                                    <p:animScale>
                                      <p:cBhvr>
                                        <p:cTn id="170" dur="26">
                                          <p:stCondLst>
                                            <p:cond delay="1642"/>
                                          </p:stCondLst>
                                        </p:cTn>
                                        <p:tgtEl>
                                          <p:spTgt spid="11">
                                            <p:txEl>
                                              <p:pRg st="2" end="2"/>
                                            </p:txEl>
                                          </p:spTgt>
                                        </p:tgtEl>
                                      </p:cBhvr>
                                      <p:to x="100000" y="90000"/>
                                    </p:animScale>
                                    <p:animScale>
                                      <p:cBhvr>
                                        <p:cTn id="171" dur="166" decel="50000">
                                          <p:stCondLst>
                                            <p:cond delay="1668"/>
                                          </p:stCondLst>
                                        </p:cTn>
                                        <p:tgtEl>
                                          <p:spTgt spid="11">
                                            <p:txEl>
                                              <p:pRg st="2" end="2"/>
                                            </p:txEl>
                                          </p:spTgt>
                                        </p:tgtEl>
                                      </p:cBhvr>
                                      <p:to x="100000" y="100000"/>
                                    </p:animScale>
                                    <p:animScale>
                                      <p:cBhvr>
                                        <p:cTn id="172" dur="26">
                                          <p:stCondLst>
                                            <p:cond delay="1808"/>
                                          </p:stCondLst>
                                        </p:cTn>
                                        <p:tgtEl>
                                          <p:spTgt spid="11">
                                            <p:txEl>
                                              <p:pRg st="2" end="2"/>
                                            </p:txEl>
                                          </p:spTgt>
                                        </p:tgtEl>
                                      </p:cBhvr>
                                      <p:to x="100000" y="95000"/>
                                    </p:animScale>
                                    <p:animScale>
                                      <p:cBhvr>
                                        <p:cTn id="173" dur="166" decel="50000">
                                          <p:stCondLst>
                                            <p:cond delay="1834"/>
                                          </p:stCondLst>
                                        </p:cTn>
                                        <p:tgtEl>
                                          <p:spTgt spid="11">
                                            <p:txEl>
                                              <p:pRg st="2" end="2"/>
                                            </p:txEl>
                                          </p:spTgt>
                                        </p:tgtEl>
                                      </p:cBhvr>
                                      <p:to x="100000" y="100000"/>
                                    </p:animScale>
                                  </p:childTnLst>
                                </p:cTn>
                              </p:par>
                              <p:par>
                                <p:cTn id="174" presetID="26" presetClass="entr" presetSubtype="0" fill="hold" nodeType="withEffect">
                                  <p:stCondLst>
                                    <p:cond delay="0"/>
                                  </p:stCondLst>
                                  <p:childTnLst>
                                    <p:set>
                                      <p:cBhvr>
                                        <p:cTn id="175" dur="1" fill="hold">
                                          <p:stCondLst>
                                            <p:cond delay="0"/>
                                          </p:stCondLst>
                                        </p:cTn>
                                        <p:tgtEl>
                                          <p:spTgt spid="11">
                                            <p:txEl>
                                              <p:pRg st="3" end="3"/>
                                            </p:txEl>
                                          </p:spTgt>
                                        </p:tgtEl>
                                        <p:attrNameLst>
                                          <p:attrName>style.visibility</p:attrName>
                                        </p:attrNameLst>
                                      </p:cBhvr>
                                      <p:to>
                                        <p:strVal val="visible"/>
                                      </p:to>
                                    </p:set>
                                    <p:animEffect transition="in" filter="wipe(down)">
                                      <p:cBhvr>
                                        <p:cTn id="176" dur="580">
                                          <p:stCondLst>
                                            <p:cond delay="0"/>
                                          </p:stCondLst>
                                        </p:cTn>
                                        <p:tgtEl>
                                          <p:spTgt spid="11">
                                            <p:txEl>
                                              <p:pRg st="3" end="3"/>
                                            </p:txEl>
                                          </p:spTgt>
                                        </p:tgtEl>
                                      </p:cBhvr>
                                    </p:animEffect>
                                    <p:anim calcmode="lin" valueType="num">
                                      <p:cBhvr>
                                        <p:cTn id="177" dur="1822" tmFilter="0,0; 0.14,0.36; 0.43,0.73; 0.71,0.91; 1.0,1.0">
                                          <p:stCondLst>
                                            <p:cond delay="0"/>
                                          </p:stCondLst>
                                        </p:cTn>
                                        <p:tgtEl>
                                          <p:spTgt spid="11">
                                            <p:txEl>
                                              <p:pRg st="3" end="3"/>
                                            </p:txEl>
                                          </p:spTgt>
                                        </p:tgtEl>
                                        <p:attrNameLst>
                                          <p:attrName>ppt_x</p:attrName>
                                        </p:attrNameLst>
                                      </p:cBhvr>
                                      <p:tavLst>
                                        <p:tav tm="0">
                                          <p:val>
                                            <p:strVal val="#ppt_x-0.25"/>
                                          </p:val>
                                        </p:tav>
                                        <p:tav tm="100000">
                                          <p:val>
                                            <p:strVal val="#ppt_x"/>
                                          </p:val>
                                        </p:tav>
                                      </p:tavLst>
                                    </p:anim>
                                    <p:anim calcmode="lin" valueType="num">
                                      <p:cBhvr>
                                        <p:cTn id="178" dur="664" tmFilter="0.0,0.0; 0.25,0.07; 0.50,0.2; 0.75,0.467; 1.0,1.0">
                                          <p:stCondLst>
                                            <p:cond delay="0"/>
                                          </p:stCondLst>
                                        </p:cTn>
                                        <p:tgtEl>
                                          <p:spTgt spid="11">
                                            <p:txEl>
                                              <p:pRg st="3" end="3"/>
                                            </p:txEl>
                                          </p:spTgt>
                                        </p:tgtEl>
                                        <p:attrNameLst>
                                          <p:attrName>ppt_y</p:attrName>
                                        </p:attrNameLst>
                                      </p:cBhvr>
                                      <p:tavLst>
                                        <p:tav tm="0" fmla="#ppt_y-sin(pi*$)/3">
                                          <p:val>
                                            <p:fltVal val="0.5"/>
                                          </p:val>
                                        </p:tav>
                                        <p:tav tm="100000">
                                          <p:val>
                                            <p:fltVal val="1"/>
                                          </p:val>
                                        </p:tav>
                                      </p:tavLst>
                                    </p:anim>
                                    <p:anim calcmode="lin" valueType="num">
                                      <p:cBhvr>
                                        <p:cTn id="179" dur="664" tmFilter="0, 0; 0.125,0.2665; 0.25,0.4; 0.375,0.465; 0.5,0.5;  0.625,0.535; 0.75,0.6; 0.875,0.7335; 1,1">
                                          <p:stCondLst>
                                            <p:cond delay="664"/>
                                          </p:stCondLst>
                                        </p:cTn>
                                        <p:tgtEl>
                                          <p:spTgt spid="11">
                                            <p:txEl>
                                              <p:pRg st="3" end="3"/>
                                            </p:txEl>
                                          </p:spTgt>
                                        </p:tgtEl>
                                        <p:attrNameLst>
                                          <p:attrName>ppt_y</p:attrName>
                                        </p:attrNameLst>
                                      </p:cBhvr>
                                      <p:tavLst>
                                        <p:tav tm="0" fmla="#ppt_y-sin(pi*$)/9">
                                          <p:val>
                                            <p:fltVal val="0"/>
                                          </p:val>
                                        </p:tav>
                                        <p:tav tm="100000">
                                          <p:val>
                                            <p:fltVal val="1"/>
                                          </p:val>
                                        </p:tav>
                                      </p:tavLst>
                                    </p:anim>
                                    <p:anim calcmode="lin" valueType="num">
                                      <p:cBhvr>
                                        <p:cTn id="180" dur="332" tmFilter="0, 0; 0.125,0.2665; 0.25,0.4; 0.375,0.465; 0.5,0.5;  0.625,0.535; 0.75,0.6; 0.875,0.7335; 1,1">
                                          <p:stCondLst>
                                            <p:cond delay="1324"/>
                                          </p:stCondLst>
                                        </p:cTn>
                                        <p:tgtEl>
                                          <p:spTgt spid="11">
                                            <p:txEl>
                                              <p:pRg st="3" end="3"/>
                                            </p:txEl>
                                          </p:spTgt>
                                        </p:tgtEl>
                                        <p:attrNameLst>
                                          <p:attrName>ppt_y</p:attrName>
                                        </p:attrNameLst>
                                      </p:cBhvr>
                                      <p:tavLst>
                                        <p:tav tm="0" fmla="#ppt_y-sin(pi*$)/27">
                                          <p:val>
                                            <p:fltVal val="0"/>
                                          </p:val>
                                        </p:tav>
                                        <p:tav tm="100000">
                                          <p:val>
                                            <p:fltVal val="1"/>
                                          </p:val>
                                        </p:tav>
                                      </p:tavLst>
                                    </p:anim>
                                    <p:anim calcmode="lin" valueType="num">
                                      <p:cBhvr>
                                        <p:cTn id="181" dur="164" tmFilter="0, 0; 0.125,0.2665; 0.25,0.4; 0.375,0.465; 0.5,0.5;  0.625,0.535; 0.75,0.6; 0.875,0.7335; 1,1">
                                          <p:stCondLst>
                                            <p:cond delay="1656"/>
                                          </p:stCondLst>
                                        </p:cTn>
                                        <p:tgtEl>
                                          <p:spTgt spid="11">
                                            <p:txEl>
                                              <p:pRg st="3" end="3"/>
                                            </p:txEl>
                                          </p:spTgt>
                                        </p:tgtEl>
                                        <p:attrNameLst>
                                          <p:attrName>ppt_y</p:attrName>
                                        </p:attrNameLst>
                                      </p:cBhvr>
                                      <p:tavLst>
                                        <p:tav tm="0" fmla="#ppt_y-sin(pi*$)/81">
                                          <p:val>
                                            <p:fltVal val="0"/>
                                          </p:val>
                                        </p:tav>
                                        <p:tav tm="100000">
                                          <p:val>
                                            <p:fltVal val="1"/>
                                          </p:val>
                                        </p:tav>
                                      </p:tavLst>
                                    </p:anim>
                                    <p:animScale>
                                      <p:cBhvr>
                                        <p:cTn id="182" dur="26">
                                          <p:stCondLst>
                                            <p:cond delay="650"/>
                                          </p:stCondLst>
                                        </p:cTn>
                                        <p:tgtEl>
                                          <p:spTgt spid="11">
                                            <p:txEl>
                                              <p:pRg st="3" end="3"/>
                                            </p:txEl>
                                          </p:spTgt>
                                        </p:tgtEl>
                                      </p:cBhvr>
                                      <p:to x="100000" y="60000"/>
                                    </p:animScale>
                                    <p:animScale>
                                      <p:cBhvr>
                                        <p:cTn id="183" dur="166" decel="50000">
                                          <p:stCondLst>
                                            <p:cond delay="676"/>
                                          </p:stCondLst>
                                        </p:cTn>
                                        <p:tgtEl>
                                          <p:spTgt spid="11">
                                            <p:txEl>
                                              <p:pRg st="3" end="3"/>
                                            </p:txEl>
                                          </p:spTgt>
                                        </p:tgtEl>
                                      </p:cBhvr>
                                      <p:to x="100000" y="100000"/>
                                    </p:animScale>
                                    <p:animScale>
                                      <p:cBhvr>
                                        <p:cTn id="184" dur="26">
                                          <p:stCondLst>
                                            <p:cond delay="1312"/>
                                          </p:stCondLst>
                                        </p:cTn>
                                        <p:tgtEl>
                                          <p:spTgt spid="11">
                                            <p:txEl>
                                              <p:pRg st="3" end="3"/>
                                            </p:txEl>
                                          </p:spTgt>
                                        </p:tgtEl>
                                      </p:cBhvr>
                                      <p:to x="100000" y="80000"/>
                                    </p:animScale>
                                    <p:animScale>
                                      <p:cBhvr>
                                        <p:cTn id="185" dur="166" decel="50000">
                                          <p:stCondLst>
                                            <p:cond delay="1338"/>
                                          </p:stCondLst>
                                        </p:cTn>
                                        <p:tgtEl>
                                          <p:spTgt spid="11">
                                            <p:txEl>
                                              <p:pRg st="3" end="3"/>
                                            </p:txEl>
                                          </p:spTgt>
                                        </p:tgtEl>
                                      </p:cBhvr>
                                      <p:to x="100000" y="100000"/>
                                    </p:animScale>
                                    <p:animScale>
                                      <p:cBhvr>
                                        <p:cTn id="186" dur="26">
                                          <p:stCondLst>
                                            <p:cond delay="1642"/>
                                          </p:stCondLst>
                                        </p:cTn>
                                        <p:tgtEl>
                                          <p:spTgt spid="11">
                                            <p:txEl>
                                              <p:pRg st="3" end="3"/>
                                            </p:txEl>
                                          </p:spTgt>
                                        </p:tgtEl>
                                      </p:cBhvr>
                                      <p:to x="100000" y="90000"/>
                                    </p:animScale>
                                    <p:animScale>
                                      <p:cBhvr>
                                        <p:cTn id="187" dur="166" decel="50000">
                                          <p:stCondLst>
                                            <p:cond delay="1668"/>
                                          </p:stCondLst>
                                        </p:cTn>
                                        <p:tgtEl>
                                          <p:spTgt spid="11">
                                            <p:txEl>
                                              <p:pRg st="3" end="3"/>
                                            </p:txEl>
                                          </p:spTgt>
                                        </p:tgtEl>
                                      </p:cBhvr>
                                      <p:to x="100000" y="100000"/>
                                    </p:animScale>
                                    <p:animScale>
                                      <p:cBhvr>
                                        <p:cTn id="188" dur="26">
                                          <p:stCondLst>
                                            <p:cond delay="1808"/>
                                          </p:stCondLst>
                                        </p:cTn>
                                        <p:tgtEl>
                                          <p:spTgt spid="11">
                                            <p:txEl>
                                              <p:pRg st="3" end="3"/>
                                            </p:txEl>
                                          </p:spTgt>
                                        </p:tgtEl>
                                      </p:cBhvr>
                                      <p:to x="100000" y="95000"/>
                                    </p:animScale>
                                    <p:animScale>
                                      <p:cBhvr>
                                        <p:cTn id="189" dur="166" decel="50000">
                                          <p:stCondLst>
                                            <p:cond delay="1834"/>
                                          </p:stCondLst>
                                        </p:cTn>
                                        <p:tgtEl>
                                          <p:spTgt spid="11">
                                            <p:txEl>
                                              <p:pRg st="3" end="3"/>
                                            </p:txEl>
                                          </p:spTgt>
                                        </p:tgtEl>
                                      </p:cBhvr>
                                      <p:to x="100000" y="100000"/>
                                    </p:animScale>
                                  </p:childTnLst>
                                </p:cTn>
                              </p:par>
                              <p:par>
                                <p:cTn id="190" presetID="26" presetClass="entr" presetSubtype="0" fill="hold" nodeType="withEffect">
                                  <p:stCondLst>
                                    <p:cond delay="0"/>
                                  </p:stCondLst>
                                  <p:childTnLst>
                                    <p:set>
                                      <p:cBhvr>
                                        <p:cTn id="191" dur="1" fill="hold">
                                          <p:stCondLst>
                                            <p:cond delay="0"/>
                                          </p:stCondLst>
                                        </p:cTn>
                                        <p:tgtEl>
                                          <p:spTgt spid="11">
                                            <p:txEl>
                                              <p:pRg st="4" end="4"/>
                                            </p:txEl>
                                          </p:spTgt>
                                        </p:tgtEl>
                                        <p:attrNameLst>
                                          <p:attrName>style.visibility</p:attrName>
                                        </p:attrNameLst>
                                      </p:cBhvr>
                                      <p:to>
                                        <p:strVal val="visible"/>
                                      </p:to>
                                    </p:set>
                                    <p:animEffect transition="in" filter="wipe(down)">
                                      <p:cBhvr>
                                        <p:cTn id="192" dur="580">
                                          <p:stCondLst>
                                            <p:cond delay="0"/>
                                          </p:stCondLst>
                                        </p:cTn>
                                        <p:tgtEl>
                                          <p:spTgt spid="11">
                                            <p:txEl>
                                              <p:pRg st="4" end="4"/>
                                            </p:txEl>
                                          </p:spTgt>
                                        </p:tgtEl>
                                      </p:cBhvr>
                                    </p:animEffect>
                                    <p:anim calcmode="lin" valueType="num">
                                      <p:cBhvr>
                                        <p:cTn id="193" dur="1822" tmFilter="0,0; 0.14,0.36; 0.43,0.73; 0.71,0.91; 1.0,1.0">
                                          <p:stCondLst>
                                            <p:cond delay="0"/>
                                          </p:stCondLst>
                                        </p:cTn>
                                        <p:tgtEl>
                                          <p:spTgt spid="11">
                                            <p:txEl>
                                              <p:pRg st="4" end="4"/>
                                            </p:txEl>
                                          </p:spTgt>
                                        </p:tgtEl>
                                        <p:attrNameLst>
                                          <p:attrName>ppt_x</p:attrName>
                                        </p:attrNameLst>
                                      </p:cBhvr>
                                      <p:tavLst>
                                        <p:tav tm="0">
                                          <p:val>
                                            <p:strVal val="#ppt_x-0.25"/>
                                          </p:val>
                                        </p:tav>
                                        <p:tav tm="100000">
                                          <p:val>
                                            <p:strVal val="#ppt_x"/>
                                          </p:val>
                                        </p:tav>
                                      </p:tavLst>
                                    </p:anim>
                                    <p:anim calcmode="lin" valueType="num">
                                      <p:cBhvr>
                                        <p:cTn id="194" dur="664" tmFilter="0.0,0.0; 0.25,0.07; 0.50,0.2; 0.75,0.467; 1.0,1.0">
                                          <p:stCondLst>
                                            <p:cond delay="0"/>
                                          </p:stCondLst>
                                        </p:cTn>
                                        <p:tgtEl>
                                          <p:spTgt spid="11">
                                            <p:txEl>
                                              <p:pRg st="4" end="4"/>
                                            </p:txEl>
                                          </p:spTgt>
                                        </p:tgtEl>
                                        <p:attrNameLst>
                                          <p:attrName>ppt_y</p:attrName>
                                        </p:attrNameLst>
                                      </p:cBhvr>
                                      <p:tavLst>
                                        <p:tav tm="0" fmla="#ppt_y-sin(pi*$)/3">
                                          <p:val>
                                            <p:fltVal val="0.5"/>
                                          </p:val>
                                        </p:tav>
                                        <p:tav tm="100000">
                                          <p:val>
                                            <p:fltVal val="1"/>
                                          </p:val>
                                        </p:tav>
                                      </p:tavLst>
                                    </p:anim>
                                    <p:anim calcmode="lin" valueType="num">
                                      <p:cBhvr>
                                        <p:cTn id="195" dur="664" tmFilter="0, 0; 0.125,0.2665; 0.25,0.4; 0.375,0.465; 0.5,0.5;  0.625,0.535; 0.75,0.6; 0.875,0.7335; 1,1">
                                          <p:stCondLst>
                                            <p:cond delay="664"/>
                                          </p:stCondLst>
                                        </p:cTn>
                                        <p:tgtEl>
                                          <p:spTgt spid="11">
                                            <p:txEl>
                                              <p:pRg st="4" end="4"/>
                                            </p:txEl>
                                          </p:spTgt>
                                        </p:tgtEl>
                                        <p:attrNameLst>
                                          <p:attrName>ppt_y</p:attrName>
                                        </p:attrNameLst>
                                      </p:cBhvr>
                                      <p:tavLst>
                                        <p:tav tm="0" fmla="#ppt_y-sin(pi*$)/9">
                                          <p:val>
                                            <p:fltVal val="0"/>
                                          </p:val>
                                        </p:tav>
                                        <p:tav tm="100000">
                                          <p:val>
                                            <p:fltVal val="1"/>
                                          </p:val>
                                        </p:tav>
                                      </p:tavLst>
                                    </p:anim>
                                    <p:anim calcmode="lin" valueType="num">
                                      <p:cBhvr>
                                        <p:cTn id="196" dur="332" tmFilter="0, 0; 0.125,0.2665; 0.25,0.4; 0.375,0.465; 0.5,0.5;  0.625,0.535; 0.75,0.6; 0.875,0.7335; 1,1">
                                          <p:stCondLst>
                                            <p:cond delay="1324"/>
                                          </p:stCondLst>
                                        </p:cTn>
                                        <p:tgtEl>
                                          <p:spTgt spid="11">
                                            <p:txEl>
                                              <p:pRg st="4" end="4"/>
                                            </p:txEl>
                                          </p:spTgt>
                                        </p:tgtEl>
                                        <p:attrNameLst>
                                          <p:attrName>ppt_y</p:attrName>
                                        </p:attrNameLst>
                                      </p:cBhvr>
                                      <p:tavLst>
                                        <p:tav tm="0" fmla="#ppt_y-sin(pi*$)/27">
                                          <p:val>
                                            <p:fltVal val="0"/>
                                          </p:val>
                                        </p:tav>
                                        <p:tav tm="100000">
                                          <p:val>
                                            <p:fltVal val="1"/>
                                          </p:val>
                                        </p:tav>
                                      </p:tavLst>
                                    </p:anim>
                                    <p:anim calcmode="lin" valueType="num">
                                      <p:cBhvr>
                                        <p:cTn id="197" dur="164" tmFilter="0, 0; 0.125,0.2665; 0.25,0.4; 0.375,0.465; 0.5,0.5;  0.625,0.535; 0.75,0.6; 0.875,0.7335; 1,1">
                                          <p:stCondLst>
                                            <p:cond delay="1656"/>
                                          </p:stCondLst>
                                        </p:cTn>
                                        <p:tgtEl>
                                          <p:spTgt spid="11">
                                            <p:txEl>
                                              <p:pRg st="4" end="4"/>
                                            </p:txEl>
                                          </p:spTgt>
                                        </p:tgtEl>
                                        <p:attrNameLst>
                                          <p:attrName>ppt_y</p:attrName>
                                        </p:attrNameLst>
                                      </p:cBhvr>
                                      <p:tavLst>
                                        <p:tav tm="0" fmla="#ppt_y-sin(pi*$)/81">
                                          <p:val>
                                            <p:fltVal val="0"/>
                                          </p:val>
                                        </p:tav>
                                        <p:tav tm="100000">
                                          <p:val>
                                            <p:fltVal val="1"/>
                                          </p:val>
                                        </p:tav>
                                      </p:tavLst>
                                    </p:anim>
                                    <p:animScale>
                                      <p:cBhvr>
                                        <p:cTn id="198" dur="26">
                                          <p:stCondLst>
                                            <p:cond delay="650"/>
                                          </p:stCondLst>
                                        </p:cTn>
                                        <p:tgtEl>
                                          <p:spTgt spid="11">
                                            <p:txEl>
                                              <p:pRg st="4" end="4"/>
                                            </p:txEl>
                                          </p:spTgt>
                                        </p:tgtEl>
                                      </p:cBhvr>
                                      <p:to x="100000" y="60000"/>
                                    </p:animScale>
                                    <p:animScale>
                                      <p:cBhvr>
                                        <p:cTn id="199" dur="166" decel="50000">
                                          <p:stCondLst>
                                            <p:cond delay="676"/>
                                          </p:stCondLst>
                                        </p:cTn>
                                        <p:tgtEl>
                                          <p:spTgt spid="11">
                                            <p:txEl>
                                              <p:pRg st="4" end="4"/>
                                            </p:txEl>
                                          </p:spTgt>
                                        </p:tgtEl>
                                      </p:cBhvr>
                                      <p:to x="100000" y="100000"/>
                                    </p:animScale>
                                    <p:animScale>
                                      <p:cBhvr>
                                        <p:cTn id="200" dur="26">
                                          <p:stCondLst>
                                            <p:cond delay="1312"/>
                                          </p:stCondLst>
                                        </p:cTn>
                                        <p:tgtEl>
                                          <p:spTgt spid="11">
                                            <p:txEl>
                                              <p:pRg st="4" end="4"/>
                                            </p:txEl>
                                          </p:spTgt>
                                        </p:tgtEl>
                                      </p:cBhvr>
                                      <p:to x="100000" y="80000"/>
                                    </p:animScale>
                                    <p:animScale>
                                      <p:cBhvr>
                                        <p:cTn id="201" dur="166" decel="50000">
                                          <p:stCondLst>
                                            <p:cond delay="1338"/>
                                          </p:stCondLst>
                                        </p:cTn>
                                        <p:tgtEl>
                                          <p:spTgt spid="11">
                                            <p:txEl>
                                              <p:pRg st="4" end="4"/>
                                            </p:txEl>
                                          </p:spTgt>
                                        </p:tgtEl>
                                      </p:cBhvr>
                                      <p:to x="100000" y="100000"/>
                                    </p:animScale>
                                    <p:animScale>
                                      <p:cBhvr>
                                        <p:cTn id="202" dur="26">
                                          <p:stCondLst>
                                            <p:cond delay="1642"/>
                                          </p:stCondLst>
                                        </p:cTn>
                                        <p:tgtEl>
                                          <p:spTgt spid="11">
                                            <p:txEl>
                                              <p:pRg st="4" end="4"/>
                                            </p:txEl>
                                          </p:spTgt>
                                        </p:tgtEl>
                                      </p:cBhvr>
                                      <p:to x="100000" y="90000"/>
                                    </p:animScale>
                                    <p:animScale>
                                      <p:cBhvr>
                                        <p:cTn id="203" dur="166" decel="50000">
                                          <p:stCondLst>
                                            <p:cond delay="1668"/>
                                          </p:stCondLst>
                                        </p:cTn>
                                        <p:tgtEl>
                                          <p:spTgt spid="11">
                                            <p:txEl>
                                              <p:pRg st="4" end="4"/>
                                            </p:txEl>
                                          </p:spTgt>
                                        </p:tgtEl>
                                      </p:cBhvr>
                                      <p:to x="100000" y="100000"/>
                                    </p:animScale>
                                    <p:animScale>
                                      <p:cBhvr>
                                        <p:cTn id="204" dur="26">
                                          <p:stCondLst>
                                            <p:cond delay="1808"/>
                                          </p:stCondLst>
                                        </p:cTn>
                                        <p:tgtEl>
                                          <p:spTgt spid="11">
                                            <p:txEl>
                                              <p:pRg st="4" end="4"/>
                                            </p:txEl>
                                          </p:spTgt>
                                        </p:tgtEl>
                                      </p:cBhvr>
                                      <p:to x="100000" y="95000"/>
                                    </p:animScale>
                                    <p:animScale>
                                      <p:cBhvr>
                                        <p:cTn id="205" dur="166" decel="50000">
                                          <p:stCondLst>
                                            <p:cond delay="1834"/>
                                          </p:stCondLst>
                                        </p:cTn>
                                        <p:tgtEl>
                                          <p:spTgt spid="11">
                                            <p:txEl>
                                              <p:pRg st="4" end="4"/>
                                            </p:txEl>
                                          </p:spTgt>
                                        </p:tgtEl>
                                      </p:cBhvr>
                                      <p:to x="100000" y="100000"/>
                                    </p:animScale>
                                  </p:childTnLst>
                                </p:cTn>
                              </p:par>
                            </p:childTnLst>
                          </p:cTn>
                        </p:par>
                      </p:childTnLst>
                    </p:cTn>
                  </p:par>
                  <p:par>
                    <p:cTn id="206" fill="hold">
                      <p:stCondLst>
                        <p:cond delay="indefinite"/>
                      </p:stCondLst>
                      <p:childTnLst>
                        <p:par>
                          <p:cTn id="207" fill="hold">
                            <p:stCondLst>
                              <p:cond delay="0"/>
                            </p:stCondLst>
                            <p:childTnLst>
                              <p:par>
                                <p:cTn id="208" presetID="26" presetClass="entr" presetSubtype="0" fill="hold" nodeType="clickEffect">
                                  <p:stCondLst>
                                    <p:cond delay="0"/>
                                  </p:stCondLst>
                                  <p:childTnLst>
                                    <p:set>
                                      <p:cBhvr>
                                        <p:cTn id="209" dur="1" fill="hold">
                                          <p:stCondLst>
                                            <p:cond delay="0"/>
                                          </p:stCondLst>
                                        </p:cTn>
                                        <p:tgtEl>
                                          <p:spTgt spid="12">
                                            <p:txEl>
                                              <p:pRg st="0" end="0"/>
                                            </p:txEl>
                                          </p:spTgt>
                                        </p:tgtEl>
                                        <p:attrNameLst>
                                          <p:attrName>style.visibility</p:attrName>
                                        </p:attrNameLst>
                                      </p:cBhvr>
                                      <p:to>
                                        <p:strVal val="visible"/>
                                      </p:to>
                                    </p:set>
                                    <p:animEffect transition="in" filter="wipe(down)">
                                      <p:cBhvr>
                                        <p:cTn id="210" dur="580">
                                          <p:stCondLst>
                                            <p:cond delay="0"/>
                                          </p:stCondLst>
                                        </p:cTn>
                                        <p:tgtEl>
                                          <p:spTgt spid="12">
                                            <p:txEl>
                                              <p:pRg st="0" end="0"/>
                                            </p:txEl>
                                          </p:spTgt>
                                        </p:tgtEl>
                                      </p:cBhvr>
                                    </p:animEffect>
                                    <p:anim calcmode="lin" valueType="num">
                                      <p:cBhvr>
                                        <p:cTn id="211" dur="1822" tmFilter="0,0; 0.14,0.36; 0.43,0.73; 0.71,0.91; 1.0,1.0">
                                          <p:stCondLst>
                                            <p:cond delay="0"/>
                                          </p:stCondLst>
                                        </p:cTn>
                                        <p:tgtEl>
                                          <p:spTgt spid="12">
                                            <p:txEl>
                                              <p:pRg st="0" end="0"/>
                                            </p:txEl>
                                          </p:spTgt>
                                        </p:tgtEl>
                                        <p:attrNameLst>
                                          <p:attrName>ppt_x</p:attrName>
                                        </p:attrNameLst>
                                      </p:cBhvr>
                                      <p:tavLst>
                                        <p:tav tm="0">
                                          <p:val>
                                            <p:strVal val="#ppt_x-0.25"/>
                                          </p:val>
                                        </p:tav>
                                        <p:tav tm="100000">
                                          <p:val>
                                            <p:strVal val="#ppt_x"/>
                                          </p:val>
                                        </p:tav>
                                      </p:tavLst>
                                    </p:anim>
                                    <p:anim calcmode="lin" valueType="num">
                                      <p:cBhvr>
                                        <p:cTn id="212" dur="664" tmFilter="0.0,0.0; 0.25,0.07; 0.50,0.2; 0.75,0.467; 1.0,1.0">
                                          <p:stCondLst>
                                            <p:cond delay="0"/>
                                          </p:stCondLst>
                                        </p:cTn>
                                        <p:tgtEl>
                                          <p:spTgt spid="12">
                                            <p:txEl>
                                              <p:pRg st="0" end="0"/>
                                            </p:txEl>
                                          </p:spTgt>
                                        </p:tgtEl>
                                        <p:attrNameLst>
                                          <p:attrName>ppt_y</p:attrName>
                                        </p:attrNameLst>
                                      </p:cBhvr>
                                      <p:tavLst>
                                        <p:tav tm="0" fmla="#ppt_y-sin(pi*$)/3">
                                          <p:val>
                                            <p:fltVal val="0.5"/>
                                          </p:val>
                                        </p:tav>
                                        <p:tav tm="100000">
                                          <p:val>
                                            <p:fltVal val="1"/>
                                          </p:val>
                                        </p:tav>
                                      </p:tavLst>
                                    </p:anim>
                                    <p:anim calcmode="lin" valueType="num">
                                      <p:cBhvr>
                                        <p:cTn id="213" dur="664" tmFilter="0, 0; 0.125,0.2665; 0.25,0.4; 0.375,0.465; 0.5,0.5;  0.625,0.535; 0.75,0.6; 0.875,0.7335; 1,1">
                                          <p:stCondLst>
                                            <p:cond delay="664"/>
                                          </p:stCondLst>
                                        </p:cTn>
                                        <p:tgtEl>
                                          <p:spTgt spid="12">
                                            <p:txEl>
                                              <p:pRg st="0" end="0"/>
                                            </p:txEl>
                                          </p:spTgt>
                                        </p:tgtEl>
                                        <p:attrNameLst>
                                          <p:attrName>ppt_y</p:attrName>
                                        </p:attrNameLst>
                                      </p:cBhvr>
                                      <p:tavLst>
                                        <p:tav tm="0" fmla="#ppt_y-sin(pi*$)/9">
                                          <p:val>
                                            <p:fltVal val="0"/>
                                          </p:val>
                                        </p:tav>
                                        <p:tav tm="100000">
                                          <p:val>
                                            <p:fltVal val="1"/>
                                          </p:val>
                                        </p:tav>
                                      </p:tavLst>
                                    </p:anim>
                                    <p:anim calcmode="lin" valueType="num">
                                      <p:cBhvr>
                                        <p:cTn id="214" dur="332" tmFilter="0, 0; 0.125,0.2665; 0.25,0.4; 0.375,0.465; 0.5,0.5;  0.625,0.535; 0.75,0.6; 0.875,0.7335; 1,1">
                                          <p:stCondLst>
                                            <p:cond delay="1324"/>
                                          </p:stCondLst>
                                        </p:cTn>
                                        <p:tgtEl>
                                          <p:spTgt spid="12">
                                            <p:txEl>
                                              <p:pRg st="0" end="0"/>
                                            </p:txEl>
                                          </p:spTgt>
                                        </p:tgtEl>
                                        <p:attrNameLst>
                                          <p:attrName>ppt_y</p:attrName>
                                        </p:attrNameLst>
                                      </p:cBhvr>
                                      <p:tavLst>
                                        <p:tav tm="0" fmla="#ppt_y-sin(pi*$)/27">
                                          <p:val>
                                            <p:fltVal val="0"/>
                                          </p:val>
                                        </p:tav>
                                        <p:tav tm="100000">
                                          <p:val>
                                            <p:fltVal val="1"/>
                                          </p:val>
                                        </p:tav>
                                      </p:tavLst>
                                    </p:anim>
                                    <p:anim calcmode="lin" valueType="num">
                                      <p:cBhvr>
                                        <p:cTn id="215" dur="164" tmFilter="0, 0; 0.125,0.2665; 0.25,0.4; 0.375,0.465; 0.5,0.5;  0.625,0.535; 0.75,0.6; 0.875,0.7335; 1,1">
                                          <p:stCondLst>
                                            <p:cond delay="1656"/>
                                          </p:stCondLst>
                                        </p:cTn>
                                        <p:tgtEl>
                                          <p:spTgt spid="12">
                                            <p:txEl>
                                              <p:pRg st="0" end="0"/>
                                            </p:txEl>
                                          </p:spTgt>
                                        </p:tgtEl>
                                        <p:attrNameLst>
                                          <p:attrName>ppt_y</p:attrName>
                                        </p:attrNameLst>
                                      </p:cBhvr>
                                      <p:tavLst>
                                        <p:tav tm="0" fmla="#ppt_y-sin(pi*$)/81">
                                          <p:val>
                                            <p:fltVal val="0"/>
                                          </p:val>
                                        </p:tav>
                                        <p:tav tm="100000">
                                          <p:val>
                                            <p:fltVal val="1"/>
                                          </p:val>
                                        </p:tav>
                                      </p:tavLst>
                                    </p:anim>
                                    <p:animScale>
                                      <p:cBhvr>
                                        <p:cTn id="216" dur="26">
                                          <p:stCondLst>
                                            <p:cond delay="650"/>
                                          </p:stCondLst>
                                        </p:cTn>
                                        <p:tgtEl>
                                          <p:spTgt spid="12">
                                            <p:txEl>
                                              <p:pRg st="0" end="0"/>
                                            </p:txEl>
                                          </p:spTgt>
                                        </p:tgtEl>
                                      </p:cBhvr>
                                      <p:to x="100000" y="60000"/>
                                    </p:animScale>
                                    <p:animScale>
                                      <p:cBhvr>
                                        <p:cTn id="217" dur="166" decel="50000">
                                          <p:stCondLst>
                                            <p:cond delay="676"/>
                                          </p:stCondLst>
                                        </p:cTn>
                                        <p:tgtEl>
                                          <p:spTgt spid="12">
                                            <p:txEl>
                                              <p:pRg st="0" end="0"/>
                                            </p:txEl>
                                          </p:spTgt>
                                        </p:tgtEl>
                                      </p:cBhvr>
                                      <p:to x="100000" y="100000"/>
                                    </p:animScale>
                                    <p:animScale>
                                      <p:cBhvr>
                                        <p:cTn id="218" dur="26">
                                          <p:stCondLst>
                                            <p:cond delay="1312"/>
                                          </p:stCondLst>
                                        </p:cTn>
                                        <p:tgtEl>
                                          <p:spTgt spid="12">
                                            <p:txEl>
                                              <p:pRg st="0" end="0"/>
                                            </p:txEl>
                                          </p:spTgt>
                                        </p:tgtEl>
                                      </p:cBhvr>
                                      <p:to x="100000" y="80000"/>
                                    </p:animScale>
                                    <p:animScale>
                                      <p:cBhvr>
                                        <p:cTn id="219" dur="166" decel="50000">
                                          <p:stCondLst>
                                            <p:cond delay="1338"/>
                                          </p:stCondLst>
                                        </p:cTn>
                                        <p:tgtEl>
                                          <p:spTgt spid="12">
                                            <p:txEl>
                                              <p:pRg st="0" end="0"/>
                                            </p:txEl>
                                          </p:spTgt>
                                        </p:tgtEl>
                                      </p:cBhvr>
                                      <p:to x="100000" y="100000"/>
                                    </p:animScale>
                                    <p:animScale>
                                      <p:cBhvr>
                                        <p:cTn id="220" dur="26">
                                          <p:stCondLst>
                                            <p:cond delay="1642"/>
                                          </p:stCondLst>
                                        </p:cTn>
                                        <p:tgtEl>
                                          <p:spTgt spid="12">
                                            <p:txEl>
                                              <p:pRg st="0" end="0"/>
                                            </p:txEl>
                                          </p:spTgt>
                                        </p:tgtEl>
                                      </p:cBhvr>
                                      <p:to x="100000" y="90000"/>
                                    </p:animScale>
                                    <p:animScale>
                                      <p:cBhvr>
                                        <p:cTn id="221" dur="166" decel="50000">
                                          <p:stCondLst>
                                            <p:cond delay="1668"/>
                                          </p:stCondLst>
                                        </p:cTn>
                                        <p:tgtEl>
                                          <p:spTgt spid="12">
                                            <p:txEl>
                                              <p:pRg st="0" end="0"/>
                                            </p:txEl>
                                          </p:spTgt>
                                        </p:tgtEl>
                                      </p:cBhvr>
                                      <p:to x="100000" y="100000"/>
                                    </p:animScale>
                                    <p:animScale>
                                      <p:cBhvr>
                                        <p:cTn id="222" dur="26">
                                          <p:stCondLst>
                                            <p:cond delay="1808"/>
                                          </p:stCondLst>
                                        </p:cTn>
                                        <p:tgtEl>
                                          <p:spTgt spid="12">
                                            <p:txEl>
                                              <p:pRg st="0" end="0"/>
                                            </p:txEl>
                                          </p:spTgt>
                                        </p:tgtEl>
                                      </p:cBhvr>
                                      <p:to x="100000" y="95000"/>
                                    </p:animScale>
                                    <p:animScale>
                                      <p:cBhvr>
                                        <p:cTn id="223" dur="166" decel="50000">
                                          <p:stCondLst>
                                            <p:cond delay="1834"/>
                                          </p:stCondLst>
                                        </p:cTn>
                                        <p:tgtEl>
                                          <p:spTgt spid="12">
                                            <p:txEl>
                                              <p:pRg st="0" end="0"/>
                                            </p:txEl>
                                          </p:spTgt>
                                        </p:tgtEl>
                                      </p:cBhvr>
                                      <p:to x="100000" y="100000"/>
                                    </p:animScale>
                                  </p:childTnLst>
                                </p:cTn>
                              </p:par>
                              <p:par>
                                <p:cTn id="224" presetID="26" presetClass="entr" presetSubtype="0" fill="hold" nodeType="withEffect">
                                  <p:stCondLst>
                                    <p:cond delay="0"/>
                                  </p:stCondLst>
                                  <p:childTnLst>
                                    <p:set>
                                      <p:cBhvr>
                                        <p:cTn id="225" dur="1" fill="hold">
                                          <p:stCondLst>
                                            <p:cond delay="0"/>
                                          </p:stCondLst>
                                        </p:cTn>
                                        <p:tgtEl>
                                          <p:spTgt spid="12">
                                            <p:txEl>
                                              <p:pRg st="1" end="1"/>
                                            </p:txEl>
                                          </p:spTgt>
                                        </p:tgtEl>
                                        <p:attrNameLst>
                                          <p:attrName>style.visibility</p:attrName>
                                        </p:attrNameLst>
                                      </p:cBhvr>
                                      <p:to>
                                        <p:strVal val="visible"/>
                                      </p:to>
                                    </p:set>
                                    <p:animEffect transition="in" filter="wipe(down)">
                                      <p:cBhvr>
                                        <p:cTn id="226" dur="580">
                                          <p:stCondLst>
                                            <p:cond delay="0"/>
                                          </p:stCondLst>
                                        </p:cTn>
                                        <p:tgtEl>
                                          <p:spTgt spid="12">
                                            <p:txEl>
                                              <p:pRg st="1" end="1"/>
                                            </p:txEl>
                                          </p:spTgt>
                                        </p:tgtEl>
                                      </p:cBhvr>
                                    </p:animEffect>
                                    <p:anim calcmode="lin" valueType="num">
                                      <p:cBhvr>
                                        <p:cTn id="227" dur="1822" tmFilter="0,0; 0.14,0.36; 0.43,0.73; 0.71,0.91; 1.0,1.0">
                                          <p:stCondLst>
                                            <p:cond delay="0"/>
                                          </p:stCondLst>
                                        </p:cTn>
                                        <p:tgtEl>
                                          <p:spTgt spid="12">
                                            <p:txEl>
                                              <p:pRg st="1" end="1"/>
                                            </p:txEl>
                                          </p:spTgt>
                                        </p:tgtEl>
                                        <p:attrNameLst>
                                          <p:attrName>ppt_x</p:attrName>
                                        </p:attrNameLst>
                                      </p:cBhvr>
                                      <p:tavLst>
                                        <p:tav tm="0">
                                          <p:val>
                                            <p:strVal val="#ppt_x-0.25"/>
                                          </p:val>
                                        </p:tav>
                                        <p:tav tm="100000">
                                          <p:val>
                                            <p:strVal val="#ppt_x"/>
                                          </p:val>
                                        </p:tav>
                                      </p:tavLst>
                                    </p:anim>
                                    <p:anim calcmode="lin" valueType="num">
                                      <p:cBhvr>
                                        <p:cTn id="228" dur="664" tmFilter="0.0,0.0; 0.25,0.07; 0.50,0.2; 0.75,0.467; 1.0,1.0">
                                          <p:stCondLst>
                                            <p:cond delay="0"/>
                                          </p:stCondLst>
                                        </p:cTn>
                                        <p:tgtEl>
                                          <p:spTgt spid="12">
                                            <p:txEl>
                                              <p:pRg st="1" end="1"/>
                                            </p:txEl>
                                          </p:spTgt>
                                        </p:tgtEl>
                                        <p:attrNameLst>
                                          <p:attrName>ppt_y</p:attrName>
                                        </p:attrNameLst>
                                      </p:cBhvr>
                                      <p:tavLst>
                                        <p:tav tm="0" fmla="#ppt_y-sin(pi*$)/3">
                                          <p:val>
                                            <p:fltVal val="0.5"/>
                                          </p:val>
                                        </p:tav>
                                        <p:tav tm="100000">
                                          <p:val>
                                            <p:fltVal val="1"/>
                                          </p:val>
                                        </p:tav>
                                      </p:tavLst>
                                    </p:anim>
                                    <p:anim calcmode="lin" valueType="num">
                                      <p:cBhvr>
                                        <p:cTn id="229" dur="664" tmFilter="0, 0; 0.125,0.2665; 0.25,0.4; 0.375,0.465; 0.5,0.5;  0.625,0.535; 0.75,0.6; 0.875,0.7335; 1,1">
                                          <p:stCondLst>
                                            <p:cond delay="664"/>
                                          </p:stCondLst>
                                        </p:cTn>
                                        <p:tgtEl>
                                          <p:spTgt spid="12">
                                            <p:txEl>
                                              <p:pRg st="1" end="1"/>
                                            </p:txEl>
                                          </p:spTgt>
                                        </p:tgtEl>
                                        <p:attrNameLst>
                                          <p:attrName>ppt_y</p:attrName>
                                        </p:attrNameLst>
                                      </p:cBhvr>
                                      <p:tavLst>
                                        <p:tav tm="0" fmla="#ppt_y-sin(pi*$)/9">
                                          <p:val>
                                            <p:fltVal val="0"/>
                                          </p:val>
                                        </p:tav>
                                        <p:tav tm="100000">
                                          <p:val>
                                            <p:fltVal val="1"/>
                                          </p:val>
                                        </p:tav>
                                      </p:tavLst>
                                    </p:anim>
                                    <p:anim calcmode="lin" valueType="num">
                                      <p:cBhvr>
                                        <p:cTn id="230" dur="332" tmFilter="0, 0; 0.125,0.2665; 0.25,0.4; 0.375,0.465; 0.5,0.5;  0.625,0.535; 0.75,0.6; 0.875,0.7335; 1,1">
                                          <p:stCondLst>
                                            <p:cond delay="1324"/>
                                          </p:stCondLst>
                                        </p:cTn>
                                        <p:tgtEl>
                                          <p:spTgt spid="12">
                                            <p:txEl>
                                              <p:pRg st="1" end="1"/>
                                            </p:txEl>
                                          </p:spTgt>
                                        </p:tgtEl>
                                        <p:attrNameLst>
                                          <p:attrName>ppt_y</p:attrName>
                                        </p:attrNameLst>
                                      </p:cBhvr>
                                      <p:tavLst>
                                        <p:tav tm="0" fmla="#ppt_y-sin(pi*$)/27">
                                          <p:val>
                                            <p:fltVal val="0"/>
                                          </p:val>
                                        </p:tav>
                                        <p:tav tm="100000">
                                          <p:val>
                                            <p:fltVal val="1"/>
                                          </p:val>
                                        </p:tav>
                                      </p:tavLst>
                                    </p:anim>
                                    <p:anim calcmode="lin" valueType="num">
                                      <p:cBhvr>
                                        <p:cTn id="231" dur="164" tmFilter="0, 0; 0.125,0.2665; 0.25,0.4; 0.375,0.465; 0.5,0.5;  0.625,0.535; 0.75,0.6; 0.875,0.7335; 1,1">
                                          <p:stCondLst>
                                            <p:cond delay="1656"/>
                                          </p:stCondLst>
                                        </p:cTn>
                                        <p:tgtEl>
                                          <p:spTgt spid="12">
                                            <p:txEl>
                                              <p:pRg st="1" end="1"/>
                                            </p:txEl>
                                          </p:spTgt>
                                        </p:tgtEl>
                                        <p:attrNameLst>
                                          <p:attrName>ppt_y</p:attrName>
                                        </p:attrNameLst>
                                      </p:cBhvr>
                                      <p:tavLst>
                                        <p:tav tm="0" fmla="#ppt_y-sin(pi*$)/81">
                                          <p:val>
                                            <p:fltVal val="0"/>
                                          </p:val>
                                        </p:tav>
                                        <p:tav tm="100000">
                                          <p:val>
                                            <p:fltVal val="1"/>
                                          </p:val>
                                        </p:tav>
                                      </p:tavLst>
                                    </p:anim>
                                    <p:animScale>
                                      <p:cBhvr>
                                        <p:cTn id="232" dur="26">
                                          <p:stCondLst>
                                            <p:cond delay="650"/>
                                          </p:stCondLst>
                                        </p:cTn>
                                        <p:tgtEl>
                                          <p:spTgt spid="12">
                                            <p:txEl>
                                              <p:pRg st="1" end="1"/>
                                            </p:txEl>
                                          </p:spTgt>
                                        </p:tgtEl>
                                      </p:cBhvr>
                                      <p:to x="100000" y="60000"/>
                                    </p:animScale>
                                    <p:animScale>
                                      <p:cBhvr>
                                        <p:cTn id="233" dur="166" decel="50000">
                                          <p:stCondLst>
                                            <p:cond delay="676"/>
                                          </p:stCondLst>
                                        </p:cTn>
                                        <p:tgtEl>
                                          <p:spTgt spid="12">
                                            <p:txEl>
                                              <p:pRg st="1" end="1"/>
                                            </p:txEl>
                                          </p:spTgt>
                                        </p:tgtEl>
                                      </p:cBhvr>
                                      <p:to x="100000" y="100000"/>
                                    </p:animScale>
                                    <p:animScale>
                                      <p:cBhvr>
                                        <p:cTn id="234" dur="26">
                                          <p:stCondLst>
                                            <p:cond delay="1312"/>
                                          </p:stCondLst>
                                        </p:cTn>
                                        <p:tgtEl>
                                          <p:spTgt spid="12">
                                            <p:txEl>
                                              <p:pRg st="1" end="1"/>
                                            </p:txEl>
                                          </p:spTgt>
                                        </p:tgtEl>
                                      </p:cBhvr>
                                      <p:to x="100000" y="80000"/>
                                    </p:animScale>
                                    <p:animScale>
                                      <p:cBhvr>
                                        <p:cTn id="235" dur="166" decel="50000">
                                          <p:stCondLst>
                                            <p:cond delay="1338"/>
                                          </p:stCondLst>
                                        </p:cTn>
                                        <p:tgtEl>
                                          <p:spTgt spid="12">
                                            <p:txEl>
                                              <p:pRg st="1" end="1"/>
                                            </p:txEl>
                                          </p:spTgt>
                                        </p:tgtEl>
                                      </p:cBhvr>
                                      <p:to x="100000" y="100000"/>
                                    </p:animScale>
                                    <p:animScale>
                                      <p:cBhvr>
                                        <p:cTn id="236" dur="26">
                                          <p:stCondLst>
                                            <p:cond delay="1642"/>
                                          </p:stCondLst>
                                        </p:cTn>
                                        <p:tgtEl>
                                          <p:spTgt spid="12">
                                            <p:txEl>
                                              <p:pRg st="1" end="1"/>
                                            </p:txEl>
                                          </p:spTgt>
                                        </p:tgtEl>
                                      </p:cBhvr>
                                      <p:to x="100000" y="90000"/>
                                    </p:animScale>
                                    <p:animScale>
                                      <p:cBhvr>
                                        <p:cTn id="237" dur="166" decel="50000">
                                          <p:stCondLst>
                                            <p:cond delay="1668"/>
                                          </p:stCondLst>
                                        </p:cTn>
                                        <p:tgtEl>
                                          <p:spTgt spid="12">
                                            <p:txEl>
                                              <p:pRg st="1" end="1"/>
                                            </p:txEl>
                                          </p:spTgt>
                                        </p:tgtEl>
                                      </p:cBhvr>
                                      <p:to x="100000" y="100000"/>
                                    </p:animScale>
                                    <p:animScale>
                                      <p:cBhvr>
                                        <p:cTn id="238" dur="26">
                                          <p:stCondLst>
                                            <p:cond delay="1808"/>
                                          </p:stCondLst>
                                        </p:cTn>
                                        <p:tgtEl>
                                          <p:spTgt spid="12">
                                            <p:txEl>
                                              <p:pRg st="1" end="1"/>
                                            </p:txEl>
                                          </p:spTgt>
                                        </p:tgtEl>
                                      </p:cBhvr>
                                      <p:to x="100000" y="95000"/>
                                    </p:animScale>
                                    <p:animScale>
                                      <p:cBhvr>
                                        <p:cTn id="239" dur="166" decel="50000">
                                          <p:stCondLst>
                                            <p:cond delay="1834"/>
                                          </p:stCondLst>
                                        </p:cTn>
                                        <p:tgtEl>
                                          <p:spTgt spid="12">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ZA" dirty="0" smtClean="0"/>
              <a:t>SECURITY TESTING</a:t>
            </a:r>
            <a:endParaRPr lang="en-ZA" dirty="0"/>
          </a:p>
        </p:txBody>
      </p:sp>
      <p:sp>
        <p:nvSpPr>
          <p:cNvPr id="10" name="Content Placeholder 9"/>
          <p:cNvSpPr>
            <a:spLocks noGrp="1"/>
          </p:cNvSpPr>
          <p:nvPr>
            <p:ph idx="1"/>
          </p:nvPr>
        </p:nvSpPr>
        <p:spPr/>
        <p:txBody>
          <a:bodyPr>
            <a:normAutofit fontScale="70000" lnSpcReduction="20000"/>
          </a:bodyPr>
          <a:lstStyle/>
          <a:p>
            <a:pPr marL="0" indent="0">
              <a:buNone/>
            </a:pPr>
            <a:r>
              <a:rPr lang="en-US" i="1" dirty="0">
                <a:effectLst/>
              </a:rPr>
              <a:t>Test Objective:	</a:t>
            </a:r>
            <a:endParaRPr lang="en-ZA" dirty="0">
              <a:effectLst/>
            </a:endParaRPr>
          </a:p>
          <a:p>
            <a:pPr>
              <a:buFont typeface="Wingdings" panose="05000000000000000000" pitchFamily="2" charset="2"/>
              <a:buChar char="Ø"/>
            </a:pPr>
            <a:r>
              <a:rPr lang="en-US" i="1" dirty="0">
                <a:effectLst/>
              </a:rPr>
              <a:t>Function / Data Security: Verify that user can access only those functions / data for which their user types provided permissions.</a:t>
            </a:r>
            <a:endParaRPr lang="en-ZA" dirty="0">
              <a:effectLst/>
            </a:endParaRPr>
          </a:p>
          <a:p>
            <a:pPr>
              <a:buFont typeface="Wingdings" panose="05000000000000000000" pitchFamily="2" charset="2"/>
              <a:buChar char="Ø"/>
            </a:pPr>
            <a:r>
              <a:rPr lang="en-US" i="1" dirty="0">
                <a:effectLst/>
              </a:rPr>
              <a:t>System Security: Verify that only those users with access to the website access them.</a:t>
            </a:r>
            <a:endParaRPr lang="en-ZA" dirty="0">
              <a:effectLst/>
            </a:endParaRPr>
          </a:p>
          <a:p>
            <a:pPr marL="0" indent="0">
              <a:buNone/>
            </a:pPr>
            <a:r>
              <a:rPr lang="en-US" i="1" dirty="0">
                <a:effectLst/>
              </a:rPr>
              <a:t>Technique:	</a:t>
            </a:r>
            <a:endParaRPr lang="en-ZA" dirty="0">
              <a:effectLst/>
            </a:endParaRPr>
          </a:p>
          <a:p>
            <a:pPr>
              <a:buFont typeface="Wingdings" panose="05000000000000000000" pitchFamily="2" charset="2"/>
              <a:buChar char="Ø"/>
            </a:pPr>
            <a:r>
              <a:rPr lang="en-US" i="1" dirty="0">
                <a:effectLst/>
              </a:rPr>
              <a:t>Function / Data Security: Identify and list each user type and the functions </a:t>
            </a:r>
            <a:endParaRPr lang="en-ZA" dirty="0">
              <a:effectLst/>
            </a:endParaRPr>
          </a:p>
          <a:p>
            <a:pPr>
              <a:buFont typeface="Wingdings" panose="05000000000000000000" pitchFamily="2" charset="2"/>
              <a:buChar char="Ø"/>
            </a:pPr>
            <a:r>
              <a:rPr lang="en-US" i="1" dirty="0">
                <a:effectLst/>
              </a:rPr>
              <a:t>Create tests for each user type and verify permission by creating transactions specific to each user type.</a:t>
            </a:r>
            <a:endParaRPr lang="en-ZA" dirty="0">
              <a:effectLst/>
            </a:endParaRPr>
          </a:p>
          <a:p>
            <a:pPr>
              <a:buFont typeface="Wingdings" panose="05000000000000000000" pitchFamily="2" charset="2"/>
              <a:buChar char="Ø"/>
            </a:pPr>
            <a:r>
              <a:rPr lang="en-US" i="1" dirty="0">
                <a:effectLst/>
              </a:rPr>
              <a:t>Modify user type and re-run tests for same users. In each case verify those additional functions / data are correctly available or denied.</a:t>
            </a:r>
            <a:endParaRPr lang="en-ZA" dirty="0">
              <a:effectLst/>
            </a:endParaRPr>
          </a:p>
          <a:p>
            <a:pPr marL="0" indent="0">
              <a:buNone/>
            </a:pPr>
            <a:r>
              <a:rPr lang="en-US" i="1" dirty="0">
                <a:effectLst/>
              </a:rPr>
              <a:t>Completion Criteria:	</a:t>
            </a:r>
            <a:endParaRPr lang="en-ZA" dirty="0">
              <a:effectLst/>
            </a:endParaRPr>
          </a:p>
          <a:p>
            <a:pPr>
              <a:buFont typeface="Wingdings" panose="05000000000000000000" pitchFamily="2" charset="2"/>
              <a:buChar char="Ø"/>
            </a:pPr>
            <a:r>
              <a:rPr lang="en-US" i="1" dirty="0">
                <a:effectLst/>
              </a:rPr>
              <a:t>For each known user type, the appropriate function / data are available and all transactions function as expected and run in prior Application Function tests</a:t>
            </a:r>
            <a:endParaRPr lang="en-ZA" dirty="0">
              <a:effectLst/>
            </a:endParaRPr>
          </a:p>
          <a:p>
            <a:endParaRPr lang="en-ZA" dirty="0"/>
          </a:p>
        </p:txBody>
      </p:sp>
    </p:spTree>
    <p:extLst>
      <p:ext uri="{BB962C8B-B14F-4D97-AF65-F5344CB8AC3E}">
        <p14:creationId xmlns:p14="http://schemas.microsoft.com/office/powerpoint/2010/main" val="53041241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anim calcmode="lin" valueType="num">
                                      <p:cBhvr>
                                        <p:cTn id="8" dur="2000" fill="hold"/>
                                        <p:tgtEl>
                                          <p:spTgt spid="9"/>
                                        </p:tgtEl>
                                        <p:attrNameLst>
                                          <p:attrName>ppt_w</p:attrName>
                                        </p:attrNameLst>
                                      </p:cBhvr>
                                      <p:tavLst>
                                        <p:tav tm="0" fmla="#ppt_w*sin(2.5*pi*$)">
                                          <p:val>
                                            <p:fltVal val="0"/>
                                          </p:val>
                                        </p:tav>
                                        <p:tav tm="100000">
                                          <p:val>
                                            <p:fltVal val="1"/>
                                          </p:val>
                                        </p:tav>
                                      </p:tavLst>
                                    </p:anim>
                                    <p:anim calcmode="lin" valueType="num">
                                      <p:cBhvr>
                                        <p:cTn id="9" dur="20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Effect transition="in" filter="wipe(down)">
                                      <p:cBhvr>
                                        <p:cTn id="14" dur="580">
                                          <p:stCondLst>
                                            <p:cond delay="0"/>
                                          </p:stCondLst>
                                        </p:cTn>
                                        <p:tgtEl>
                                          <p:spTgt spid="10">
                                            <p:txEl>
                                              <p:pRg st="0" end="0"/>
                                            </p:txEl>
                                          </p:spTgt>
                                        </p:tgtEl>
                                      </p:cBhvr>
                                    </p:animEffect>
                                    <p:anim calcmode="lin" valueType="num">
                                      <p:cBhvr>
                                        <p:cTn id="15" dur="1822" tmFilter="0,0; 0.14,0.36; 0.43,0.73; 0.71,0.91; 1.0,1.0">
                                          <p:stCondLst>
                                            <p:cond delay="0"/>
                                          </p:stCondLst>
                                        </p:cTn>
                                        <p:tgtEl>
                                          <p:spTgt spid="10">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0">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0">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0">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0">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10">
                                            <p:txEl>
                                              <p:pRg st="0" end="0"/>
                                            </p:txEl>
                                          </p:spTgt>
                                        </p:tgtEl>
                                      </p:cBhvr>
                                      <p:to x="100000" y="60000"/>
                                    </p:animScale>
                                    <p:animScale>
                                      <p:cBhvr>
                                        <p:cTn id="21" dur="166" decel="50000">
                                          <p:stCondLst>
                                            <p:cond delay="676"/>
                                          </p:stCondLst>
                                        </p:cTn>
                                        <p:tgtEl>
                                          <p:spTgt spid="10">
                                            <p:txEl>
                                              <p:pRg st="0" end="0"/>
                                            </p:txEl>
                                          </p:spTgt>
                                        </p:tgtEl>
                                      </p:cBhvr>
                                      <p:to x="100000" y="100000"/>
                                    </p:animScale>
                                    <p:animScale>
                                      <p:cBhvr>
                                        <p:cTn id="22" dur="26">
                                          <p:stCondLst>
                                            <p:cond delay="1312"/>
                                          </p:stCondLst>
                                        </p:cTn>
                                        <p:tgtEl>
                                          <p:spTgt spid="10">
                                            <p:txEl>
                                              <p:pRg st="0" end="0"/>
                                            </p:txEl>
                                          </p:spTgt>
                                        </p:tgtEl>
                                      </p:cBhvr>
                                      <p:to x="100000" y="80000"/>
                                    </p:animScale>
                                    <p:animScale>
                                      <p:cBhvr>
                                        <p:cTn id="23" dur="166" decel="50000">
                                          <p:stCondLst>
                                            <p:cond delay="1338"/>
                                          </p:stCondLst>
                                        </p:cTn>
                                        <p:tgtEl>
                                          <p:spTgt spid="10">
                                            <p:txEl>
                                              <p:pRg st="0" end="0"/>
                                            </p:txEl>
                                          </p:spTgt>
                                        </p:tgtEl>
                                      </p:cBhvr>
                                      <p:to x="100000" y="100000"/>
                                    </p:animScale>
                                    <p:animScale>
                                      <p:cBhvr>
                                        <p:cTn id="24" dur="26">
                                          <p:stCondLst>
                                            <p:cond delay="1642"/>
                                          </p:stCondLst>
                                        </p:cTn>
                                        <p:tgtEl>
                                          <p:spTgt spid="10">
                                            <p:txEl>
                                              <p:pRg st="0" end="0"/>
                                            </p:txEl>
                                          </p:spTgt>
                                        </p:tgtEl>
                                      </p:cBhvr>
                                      <p:to x="100000" y="90000"/>
                                    </p:animScale>
                                    <p:animScale>
                                      <p:cBhvr>
                                        <p:cTn id="25" dur="166" decel="50000">
                                          <p:stCondLst>
                                            <p:cond delay="1668"/>
                                          </p:stCondLst>
                                        </p:cTn>
                                        <p:tgtEl>
                                          <p:spTgt spid="10">
                                            <p:txEl>
                                              <p:pRg st="0" end="0"/>
                                            </p:txEl>
                                          </p:spTgt>
                                        </p:tgtEl>
                                      </p:cBhvr>
                                      <p:to x="100000" y="100000"/>
                                    </p:animScale>
                                    <p:animScale>
                                      <p:cBhvr>
                                        <p:cTn id="26" dur="26">
                                          <p:stCondLst>
                                            <p:cond delay="1808"/>
                                          </p:stCondLst>
                                        </p:cTn>
                                        <p:tgtEl>
                                          <p:spTgt spid="10">
                                            <p:txEl>
                                              <p:pRg st="0" end="0"/>
                                            </p:txEl>
                                          </p:spTgt>
                                        </p:tgtEl>
                                      </p:cBhvr>
                                      <p:to x="100000" y="95000"/>
                                    </p:animScale>
                                    <p:animScale>
                                      <p:cBhvr>
                                        <p:cTn id="27" dur="166" decel="50000">
                                          <p:stCondLst>
                                            <p:cond delay="1834"/>
                                          </p:stCondLst>
                                        </p:cTn>
                                        <p:tgtEl>
                                          <p:spTgt spid="10">
                                            <p:txEl>
                                              <p:pRg st="0" end="0"/>
                                            </p:txEl>
                                          </p:spTgt>
                                        </p:tgtEl>
                                      </p:cBhvr>
                                      <p:to x="100000" y="100000"/>
                                    </p:animScale>
                                  </p:childTnLst>
                                </p:cTn>
                              </p:par>
                              <p:par>
                                <p:cTn id="28" presetID="26" presetClass="entr" presetSubtype="0" fill="hold" nodeType="withEffect">
                                  <p:stCondLst>
                                    <p:cond delay="0"/>
                                  </p:stCondLst>
                                  <p:childTnLst>
                                    <p:set>
                                      <p:cBhvr>
                                        <p:cTn id="29" dur="1" fill="hold">
                                          <p:stCondLst>
                                            <p:cond delay="0"/>
                                          </p:stCondLst>
                                        </p:cTn>
                                        <p:tgtEl>
                                          <p:spTgt spid="10">
                                            <p:txEl>
                                              <p:pRg st="1" end="1"/>
                                            </p:txEl>
                                          </p:spTgt>
                                        </p:tgtEl>
                                        <p:attrNameLst>
                                          <p:attrName>style.visibility</p:attrName>
                                        </p:attrNameLst>
                                      </p:cBhvr>
                                      <p:to>
                                        <p:strVal val="visible"/>
                                      </p:to>
                                    </p:set>
                                    <p:animEffect transition="in" filter="wipe(down)">
                                      <p:cBhvr>
                                        <p:cTn id="30" dur="580">
                                          <p:stCondLst>
                                            <p:cond delay="0"/>
                                          </p:stCondLst>
                                        </p:cTn>
                                        <p:tgtEl>
                                          <p:spTgt spid="10">
                                            <p:txEl>
                                              <p:pRg st="1" end="1"/>
                                            </p:txEl>
                                          </p:spTgt>
                                        </p:tgtEl>
                                      </p:cBhvr>
                                    </p:animEffect>
                                    <p:anim calcmode="lin" valueType="num">
                                      <p:cBhvr>
                                        <p:cTn id="31" dur="1822" tmFilter="0,0; 0.14,0.36; 0.43,0.73; 0.71,0.91; 1.0,1.0">
                                          <p:stCondLst>
                                            <p:cond delay="0"/>
                                          </p:stCondLst>
                                        </p:cTn>
                                        <p:tgtEl>
                                          <p:spTgt spid="10">
                                            <p:txEl>
                                              <p:pRg st="1" end="1"/>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10">
                                            <p:txEl>
                                              <p:pRg st="1" end="1"/>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10">
                                            <p:txEl>
                                              <p:pRg st="1" end="1"/>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10">
                                            <p:txEl>
                                              <p:pRg st="1" end="1"/>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10">
                                            <p:txEl>
                                              <p:pRg st="1" end="1"/>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10">
                                            <p:txEl>
                                              <p:pRg st="1" end="1"/>
                                            </p:txEl>
                                          </p:spTgt>
                                        </p:tgtEl>
                                      </p:cBhvr>
                                      <p:to x="100000" y="60000"/>
                                    </p:animScale>
                                    <p:animScale>
                                      <p:cBhvr>
                                        <p:cTn id="37" dur="166" decel="50000">
                                          <p:stCondLst>
                                            <p:cond delay="676"/>
                                          </p:stCondLst>
                                        </p:cTn>
                                        <p:tgtEl>
                                          <p:spTgt spid="10">
                                            <p:txEl>
                                              <p:pRg st="1" end="1"/>
                                            </p:txEl>
                                          </p:spTgt>
                                        </p:tgtEl>
                                      </p:cBhvr>
                                      <p:to x="100000" y="100000"/>
                                    </p:animScale>
                                    <p:animScale>
                                      <p:cBhvr>
                                        <p:cTn id="38" dur="26">
                                          <p:stCondLst>
                                            <p:cond delay="1312"/>
                                          </p:stCondLst>
                                        </p:cTn>
                                        <p:tgtEl>
                                          <p:spTgt spid="10">
                                            <p:txEl>
                                              <p:pRg st="1" end="1"/>
                                            </p:txEl>
                                          </p:spTgt>
                                        </p:tgtEl>
                                      </p:cBhvr>
                                      <p:to x="100000" y="80000"/>
                                    </p:animScale>
                                    <p:animScale>
                                      <p:cBhvr>
                                        <p:cTn id="39" dur="166" decel="50000">
                                          <p:stCondLst>
                                            <p:cond delay="1338"/>
                                          </p:stCondLst>
                                        </p:cTn>
                                        <p:tgtEl>
                                          <p:spTgt spid="10">
                                            <p:txEl>
                                              <p:pRg st="1" end="1"/>
                                            </p:txEl>
                                          </p:spTgt>
                                        </p:tgtEl>
                                      </p:cBhvr>
                                      <p:to x="100000" y="100000"/>
                                    </p:animScale>
                                    <p:animScale>
                                      <p:cBhvr>
                                        <p:cTn id="40" dur="26">
                                          <p:stCondLst>
                                            <p:cond delay="1642"/>
                                          </p:stCondLst>
                                        </p:cTn>
                                        <p:tgtEl>
                                          <p:spTgt spid="10">
                                            <p:txEl>
                                              <p:pRg st="1" end="1"/>
                                            </p:txEl>
                                          </p:spTgt>
                                        </p:tgtEl>
                                      </p:cBhvr>
                                      <p:to x="100000" y="90000"/>
                                    </p:animScale>
                                    <p:animScale>
                                      <p:cBhvr>
                                        <p:cTn id="41" dur="166" decel="50000">
                                          <p:stCondLst>
                                            <p:cond delay="1668"/>
                                          </p:stCondLst>
                                        </p:cTn>
                                        <p:tgtEl>
                                          <p:spTgt spid="10">
                                            <p:txEl>
                                              <p:pRg st="1" end="1"/>
                                            </p:txEl>
                                          </p:spTgt>
                                        </p:tgtEl>
                                      </p:cBhvr>
                                      <p:to x="100000" y="100000"/>
                                    </p:animScale>
                                    <p:animScale>
                                      <p:cBhvr>
                                        <p:cTn id="42" dur="26">
                                          <p:stCondLst>
                                            <p:cond delay="1808"/>
                                          </p:stCondLst>
                                        </p:cTn>
                                        <p:tgtEl>
                                          <p:spTgt spid="10">
                                            <p:txEl>
                                              <p:pRg st="1" end="1"/>
                                            </p:txEl>
                                          </p:spTgt>
                                        </p:tgtEl>
                                      </p:cBhvr>
                                      <p:to x="100000" y="95000"/>
                                    </p:animScale>
                                    <p:animScale>
                                      <p:cBhvr>
                                        <p:cTn id="43" dur="166" decel="50000">
                                          <p:stCondLst>
                                            <p:cond delay="1834"/>
                                          </p:stCondLst>
                                        </p:cTn>
                                        <p:tgtEl>
                                          <p:spTgt spid="10">
                                            <p:txEl>
                                              <p:pRg st="1" end="1"/>
                                            </p:txEl>
                                          </p:spTgt>
                                        </p:tgtEl>
                                      </p:cBhvr>
                                      <p:to x="100000" y="100000"/>
                                    </p:animScale>
                                  </p:childTnLst>
                                </p:cTn>
                              </p:par>
                              <p:par>
                                <p:cTn id="44" presetID="26" presetClass="entr" presetSubtype="0" fill="hold" nodeType="withEffect">
                                  <p:stCondLst>
                                    <p:cond delay="0"/>
                                  </p:stCondLst>
                                  <p:childTnLst>
                                    <p:set>
                                      <p:cBhvr>
                                        <p:cTn id="45" dur="1" fill="hold">
                                          <p:stCondLst>
                                            <p:cond delay="0"/>
                                          </p:stCondLst>
                                        </p:cTn>
                                        <p:tgtEl>
                                          <p:spTgt spid="10">
                                            <p:txEl>
                                              <p:pRg st="2" end="2"/>
                                            </p:txEl>
                                          </p:spTgt>
                                        </p:tgtEl>
                                        <p:attrNameLst>
                                          <p:attrName>style.visibility</p:attrName>
                                        </p:attrNameLst>
                                      </p:cBhvr>
                                      <p:to>
                                        <p:strVal val="visible"/>
                                      </p:to>
                                    </p:set>
                                    <p:animEffect transition="in" filter="wipe(down)">
                                      <p:cBhvr>
                                        <p:cTn id="46" dur="580">
                                          <p:stCondLst>
                                            <p:cond delay="0"/>
                                          </p:stCondLst>
                                        </p:cTn>
                                        <p:tgtEl>
                                          <p:spTgt spid="10">
                                            <p:txEl>
                                              <p:pRg st="2" end="2"/>
                                            </p:txEl>
                                          </p:spTgt>
                                        </p:tgtEl>
                                      </p:cBhvr>
                                    </p:animEffect>
                                    <p:anim calcmode="lin" valueType="num">
                                      <p:cBhvr>
                                        <p:cTn id="47" dur="1822" tmFilter="0,0; 0.14,0.36; 0.43,0.73; 0.71,0.91; 1.0,1.0">
                                          <p:stCondLst>
                                            <p:cond delay="0"/>
                                          </p:stCondLst>
                                        </p:cTn>
                                        <p:tgtEl>
                                          <p:spTgt spid="10">
                                            <p:txEl>
                                              <p:pRg st="2" end="2"/>
                                            </p:txEl>
                                          </p:spTgt>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10">
                                            <p:txEl>
                                              <p:pRg st="2" end="2"/>
                                            </p:txEl>
                                          </p:spTgt>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10">
                                            <p:txEl>
                                              <p:pRg st="2" end="2"/>
                                            </p:txEl>
                                          </p:spTgt>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10">
                                            <p:txEl>
                                              <p:pRg st="2" end="2"/>
                                            </p:txEl>
                                          </p:spTgt>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10">
                                            <p:txEl>
                                              <p:pRg st="2" end="2"/>
                                            </p:txEl>
                                          </p:spTgt>
                                        </p:tgtEl>
                                        <p:attrNameLst>
                                          <p:attrName>ppt_y</p:attrName>
                                        </p:attrNameLst>
                                      </p:cBhvr>
                                      <p:tavLst>
                                        <p:tav tm="0" fmla="#ppt_y-sin(pi*$)/81">
                                          <p:val>
                                            <p:fltVal val="0"/>
                                          </p:val>
                                        </p:tav>
                                        <p:tav tm="100000">
                                          <p:val>
                                            <p:fltVal val="1"/>
                                          </p:val>
                                        </p:tav>
                                      </p:tavLst>
                                    </p:anim>
                                    <p:animScale>
                                      <p:cBhvr>
                                        <p:cTn id="52" dur="26">
                                          <p:stCondLst>
                                            <p:cond delay="650"/>
                                          </p:stCondLst>
                                        </p:cTn>
                                        <p:tgtEl>
                                          <p:spTgt spid="10">
                                            <p:txEl>
                                              <p:pRg st="2" end="2"/>
                                            </p:txEl>
                                          </p:spTgt>
                                        </p:tgtEl>
                                      </p:cBhvr>
                                      <p:to x="100000" y="60000"/>
                                    </p:animScale>
                                    <p:animScale>
                                      <p:cBhvr>
                                        <p:cTn id="53" dur="166" decel="50000">
                                          <p:stCondLst>
                                            <p:cond delay="676"/>
                                          </p:stCondLst>
                                        </p:cTn>
                                        <p:tgtEl>
                                          <p:spTgt spid="10">
                                            <p:txEl>
                                              <p:pRg st="2" end="2"/>
                                            </p:txEl>
                                          </p:spTgt>
                                        </p:tgtEl>
                                      </p:cBhvr>
                                      <p:to x="100000" y="100000"/>
                                    </p:animScale>
                                    <p:animScale>
                                      <p:cBhvr>
                                        <p:cTn id="54" dur="26">
                                          <p:stCondLst>
                                            <p:cond delay="1312"/>
                                          </p:stCondLst>
                                        </p:cTn>
                                        <p:tgtEl>
                                          <p:spTgt spid="10">
                                            <p:txEl>
                                              <p:pRg st="2" end="2"/>
                                            </p:txEl>
                                          </p:spTgt>
                                        </p:tgtEl>
                                      </p:cBhvr>
                                      <p:to x="100000" y="80000"/>
                                    </p:animScale>
                                    <p:animScale>
                                      <p:cBhvr>
                                        <p:cTn id="55" dur="166" decel="50000">
                                          <p:stCondLst>
                                            <p:cond delay="1338"/>
                                          </p:stCondLst>
                                        </p:cTn>
                                        <p:tgtEl>
                                          <p:spTgt spid="10">
                                            <p:txEl>
                                              <p:pRg st="2" end="2"/>
                                            </p:txEl>
                                          </p:spTgt>
                                        </p:tgtEl>
                                      </p:cBhvr>
                                      <p:to x="100000" y="100000"/>
                                    </p:animScale>
                                    <p:animScale>
                                      <p:cBhvr>
                                        <p:cTn id="56" dur="26">
                                          <p:stCondLst>
                                            <p:cond delay="1642"/>
                                          </p:stCondLst>
                                        </p:cTn>
                                        <p:tgtEl>
                                          <p:spTgt spid="10">
                                            <p:txEl>
                                              <p:pRg st="2" end="2"/>
                                            </p:txEl>
                                          </p:spTgt>
                                        </p:tgtEl>
                                      </p:cBhvr>
                                      <p:to x="100000" y="90000"/>
                                    </p:animScale>
                                    <p:animScale>
                                      <p:cBhvr>
                                        <p:cTn id="57" dur="166" decel="50000">
                                          <p:stCondLst>
                                            <p:cond delay="1668"/>
                                          </p:stCondLst>
                                        </p:cTn>
                                        <p:tgtEl>
                                          <p:spTgt spid="10">
                                            <p:txEl>
                                              <p:pRg st="2" end="2"/>
                                            </p:txEl>
                                          </p:spTgt>
                                        </p:tgtEl>
                                      </p:cBhvr>
                                      <p:to x="100000" y="100000"/>
                                    </p:animScale>
                                    <p:animScale>
                                      <p:cBhvr>
                                        <p:cTn id="58" dur="26">
                                          <p:stCondLst>
                                            <p:cond delay="1808"/>
                                          </p:stCondLst>
                                        </p:cTn>
                                        <p:tgtEl>
                                          <p:spTgt spid="10">
                                            <p:txEl>
                                              <p:pRg st="2" end="2"/>
                                            </p:txEl>
                                          </p:spTgt>
                                        </p:tgtEl>
                                      </p:cBhvr>
                                      <p:to x="100000" y="95000"/>
                                    </p:animScale>
                                    <p:animScale>
                                      <p:cBhvr>
                                        <p:cTn id="59" dur="166" decel="50000">
                                          <p:stCondLst>
                                            <p:cond delay="1834"/>
                                          </p:stCondLst>
                                        </p:cTn>
                                        <p:tgtEl>
                                          <p:spTgt spid="10">
                                            <p:txEl>
                                              <p:pRg st="2" end="2"/>
                                            </p:txEl>
                                          </p:spTgt>
                                        </p:tgtEl>
                                      </p:cBhvr>
                                      <p:to x="100000" y="100000"/>
                                    </p:animScale>
                                  </p:childTnLst>
                                </p:cTn>
                              </p:par>
                              <p:par>
                                <p:cTn id="60" presetID="26" presetClass="entr" presetSubtype="0" fill="hold" nodeType="withEffect">
                                  <p:stCondLst>
                                    <p:cond delay="0"/>
                                  </p:stCondLst>
                                  <p:childTnLst>
                                    <p:set>
                                      <p:cBhvr>
                                        <p:cTn id="61" dur="1" fill="hold">
                                          <p:stCondLst>
                                            <p:cond delay="0"/>
                                          </p:stCondLst>
                                        </p:cTn>
                                        <p:tgtEl>
                                          <p:spTgt spid="10">
                                            <p:txEl>
                                              <p:pRg st="3" end="3"/>
                                            </p:txEl>
                                          </p:spTgt>
                                        </p:tgtEl>
                                        <p:attrNameLst>
                                          <p:attrName>style.visibility</p:attrName>
                                        </p:attrNameLst>
                                      </p:cBhvr>
                                      <p:to>
                                        <p:strVal val="visible"/>
                                      </p:to>
                                    </p:set>
                                    <p:animEffect transition="in" filter="wipe(down)">
                                      <p:cBhvr>
                                        <p:cTn id="62" dur="580">
                                          <p:stCondLst>
                                            <p:cond delay="0"/>
                                          </p:stCondLst>
                                        </p:cTn>
                                        <p:tgtEl>
                                          <p:spTgt spid="10">
                                            <p:txEl>
                                              <p:pRg st="3" end="3"/>
                                            </p:txEl>
                                          </p:spTgt>
                                        </p:tgtEl>
                                      </p:cBhvr>
                                    </p:animEffect>
                                    <p:anim calcmode="lin" valueType="num">
                                      <p:cBhvr>
                                        <p:cTn id="63" dur="1822" tmFilter="0,0; 0.14,0.36; 0.43,0.73; 0.71,0.91; 1.0,1.0">
                                          <p:stCondLst>
                                            <p:cond delay="0"/>
                                          </p:stCondLst>
                                        </p:cTn>
                                        <p:tgtEl>
                                          <p:spTgt spid="10">
                                            <p:txEl>
                                              <p:pRg st="3" end="3"/>
                                            </p:txEl>
                                          </p:spTgt>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10">
                                            <p:txEl>
                                              <p:pRg st="3" end="3"/>
                                            </p:txEl>
                                          </p:spTgt>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10">
                                            <p:txEl>
                                              <p:pRg st="3" end="3"/>
                                            </p:txEl>
                                          </p:spTgt>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10">
                                            <p:txEl>
                                              <p:pRg st="3" end="3"/>
                                            </p:txEl>
                                          </p:spTgt>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10">
                                            <p:txEl>
                                              <p:pRg st="3" end="3"/>
                                            </p:txEl>
                                          </p:spTgt>
                                        </p:tgtEl>
                                        <p:attrNameLst>
                                          <p:attrName>ppt_y</p:attrName>
                                        </p:attrNameLst>
                                      </p:cBhvr>
                                      <p:tavLst>
                                        <p:tav tm="0" fmla="#ppt_y-sin(pi*$)/81">
                                          <p:val>
                                            <p:fltVal val="0"/>
                                          </p:val>
                                        </p:tav>
                                        <p:tav tm="100000">
                                          <p:val>
                                            <p:fltVal val="1"/>
                                          </p:val>
                                        </p:tav>
                                      </p:tavLst>
                                    </p:anim>
                                    <p:animScale>
                                      <p:cBhvr>
                                        <p:cTn id="68" dur="26">
                                          <p:stCondLst>
                                            <p:cond delay="650"/>
                                          </p:stCondLst>
                                        </p:cTn>
                                        <p:tgtEl>
                                          <p:spTgt spid="10">
                                            <p:txEl>
                                              <p:pRg st="3" end="3"/>
                                            </p:txEl>
                                          </p:spTgt>
                                        </p:tgtEl>
                                      </p:cBhvr>
                                      <p:to x="100000" y="60000"/>
                                    </p:animScale>
                                    <p:animScale>
                                      <p:cBhvr>
                                        <p:cTn id="69" dur="166" decel="50000">
                                          <p:stCondLst>
                                            <p:cond delay="676"/>
                                          </p:stCondLst>
                                        </p:cTn>
                                        <p:tgtEl>
                                          <p:spTgt spid="10">
                                            <p:txEl>
                                              <p:pRg st="3" end="3"/>
                                            </p:txEl>
                                          </p:spTgt>
                                        </p:tgtEl>
                                      </p:cBhvr>
                                      <p:to x="100000" y="100000"/>
                                    </p:animScale>
                                    <p:animScale>
                                      <p:cBhvr>
                                        <p:cTn id="70" dur="26">
                                          <p:stCondLst>
                                            <p:cond delay="1312"/>
                                          </p:stCondLst>
                                        </p:cTn>
                                        <p:tgtEl>
                                          <p:spTgt spid="10">
                                            <p:txEl>
                                              <p:pRg st="3" end="3"/>
                                            </p:txEl>
                                          </p:spTgt>
                                        </p:tgtEl>
                                      </p:cBhvr>
                                      <p:to x="100000" y="80000"/>
                                    </p:animScale>
                                    <p:animScale>
                                      <p:cBhvr>
                                        <p:cTn id="71" dur="166" decel="50000">
                                          <p:stCondLst>
                                            <p:cond delay="1338"/>
                                          </p:stCondLst>
                                        </p:cTn>
                                        <p:tgtEl>
                                          <p:spTgt spid="10">
                                            <p:txEl>
                                              <p:pRg st="3" end="3"/>
                                            </p:txEl>
                                          </p:spTgt>
                                        </p:tgtEl>
                                      </p:cBhvr>
                                      <p:to x="100000" y="100000"/>
                                    </p:animScale>
                                    <p:animScale>
                                      <p:cBhvr>
                                        <p:cTn id="72" dur="26">
                                          <p:stCondLst>
                                            <p:cond delay="1642"/>
                                          </p:stCondLst>
                                        </p:cTn>
                                        <p:tgtEl>
                                          <p:spTgt spid="10">
                                            <p:txEl>
                                              <p:pRg st="3" end="3"/>
                                            </p:txEl>
                                          </p:spTgt>
                                        </p:tgtEl>
                                      </p:cBhvr>
                                      <p:to x="100000" y="90000"/>
                                    </p:animScale>
                                    <p:animScale>
                                      <p:cBhvr>
                                        <p:cTn id="73" dur="166" decel="50000">
                                          <p:stCondLst>
                                            <p:cond delay="1668"/>
                                          </p:stCondLst>
                                        </p:cTn>
                                        <p:tgtEl>
                                          <p:spTgt spid="10">
                                            <p:txEl>
                                              <p:pRg st="3" end="3"/>
                                            </p:txEl>
                                          </p:spTgt>
                                        </p:tgtEl>
                                      </p:cBhvr>
                                      <p:to x="100000" y="100000"/>
                                    </p:animScale>
                                    <p:animScale>
                                      <p:cBhvr>
                                        <p:cTn id="74" dur="26">
                                          <p:stCondLst>
                                            <p:cond delay="1808"/>
                                          </p:stCondLst>
                                        </p:cTn>
                                        <p:tgtEl>
                                          <p:spTgt spid="10">
                                            <p:txEl>
                                              <p:pRg st="3" end="3"/>
                                            </p:txEl>
                                          </p:spTgt>
                                        </p:tgtEl>
                                      </p:cBhvr>
                                      <p:to x="100000" y="95000"/>
                                    </p:animScale>
                                    <p:animScale>
                                      <p:cBhvr>
                                        <p:cTn id="75" dur="166" decel="50000">
                                          <p:stCondLst>
                                            <p:cond delay="1834"/>
                                          </p:stCondLst>
                                        </p:cTn>
                                        <p:tgtEl>
                                          <p:spTgt spid="10">
                                            <p:txEl>
                                              <p:pRg st="3" end="3"/>
                                            </p:txEl>
                                          </p:spTgt>
                                        </p:tgtEl>
                                      </p:cBhvr>
                                      <p:to x="100000" y="100000"/>
                                    </p:animScale>
                                  </p:childTnLst>
                                </p:cTn>
                              </p:par>
                              <p:par>
                                <p:cTn id="76" presetID="26" presetClass="entr" presetSubtype="0" fill="hold" nodeType="withEffect">
                                  <p:stCondLst>
                                    <p:cond delay="0"/>
                                  </p:stCondLst>
                                  <p:childTnLst>
                                    <p:set>
                                      <p:cBhvr>
                                        <p:cTn id="77" dur="1" fill="hold">
                                          <p:stCondLst>
                                            <p:cond delay="0"/>
                                          </p:stCondLst>
                                        </p:cTn>
                                        <p:tgtEl>
                                          <p:spTgt spid="10">
                                            <p:txEl>
                                              <p:pRg st="4" end="4"/>
                                            </p:txEl>
                                          </p:spTgt>
                                        </p:tgtEl>
                                        <p:attrNameLst>
                                          <p:attrName>style.visibility</p:attrName>
                                        </p:attrNameLst>
                                      </p:cBhvr>
                                      <p:to>
                                        <p:strVal val="visible"/>
                                      </p:to>
                                    </p:set>
                                    <p:animEffect transition="in" filter="wipe(down)">
                                      <p:cBhvr>
                                        <p:cTn id="78" dur="580">
                                          <p:stCondLst>
                                            <p:cond delay="0"/>
                                          </p:stCondLst>
                                        </p:cTn>
                                        <p:tgtEl>
                                          <p:spTgt spid="10">
                                            <p:txEl>
                                              <p:pRg st="4" end="4"/>
                                            </p:txEl>
                                          </p:spTgt>
                                        </p:tgtEl>
                                      </p:cBhvr>
                                    </p:animEffect>
                                    <p:anim calcmode="lin" valueType="num">
                                      <p:cBhvr>
                                        <p:cTn id="79" dur="1822" tmFilter="0,0; 0.14,0.36; 0.43,0.73; 0.71,0.91; 1.0,1.0">
                                          <p:stCondLst>
                                            <p:cond delay="0"/>
                                          </p:stCondLst>
                                        </p:cTn>
                                        <p:tgtEl>
                                          <p:spTgt spid="10">
                                            <p:txEl>
                                              <p:pRg st="4" end="4"/>
                                            </p:txEl>
                                          </p:spTgt>
                                        </p:tgtEl>
                                        <p:attrNameLst>
                                          <p:attrName>ppt_x</p:attrName>
                                        </p:attrNameLst>
                                      </p:cBhvr>
                                      <p:tavLst>
                                        <p:tav tm="0">
                                          <p:val>
                                            <p:strVal val="#ppt_x-0.25"/>
                                          </p:val>
                                        </p:tav>
                                        <p:tav tm="100000">
                                          <p:val>
                                            <p:strVal val="#ppt_x"/>
                                          </p:val>
                                        </p:tav>
                                      </p:tavLst>
                                    </p:anim>
                                    <p:anim calcmode="lin" valueType="num">
                                      <p:cBhvr>
                                        <p:cTn id="80" dur="664" tmFilter="0.0,0.0; 0.25,0.07; 0.50,0.2; 0.75,0.467; 1.0,1.0">
                                          <p:stCondLst>
                                            <p:cond delay="0"/>
                                          </p:stCondLst>
                                        </p:cTn>
                                        <p:tgtEl>
                                          <p:spTgt spid="10">
                                            <p:txEl>
                                              <p:pRg st="4" end="4"/>
                                            </p:txEl>
                                          </p:spTgt>
                                        </p:tgtEl>
                                        <p:attrNameLst>
                                          <p:attrName>ppt_y</p:attrName>
                                        </p:attrNameLst>
                                      </p:cBhvr>
                                      <p:tavLst>
                                        <p:tav tm="0" fmla="#ppt_y-sin(pi*$)/3">
                                          <p:val>
                                            <p:fltVal val="0.5"/>
                                          </p:val>
                                        </p:tav>
                                        <p:tav tm="100000">
                                          <p:val>
                                            <p:fltVal val="1"/>
                                          </p:val>
                                        </p:tav>
                                      </p:tavLst>
                                    </p:anim>
                                    <p:anim calcmode="lin" valueType="num">
                                      <p:cBhvr>
                                        <p:cTn id="81" dur="664" tmFilter="0, 0; 0.125,0.2665; 0.25,0.4; 0.375,0.465; 0.5,0.5;  0.625,0.535; 0.75,0.6; 0.875,0.7335; 1,1">
                                          <p:stCondLst>
                                            <p:cond delay="664"/>
                                          </p:stCondLst>
                                        </p:cTn>
                                        <p:tgtEl>
                                          <p:spTgt spid="10">
                                            <p:txEl>
                                              <p:pRg st="4" end="4"/>
                                            </p:txEl>
                                          </p:spTgt>
                                        </p:tgtEl>
                                        <p:attrNameLst>
                                          <p:attrName>ppt_y</p:attrName>
                                        </p:attrNameLst>
                                      </p:cBhvr>
                                      <p:tavLst>
                                        <p:tav tm="0" fmla="#ppt_y-sin(pi*$)/9">
                                          <p:val>
                                            <p:fltVal val="0"/>
                                          </p:val>
                                        </p:tav>
                                        <p:tav tm="100000">
                                          <p:val>
                                            <p:fltVal val="1"/>
                                          </p:val>
                                        </p:tav>
                                      </p:tavLst>
                                    </p:anim>
                                    <p:anim calcmode="lin" valueType="num">
                                      <p:cBhvr>
                                        <p:cTn id="82" dur="332" tmFilter="0, 0; 0.125,0.2665; 0.25,0.4; 0.375,0.465; 0.5,0.5;  0.625,0.535; 0.75,0.6; 0.875,0.7335; 1,1">
                                          <p:stCondLst>
                                            <p:cond delay="1324"/>
                                          </p:stCondLst>
                                        </p:cTn>
                                        <p:tgtEl>
                                          <p:spTgt spid="10">
                                            <p:txEl>
                                              <p:pRg st="4" end="4"/>
                                            </p:txEl>
                                          </p:spTgt>
                                        </p:tgtEl>
                                        <p:attrNameLst>
                                          <p:attrName>ppt_y</p:attrName>
                                        </p:attrNameLst>
                                      </p:cBhvr>
                                      <p:tavLst>
                                        <p:tav tm="0" fmla="#ppt_y-sin(pi*$)/27">
                                          <p:val>
                                            <p:fltVal val="0"/>
                                          </p:val>
                                        </p:tav>
                                        <p:tav tm="100000">
                                          <p:val>
                                            <p:fltVal val="1"/>
                                          </p:val>
                                        </p:tav>
                                      </p:tavLst>
                                    </p:anim>
                                    <p:anim calcmode="lin" valueType="num">
                                      <p:cBhvr>
                                        <p:cTn id="83" dur="164" tmFilter="0, 0; 0.125,0.2665; 0.25,0.4; 0.375,0.465; 0.5,0.5;  0.625,0.535; 0.75,0.6; 0.875,0.7335; 1,1">
                                          <p:stCondLst>
                                            <p:cond delay="1656"/>
                                          </p:stCondLst>
                                        </p:cTn>
                                        <p:tgtEl>
                                          <p:spTgt spid="10">
                                            <p:txEl>
                                              <p:pRg st="4" end="4"/>
                                            </p:txEl>
                                          </p:spTgt>
                                        </p:tgtEl>
                                        <p:attrNameLst>
                                          <p:attrName>ppt_y</p:attrName>
                                        </p:attrNameLst>
                                      </p:cBhvr>
                                      <p:tavLst>
                                        <p:tav tm="0" fmla="#ppt_y-sin(pi*$)/81">
                                          <p:val>
                                            <p:fltVal val="0"/>
                                          </p:val>
                                        </p:tav>
                                        <p:tav tm="100000">
                                          <p:val>
                                            <p:fltVal val="1"/>
                                          </p:val>
                                        </p:tav>
                                      </p:tavLst>
                                    </p:anim>
                                    <p:animScale>
                                      <p:cBhvr>
                                        <p:cTn id="84" dur="26">
                                          <p:stCondLst>
                                            <p:cond delay="650"/>
                                          </p:stCondLst>
                                        </p:cTn>
                                        <p:tgtEl>
                                          <p:spTgt spid="10">
                                            <p:txEl>
                                              <p:pRg st="4" end="4"/>
                                            </p:txEl>
                                          </p:spTgt>
                                        </p:tgtEl>
                                      </p:cBhvr>
                                      <p:to x="100000" y="60000"/>
                                    </p:animScale>
                                    <p:animScale>
                                      <p:cBhvr>
                                        <p:cTn id="85" dur="166" decel="50000">
                                          <p:stCondLst>
                                            <p:cond delay="676"/>
                                          </p:stCondLst>
                                        </p:cTn>
                                        <p:tgtEl>
                                          <p:spTgt spid="10">
                                            <p:txEl>
                                              <p:pRg st="4" end="4"/>
                                            </p:txEl>
                                          </p:spTgt>
                                        </p:tgtEl>
                                      </p:cBhvr>
                                      <p:to x="100000" y="100000"/>
                                    </p:animScale>
                                    <p:animScale>
                                      <p:cBhvr>
                                        <p:cTn id="86" dur="26">
                                          <p:stCondLst>
                                            <p:cond delay="1312"/>
                                          </p:stCondLst>
                                        </p:cTn>
                                        <p:tgtEl>
                                          <p:spTgt spid="10">
                                            <p:txEl>
                                              <p:pRg st="4" end="4"/>
                                            </p:txEl>
                                          </p:spTgt>
                                        </p:tgtEl>
                                      </p:cBhvr>
                                      <p:to x="100000" y="80000"/>
                                    </p:animScale>
                                    <p:animScale>
                                      <p:cBhvr>
                                        <p:cTn id="87" dur="166" decel="50000">
                                          <p:stCondLst>
                                            <p:cond delay="1338"/>
                                          </p:stCondLst>
                                        </p:cTn>
                                        <p:tgtEl>
                                          <p:spTgt spid="10">
                                            <p:txEl>
                                              <p:pRg st="4" end="4"/>
                                            </p:txEl>
                                          </p:spTgt>
                                        </p:tgtEl>
                                      </p:cBhvr>
                                      <p:to x="100000" y="100000"/>
                                    </p:animScale>
                                    <p:animScale>
                                      <p:cBhvr>
                                        <p:cTn id="88" dur="26">
                                          <p:stCondLst>
                                            <p:cond delay="1642"/>
                                          </p:stCondLst>
                                        </p:cTn>
                                        <p:tgtEl>
                                          <p:spTgt spid="10">
                                            <p:txEl>
                                              <p:pRg st="4" end="4"/>
                                            </p:txEl>
                                          </p:spTgt>
                                        </p:tgtEl>
                                      </p:cBhvr>
                                      <p:to x="100000" y="90000"/>
                                    </p:animScale>
                                    <p:animScale>
                                      <p:cBhvr>
                                        <p:cTn id="89" dur="166" decel="50000">
                                          <p:stCondLst>
                                            <p:cond delay="1668"/>
                                          </p:stCondLst>
                                        </p:cTn>
                                        <p:tgtEl>
                                          <p:spTgt spid="10">
                                            <p:txEl>
                                              <p:pRg st="4" end="4"/>
                                            </p:txEl>
                                          </p:spTgt>
                                        </p:tgtEl>
                                      </p:cBhvr>
                                      <p:to x="100000" y="100000"/>
                                    </p:animScale>
                                    <p:animScale>
                                      <p:cBhvr>
                                        <p:cTn id="90" dur="26">
                                          <p:stCondLst>
                                            <p:cond delay="1808"/>
                                          </p:stCondLst>
                                        </p:cTn>
                                        <p:tgtEl>
                                          <p:spTgt spid="10">
                                            <p:txEl>
                                              <p:pRg st="4" end="4"/>
                                            </p:txEl>
                                          </p:spTgt>
                                        </p:tgtEl>
                                      </p:cBhvr>
                                      <p:to x="100000" y="95000"/>
                                    </p:animScale>
                                    <p:animScale>
                                      <p:cBhvr>
                                        <p:cTn id="91" dur="166" decel="50000">
                                          <p:stCondLst>
                                            <p:cond delay="1834"/>
                                          </p:stCondLst>
                                        </p:cTn>
                                        <p:tgtEl>
                                          <p:spTgt spid="10">
                                            <p:txEl>
                                              <p:pRg st="4" end="4"/>
                                            </p:txEl>
                                          </p:spTgt>
                                        </p:tgtEl>
                                      </p:cBhvr>
                                      <p:to x="100000" y="100000"/>
                                    </p:animScale>
                                  </p:childTnLst>
                                </p:cTn>
                              </p:par>
                              <p:par>
                                <p:cTn id="92" presetID="26" presetClass="entr" presetSubtype="0" fill="hold" nodeType="withEffect">
                                  <p:stCondLst>
                                    <p:cond delay="0"/>
                                  </p:stCondLst>
                                  <p:childTnLst>
                                    <p:set>
                                      <p:cBhvr>
                                        <p:cTn id="93" dur="1" fill="hold">
                                          <p:stCondLst>
                                            <p:cond delay="0"/>
                                          </p:stCondLst>
                                        </p:cTn>
                                        <p:tgtEl>
                                          <p:spTgt spid="10">
                                            <p:txEl>
                                              <p:pRg st="5" end="5"/>
                                            </p:txEl>
                                          </p:spTgt>
                                        </p:tgtEl>
                                        <p:attrNameLst>
                                          <p:attrName>style.visibility</p:attrName>
                                        </p:attrNameLst>
                                      </p:cBhvr>
                                      <p:to>
                                        <p:strVal val="visible"/>
                                      </p:to>
                                    </p:set>
                                    <p:animEffect transition="in" filter="wipe(down)">
                                      <p:cBhvr>
                                        <p:cTn id="94" dur="580">
                                          <p:stCondLst>
                                            <p:cond delay="0"/>
                                          </p:stCondLst>
                                        </p:cTn>
                                        <p:tgtEl>
                                          <p:spTgt spid="10">
                                            <p:txEl>
                                              <p:pRg st="5" end="5"/>
                                            </p:txEl>
                                          </p:spTgt>
                                        </p:tgtEl>
                                      </p:cBhvr>
                                    </p:animEffect>
                                    <p:anim calcmode="lin" valueType="num">
                                      <p:cBhvr>
                                        <p:cTn id="95" dur="1822" tmFilter="0,0; 0.14,0.36; 0.43,0.73; 0.71,0.91; 1.0,1.0">
                                          <p:stCondLst>
                                            <p:cond delay="0"/>
                                          </p:stCondLst>
                                        </p:cTn>
                                        <p:tgtEl>
                                          <p:spTgt spid="10">
                                            <p:txEl>
                                              <p:pRg st="5" end="5"/>
                                            </p:txEl>
                                          </p:spTgt>
                                        </p:tgtEl>
                                        <p:attrNameLst>
                                          <p:attrName>ppt_x</p:attrName>
                                        </p:attrNameLst>
                                      </p:cBhvr>
                                      <p:tavLst>
                                        <p:tav tm="0">
                                          <p:val>
                                            <p:strVal val="#ppt_x-0.25"/>
                                          </p:val>
                                        </p:tav>
                                        <p:tav tm="100000">
                                          <p:val>
                                            <p:strVal val="#ppt_x"/>
                                          </p:val>
                                        </p:tav>
                                      </p:tavLst>
                                    </p:anim>
                                    <p:anim calcmode="lin" valueType="num">
                                      <p:cBhvr>
                                        <p:cTn id="96" dur="664" tmFilter="0.0,0.0; 0.25,0.07; 0.50,0.2; 0.75,0.467; 1.0,1.0">
                                          <p:stCondLst>
                                            <p:cond delay="0"/>
                                          </p:stCondLst>
                                        </p:cTn>
                                        <p:tgtEl>
                                          <p:spTgt spid="10">
                                            <p:txEl>
                                              <p:pRg st="5" end="5"/>
                                            </p:txEl>
                                          </p:spTgt>
                                        </p:tgtEl>
                                        <p:attrNameLst>
                                          <p:attrName>ppt_y</p:attrName>
                                        </p:attrNameLst>
                                      </p:cBhvr>
                                      <p:tavLst>
                                        <p:tav tm="0" fmla="#ppt_y-sin(pi*$)/3">
                                          <p:val>
                                            <p:fltVal val="0.5"/>
                                          </p:val>
                                        </p:tav>
                                        <p:tav tm="100000">
                                          <p:val>
                                            <p:fltVal val="1"/>
                                          </p:val>
                                        </p:tav>
                                      </p:tavLst>
                                    </p:anim>
                                    <p:anim calcmode="lin" valueType="num">
                                      <p:cBhvr>
                                        <p:cTn id="97" dur="664" tmFilter="0, 0; 0.125,0.2665; 0.25,0.4; 0.375,0.465; 0.5,0.5;  0.625,0.535; 0.75,0.6; 0.875,0.7335; 1,1">
                                          <p:stCondLst>
                                            <p:cond delay="664"/>
                                          </p:stCondLst>
                                        </p:cTn>
                                        <p:tgtEl>
                                          <p:spTgt spid="10">
                                            <p:txEl>
                                              <p:pRg st="5" end="5"/>
                                            </p:txEl>
                                          </p:spTgt>
                                        </p:tgtEl>
                                        <p:attrNameLst>
                                          <p:attrName>ppt_y</p:attrName>
                                        </p:attrNameLst>
                                      </p:cBhvr>
                                      <p:tavLst>
                                        <p:tav tm="0" fmla="#ppt_y-sin(pi*$)/9">
                                          <p:val>
                                            <p:fltVal val="0"/>
                                          </p:val>
                                        </p:tav>
                                        <p:tav tm="100000">
                                          <p:val>
                                            <p:fltVal val="1"/>
                                          </p:val>
                                        </p:tav>
                                      </p:tavLst>
                                    </p:anim>
                                    <p:anim calcmode="lin" valueType="num">
                                      <p:cBhvr>
                                        <p:cTn id="98" dur="332" tmFilter="0, 0; 0.125,0.2665; 0.25,0.4; 0.375,0.465; 0.5,0.5;  0.625,0.535; 0.75,0.6; 0.875,0.7335; 1,1">
                                          <p:stCondLst>
                                            <p:cond delay="1324"/>
                                          </p:stCondLst>
                                        </p:cTn>
                                        <p:tgtEl>
                                          <p:spTgt spid="10">
                                            <p:txEl>
                                              <p:pRg st="5" end="5"/>
                                            </p:txEl>
                                          </p:spTgt>
                                        </p:tgtEl>
                                        <p:attrNameLst>
                                          <p:attrName>ppt_y</p:attrName>
                                        </p:attrNameLst>
                                      </p:cBhvr>
                                      <p:tavLst>
                                        <p:tav tm="0" fmla="#ppt_y-sin(pi*$)/27">
                                          <p:val>
                                            <p:fltVal val="0"/>
                                          </p:val>
                                        </p:tav>
                                        <p:tav tm="100000">
                                          <p:val>
                                            <p:fltVal val="1"/>
                                          </p:val>
                                        </p:tav>
                                      </p:tavLst>
                                    </p:anim>
                                    <p:anim calcmode="lin" valueType="num">
                                      <p:cBhvr>
                                        <p:cTn id="99" dur="164" tmFilter="0, 0; 0.125,0.2665; 0.25,0.4; 0.375,0.465; 0.5,0.5;  0.625,0.535; 0.75,0.6; 0.875,0.7335; 1,1">
                                          <p:stCondLst>
                                            <p:cond delay="1656"/>
                                          </p:stCondLst>
                                        </p:cTn>
                                        <p:tgtEl>
                                          <p:spTgt spid="10">
                                            <p:txEl>
                                              <p:pRg st="5" end="5"/>
                                            </p:txEl>
                                          </p:spTgt>
                                        </p:tgtEl>
                                        <p:attrNameLst>
                                          <p:attrName>ppt_y</p:attrName>
                                        </p:attrNameLst>
                                      </p:cBhvr>
                                      <p:tavLst>
                                        <p:tav tm="0" fmla="#ppt_y-sin(pi*$)/81">
                                          <p:val>
                                            <p:fltVal val="0"/>
                                          </p:val>
                                        </p:tav>
                                        <p:tav tm="100000">
                                          <p:val>
                                            <p:fltVal val="1"/>
                                          </p:val>
                                        </p:tav>
                                      </p:tavLst>
                                    </p:anim>
                                    <p:animScale>
                                      <p:cBhvr>
                                        <p:cTn id="100" dur="26">
                                          <p:stCondLst>
                                            <p:cond delay="650"/>
                                          </p:stCondLst>
                                        </p:cTn>
                                        <p:tgtEl>
                                          <p:spTgt spid="10">
                                            <p:txEl>
                                              <p:pRg st="5" end="5"/>
                                            </p:txEl>
                                          </p:spTgt>
                                        </p:tgtEl>
                                      </p:cBhvr>
                                      <p:to x="100000" y="60000"/>
                                    </p:animScale>
                                    <p:animScale>
                                      <p:cBhvr>
                                        <p:cTn id="101" dur="166" decel="50000">
                                          <p:stCondLst>
                                            <p:cond delay="676"/>
                                          </p:stCondLst>
                                        </p:cTn>
                                        <p:tgtEl>
                                          <p:spTgt spid="10">
                                            <p:txEl>
                                              <p:pRg st="5" end="5"/>
                                            </p:txEl>
                                          </p:spTgt>
                                        </p:tgtEl>
                                      </p:cBhvr>
                                      <p:to x="100000" y="100000"/>
                                    </p:animScale>
                                    <p:animScale>
                                      <p:cBhvr>
                                        <p:cTn id="102" dur="26">
                                          <p:stCondLst>
                                            <p:cond delay="1312"/>
                                          </p:stCondLst>
                                        </p:cTn>
                                        <p:tgtEl>
                                          <p:spTgt spid="10">
                                            <p:txEl>
                                              <p:pRg st="5" end="5"/>
                                            </p:txEl>
                                          </p:spTgt>
                                        </p:tgtEl>
                                      </p:cBhvr>
                                      <p:to x="100000" y="80000"/>
                                    </p:animScale>
                                    <p:animScale>
                                      <p:cBhvr>
                                        <p:cTn id="103" dur="166" decel="50000">
                                          <p:stCondLst>
                                            <p:cond delay="1338"/>
                                          </p:stCondLst>
                                        </p:cTn>
                                        <p:tgtEl>
                                          <p:spTgt spid="10">
                                            <p:txEl>
                                              <p:pRg st="5" end="5"/>
                                            </p:txEl>
                                          </p:spTgt>
                                        </p:tgtEl>
                                      </p:cBhvr>
                                      <p:to x="100000" y="100000"/>
                                    </p:animScale>
                                    <p:animScale>
                                      <p:cBhvr>
                                        <p:cTn id="104" dur="26">
                                          <p:stCondLst>
                                            <p:cond delay="1642"/>
                                          </p:stCondLst>
                                        </p:cTn>
                                        <p:tgtEl>
                                          <p:spTgt spid="10">
                                            <p:txEl>
                                              <p:pRg st="5" end="5"/>
                                            </p:txEl>
                                          </p:spTgt>
                                        </p:tgtEl>
                                      </p:cBhvr>
                                      <p:to x="100000" y="90000"/>
                                    </p:animScale>
                                    <p:animScale>
                                      <p:cBhvr>
                                        <p:cTn id="105" dur="166" decel="50000">
                                          <p:stCondLst>
                                            <p:cond delay="1668"/>
                                          </p:stCondLst>
                                        </p:cTn>
                                        <p:tgtEl>
                                          <p:spTgt spid="10">
                                            <p:txEl>
                                              <p:pRg st="5" end="5"/>
                                            </p:txEl>
                                          </p:spTgt>
                                        </p:tgtEl>
                                      </p:cBhvr>
                                      <p:to x="100000" y="100000"/>
                                    </p:animScale>
                                    <p:animScale>
                                      <p:cBhvr>
                                        <p:cTn id="106" dur="26">
                                          <p:stCondLst>
                                            <p:cond delay="1808"/>
                                          </p:stCondLst>
                                        </p:cTn>
                                        <p:tgtEl>
                                          <p:spTgt spid="10">
                                            <p:txEl>
                                              <p:pRg st="5" end="5"/>
                                            </p:txEl>
                                          </p:spTgt>
                                        </p:tgtEl>
                                      </p:cBhvr>
                                      <p:to x="100000" y="95000"/>
                                    </p:animScale>
                                    <p:animScale>
                                      <p:cBhvr>
                                        <p:cTn id="107" dur="166" decel="50000">
                                          <p:stCondLst>
                                            <p:cond delay="1834"/>
                                          </p:stCondLst>
                                        </p:cTn>
                                        <p:tgtEl>
                                          <p:spTgt spid="10">
                                            <p:txEl>
                                              <p:pRg st="5" end="5"/>
                                            </p:txEl>
                                          </p:spTgt>
                                        </p:tgtEl>
                                      </p:cBhvr>
                                      <p:to x="100000" y="100000"/>
                                    </p:animScale>
                                  </p:childTnLst>
                                </p:cTn>
                              </p:par>
                              <p:par>
                                <p:cTn id="108" presetID="26" presetClass="entr" presetSubtype="0" fill="hold" nodeType="withEffect">
                                  <p:stCondLst>
                                    <p:cond delay="0"/>
                                  </p:stCondLst>
                                  <p:childTnLst>
                                    <p:set>
                                      <p:cBhvr>
                                        <p:cTn id="109" dur="1" fill="hold">
                                          <p:stCondLst>
                                            <p:cond delay="0"/>
                                          </p:stCondLst>
                                        </p:cTn>
                                        <p:tgtEl>
                                          <p:spTgt spid="10">
                                            <p:txEl>
                                              <p:pRg st="6" end="6"/>
                                            </p:txEl>
                                          </p:spTgt>
                                        </p:tgtEl>
                                        <p:attrNameLst>
                                          <p:attrName>style.visibility</p:attrName>
                                        </p:attrNameLst>
                                      </p:cBhvr>
                                      <p:to>
                                        <p:strVal val="visible"/>
                                      </p:to>
                                    </p:set>
                                    <p:animEffect transition="in" filter="wipe(down)">
                                      <p:cBhvr>
                                        <p:cTn id="110" dur="580">
                                          <p:stCondLst>
                                            <p:cond delay="0"/>
                                          </p:stCondLst>
                                        </p:cTn>
                                        <p:tgtEl>
                                          <p:spTgt spid="10">
                                            <p:txEl>
                                              <p:pRg st="6" end="6"/>
                                            </p:txEl>
                                          </p:spTgt>
                                        </p:tgtEl>
                                      </p:cBhvr>
                                    </p:animEffect>
                                    <p:anim calcmode="lin" valueType="num">
                                      <p:cBhvr>
                                        <p:cTn id="111" dur="1822" tmFilter="0,0; 0.14,0.36; 0.43,0.73; 0.71,0.91; 1.0,1.0">
                                          <p:stCondLst>
                                            <p:cond delay="0"/>
                                          </p:stCondLst>
                                        </p:cTn>
                                        <p:tgtEl>
                                          <p:spTgt spid="10">
                                            <p:txEl>
                                              <p:pRg st="6" end="6"/>
                                            </p:txEl>
                                          </p:spTgt>
                                        </p:tgtEl>
                                        <p:attrNameLst>
                                          <p:attrName>ppt_x</p:attrName>
                                        </p:attrNameLst>
                                      </p:cBhvr>
                                      <p:tavLst>
                                        <p:tav tm="0">
                                          <p:val>
                                            <p:strVal val="#ppt_x-0.25"/>
                                          </p:val>
                                        </p:tav>
                                        <p:tav tm="100000">
                                          <p:val>
                                            <p:strVal val="#ppt_x"/>
                                          </p:val>
                                        </p:tav>
                                      </p:tavLst>
                                    </p:anim>
                                    <p:anim calcmode="lin" valueType="num">
                                      <p:cBhvr>
                                        <p:cTn id="112" dur="664" tmFilter="0.0,0.0; 0.25,0.07; 0.50,0.2; 0.75,0.467; 1.0,1.0">
                                          <p:stCondLst>
                                            <p:cond delay="0"/>
                                          </p:stCondLst>
                                        </p:cTn>
                                        <p:tgtEl>
                                          <p:spTgt spid="10">
                                            <p:txEl>
                                              <p:pRg st="6" end="6"/>
                                            </p:txEl>
                                          </p:spTgt>
                                        </p:tgtEl>
                                        <p:attrNameLst>
                                          <p:attrName>ppt_y</p:attrName>
                                        </p:attrNameLst>
                                      </p:cBhvr>
                                      <p:tavLst>
                                        <p:tav tm="0" fmla="#ppt_y-sin(pi*$)/3">
                                          <p:val>
                                            <p:fltVal val="0.5"/>
                                          </p:val>
                                        </p:tav>
                                        <p:tav tm="100000">
                                          <p:val>
                                            <p:fltVal val="1"/>
                                          </p:val>
                                        </p:tav>
                                      </p:tavLst>
                                    </p:anim>
                                    <p:anim calcmode="lin" valueType="num">
                                      <p:cBhvr>
                                        <p:cTn id="113" dur="664" tmFilter="0, 0; 0.125,0.2665; 0.25,0.4; 0.375,0.465; 0.5,0.5;  0.625,0.535; 0.75,0.6; 0.875,0.7335; 1,1">
                                          <p:stCondLst>
                                            <p:cond delay="664"/>
                                          </p:stCondLst>
                                        </p:cTn>
                                        <p:tgtEl>
                                          <p:spTgt spid="10">
                                            <p:txEl>
                                              <p:pRg st="6" end="6"/>
                                            </p:txEl>
                                          </p:spTgt>
                                        </p:tgtEl>
                                        <p:attrNameLst>
                                          <p:attrName>ppt_y</p:attrName>
                                        </p:attrNameLst>
                                      </p:cBhvr>
                                      <p:tavLst>
                                        <p:tav tm="0" fmla="#ppt_y-sin(pi*$)/9">
                                          <p:val>
                                            <p:fltVal val="0"/>
                                          </p:val>
                                        </p:tav>
                                        <p:tav tm="100000">
                                          <p:val>
                                            <p:fltVal val="1"/>
                                          </p:val>
                                        </p:tav>
                                      </p:tavLst>
                                    </p:anim>
                                    <p:anim calcmode="lin" valueType="num">
                                      <p:cBhvr>
                                        <p:cTn id="114" dur="332" tmFilter="0, 0; 0.125,0.2665; 0.25,0.4; 0.375,0.465; 0.5,0.5;  0.625,0.535; 0.75,0.6; 0.875,0.7335; 1,1">
                                          <p:stCondLst>
                                            <p:cond delay="1324"/>
                                          </p:stCondLst>
                                        </p:cTn>
                                        <p:tgtEl>
                                          <p:spTgt spid="10">
                                            <p:txEl>
                                              <p:pRg st="6" end="6"/>
                                            </p:txEl>
                                          </p:spTgt>
                                        </p:tgtEl>
                                        <p:attrNameLst>
                                          <p:attrName>ppt_y</p:attrName>
                                        </p:attrNameLst>
                                      </p:cBhvr>
                                      <p:tavLst>
                                        <p:tav tm="0" fmla="#ppt_y-sin(pi*$)/27">
                                          <p:val>
                                            <p:fltVal val="0"/>
                                          </p:val>
                                        </p:tav>
                                        <p:tav tm="100000">
                                          <p:val>
                                            <p:fltVal val="1"/>
                                          </p:val>
                                        </p:tav>
                                      </p:tavLst>
                                    </p:anim>
                                    <p:anim calcmode="lin" valueType="num">
                                      <p:cBhvr>
                                        <p:cTn id="115" dur="164" tmFilter="0, 0; 0.125,0.2665; 0.25,0.4; 0.375,0.465; 0.5,0.5;  0.625,0.535; 0.75,0.6; 0.875,0.7335; 1,1">
                                          <p:stCondLst>
                                            <p:cond delay="1656"/>
                                          </p:stCondLst>
                                        </p:cTn>
                                        <p:tgtEl>
                                          <p:spTgt spid="10">
                                            <p:txEl>
                                              <p:pRg st="6" end="6"/>
                                            </p:txEl>
                                          </p:spTgt>
                                        </p:tgtEl>
                                        <p:attrNameLst>
                                          <p:attrName>ppt_y</p:attrName>
                                        </p:attrNameLst>
                                      </p:cBhvr>
                                      <p:tavLst>
                                        <p:tav tm="0" fmla="#ppt_y-sin(pi*$)/81">
                                          <p:val>
                                            <p:fltVal val="0"/>
                                          </p:val>
                                        </p:tav>
                                        <p:tav tm="100000">
                                          <p:val>
                                            <p:fltVal val="1"/>
                                          </p:val>
                                        </p:tav>
                                      </p:tavLst>
                                    </p:anim>
                                    <p:animScale>
                                      <p:cBhvr>
                                        <p:cTn id="116" dur="26">
                                          <p:stCondLst>
                                            <p:cond delay="650"/>
                                          </p:stCondLst>
                                        </p:cTn>
                                        <p:tgtEl>
                                          <p:spTgt spid="10">
                                            <p:txEl>
                                              <p:pRg st="6" end="6"/>
                                            </p:txEl>
                                          </p:spTgt>
                                        </p:tgtEl>
                                      </p:cBhvr>
                                      <p:to x="100000" y="60000"/>
                                    </p:animScale>
                                    <p:animScale>
                                      <p:cBhvr>
                                        <p:cTn id="117" dur="166" decel="50000">
                                          <p:stCondLst>
                                            <p:cond delay="676"/>
                                          </p:stCondLst>
                                        </p:cTn>
                                        <p:tgtEl>
                                          <p:spTgt spid="10">
                                            <p:txEl>
                                              <p:pRg st="6" end="6"/>
                                            </p:txEl>
                                          </p:spTgt>
                                        </p:tgtEl>
                                      </p:cBhvr>
                                      <p:to x="100000" y="100000"/>
                                    </p:animScale>
                                    <p:animScale>
                                      <p:cBhvr>
                                        <p:cTn id="118" dur="26">
                                          <p:stCondLst>
                                            <p:cond delay="1312"/>
                                          </p:stCondLst>
                                        </p:cTn>
                                        <p:tgtEl>
                                          <p:spTgt spid="10">
                                            <p:txEl>
                                              <p:pRg st="6" end="6"/>
                                            </p:txEl>
                                          </p:spTgt>
                                        </p:tgtEl>
                                      </p:cBhvr>
                                      <p:to x="100000" y="80000"/>
                                    </p:animScale>
                                    <p:animScale>
                                      <p:cBhvr>
                                        <p:cTn id="119" dur="166" decel="50000">
                                          <p:stCondLst>
                                            <p:cond delay="1338"/>
                                          </p:stCondLst>
                                        </p:cTn>
                                        <p:tgtEl>
                                          <p:spTgt spid="10">
                                            <p:txEl>
                                              <p:pRg st="6" end="6"/>
                                            </p:txEl>
                                          </p:spTgt>
                                        </p:tgtEl>
                                      </p:cBhvr>
                                      <p:to x="100000" y="100000"/>
                                    </p:animScale>
                                    <p:animScale>
                                      <p:cBhvr>
                                        <p:cTn id="120" dur="26">
                                          <p:stCondLst>
                                            <p:cond delay="1642"/>
                                          </p:stCondLst>
                                        </p:cTn>
                                        <p:tgtEl>
                                          <p:spTgt spid="10">
                                            <p:txEl>
                                              <p:pRg st="6" end="6"/>
                                            </p:txEl>
                                          </p:spTgt>
                                        </p:tgtEl>
                                      </p:cBhvr>
                                      <p:to x="100000" y="90000"/>
                                    </p:animScale>
                                    <p:animScale>
                                      <p:cBhvr>
                                        <p:cTn id="121" dur="166" decel="50000">
                                          <p:stCondLst>
                                            <p:cond delay="1668"/>
                                          </p:stCondLst>
                                        </p:cTn>
                                        <p:tgtEl>
                                          <p:spTgt spid="10">
                                            <p:txEl>
                                              <p:pRg st="6" end="6"/>
                                            </p:txEl>
                                          </p:spTgt>
                                        </p:tgtEl>
                                      </p:cBhvr>
                                      <p:to x="100000" y="100000"/>
                                    </p:animScale>
                                    <p:animScale>
                                      <p:cBhvr>
                                        <p:cTn id="122" dur="26">
                                          <p:stCondLst>
                                            <p:cond delay="1808"/>
                                          </p:stCondLst>
                                        </p:cTn>
                                        <p:tgtEl>
                                          <p:spTgt spid="10">
                                            <p:txEl>
                                              <p:pRg st="6" end="6"/>
                                            </p:txEl>
                                          </p:spTgt>
                                        </p:tgtEl>
                                      </p:cBhvr>
                                      <p:to x="100000" y="95000"/>
                                    </p:animScale>
                                    <p:animScale>
                                      <p:cBhvr>
                                        <p:cTn id="123" dur="166" decel="50000">
                                          <p:stCondLst>
                                            <p:cond delay="1834"/>
                                          </p:stCondLst>
                                        </p:cTn>
                                        <p:tgtEl>
                                          <p:spTgt spid="10">
                                            <p:txEl>
                                              <p:pRg st="6" end="6"/>
                                            </p:txEl>
                                          </p:spTgt>
                                        </p:tgtEl>
                                      </p:cBhvr>
                                      <p:to x="100000" y="100000"/>
                                    </p:animScale>
                                  </p:childTnLst>
                                </p:cTn>
                              </p:par>
                              <p:par>
                                <p:cTn id="124" presetID="26" presetClass="entr" presetSubtype="0" fill="hold" nodeType="withEffect">
                                  <p:stCondLst>
                                    <p:cond delay="0"/>
                                  </p:stCondLst>
                                  <p:childTnLst>
                                    <p:set>
                                      <p:cBhvr>
                                        <p:cTn id="125" dur="1" fill="hold">
                                          <p:stCondLst>
                                            <p:cond delay="0"/>
                                          </p:stCondLst>
                                        </p:cTn>
                                        <p:tgtEl>
                                          <p:spTgt spid="10">
                                            <p:txEl>
                                              <p:pRg st="7" end="7"/>
                                            </p:txEl>
                                          </p:spTgt>
                                        </p:tgtEl>
                                        <p:attrNameLst>
                                          <p:attrName>style.visibility</p:attrName>
                                        </p:attrNameLst>
                                      </p:cBhvr>
                                      <p:to>
                                        <p:strVal val="visible"/>
                                      </p:to>
                                    </p:set>
                                    <p:animEffect transition="in" filter="wipe(down)">
                                      <p:cBhvr>
                                        <p:cTn id="126" dur="580">
                                          <p:stCondLst>
                                            <p:cond delay="0"/>
                                          </p:stCondLst>
                                        </p:cTn>
                                        <p:tgtEl>
                                          <p:spTgt spid="10">
                                            <p:txEl>
                                              <p:pRg st="7" end="7"/>
                                            </p:txEl>
                                          </p:spTgt>
                                        </p:tgtEl>
                                      </p:cBhvr>
                                    </p:animEffect>
                                    <p:anim calcmode="lin" valueType="num">
                                      <p:cBhvr>
                                        <p:cTn id="127" dur="1822" tmFilter="0,0; 0.14,0.36; 0.43,0.73; 0.71,0.91; 1.0,1.0">
                                          <p:stCondLst>
                                            <p:cond delay="0"/>
                                          </p:stCondLst>
                                        </p:cTn>
                                        <p:tgtEl>
                                          <p:spTgt spid="10">
                                            <p:txEl>
                                              <p:pRg st="7" end="7"/>
                                            </p:txEl>
                                          </p:spTgt>
                                        </p:tgtEl>
                                        <p:attrNameLst>
                                          <p:attrName>ppt_x</p:attrName>
                                        </p:attrNameLst>
                                      </p:cBhvr>
                                      <p:tavLst>
                                        <p:tav tm="0">
                                          <p:val>
                                            <p:strVal val="#ppt_x-0.25"/>
                                          </p:val>
                                        </p:tav>
                                        <p:tav tm="100000">
                                          <p:val>
                                            <p:strVal val="#ppt_x"/>
                                          </p:val>
                                        </p:tav>
                                      </p:tavLst>
                                    </p:anim>
                                    <p:anim calcmode="lin" valueType="num">
                                      <p:cBhvr>
                                        <p:cTn id="128" dur="664" tmFilter="0.0,0.0; 0.25,0.07; 0.50,0.2; 0.75,0.467; 1.0,1.0">
                                          <p:stCondLst>
                                            <p:cond delay="0"/>
                                          </p:stCondLst>
                                        </p:cTn>
                                        <p:tgtEl>
                                          <p:spTgt spid="10">
                                            <p:txEl>
                                              <p:pRg st="7" end="7"/>
                                            </p:txEl>
                                          </p:spTgt>
                                        </p:tgtEl>
                                        <p:attrNameLst>
                                          <p:attrName>ppt_y</p:attrName>
                                        </p:attrNameLst>
                                      </p:cBhvr>
                                      <p:tavLst>
                                        <p:tav tm="0" fmla="#ppt_y-sin(pi*$)/3">
                                          <p:val>
                                            <p:fltVal val="0.5"/>
                                          </p:val>
                                        </p:tav>
                                        <p:tav tm="100000">
                                          <p:val>
                                            <p:fltVal val="1"/>
                                          </p:val>
                                        </p:tav>
                                      </p:tavLst>
                                    </p:anim>
                                    <p:anim calcmode="lin" valueType="num">
                                      <p:cBhvr>
                                        <p:cTn id="129" dur="664" tmFilter="0, 0; 0.125,0.2665; 0.25,0.4; 0.375,0.465; 0.5,0.5;  0.625,0.535; 0.75,0.6; 0.875,0.7335; 1,1">
                                          <p:stCondLst>
                                            <p:cond delay="664"/>
                                          </p:stCondLst>
                                        </p:cTn>
                                        <p:tgtEl>
                                          <p:spTgt spid="10">
                                            <p:txEl>
                                              <p:pRg st="7" end="7"/>
                                            </p:txEl>
                                          </p:spTgt>
                                        </p:tgtEl>
                                        <p:attrNameLst>
                                          <p:attrName>ppt_y</p:attrName>
                                        </p:attrNameLst>
                                      </p:cBhvr>
                                      <p:tavLst>
                                        <p:tav tm="0" fmla="#ppt_y-sin(pi*$)/9">
                                          <p:val>
                                            <p:fltVal val="0"/>
                                          </p:val>
                                        </p:tav>
                                        <p:tav tm="100000">
                                          <p:val>
                                            <p:fltVal val="1"/>
                                          </p:val>
                                        </p:tav>
                                      </p:tavLst>
                                    </p:anim>
                                    <p:anim calcmode="lin" valueType="num">
                                      <p:cBhvr>
                                        <p:cTn id="130" dur="332" tmFilter="0, 0; 0.125,0.2665; 0.25,0.4; 0.375,0.465; 0.5,0.5;  0.625,0.535; 0.75,0.6; 0.875,0.7335; 1,1">
                                          <p:stCondLst>
                                            <p:cond delay="1324"/>
                                          </p:stCondLst>
                                        </p:cTn>
                                        <p:tgtEl>
                                          <p:spTgt spid="10">
                                            <p:txEl>
                                              <p:pRg st="7" end="7"/>
                                            </p:txEl>
                                          </p:spTgt>
                                        </p:tgtEl>
                                        <p:attrNameLst>
                                          <p:attrName>ppt_y</p:attrName>
                                        </p:attrNameLst>
                                      </p:cBhvr>
                                      <p:tavLst>
                                        <p:tav tm="0" fmla="#ppt_y-sin(pi*$)/27">
                                          <p:val>
                                            <p:fltVal val="0"/>
                                          </p:val>
                                        </p:tav>
                                        <p:tav tm="100000">
                                          <p:val>
                                            <p:fltVal val="1"/>
                                          </p:val>
                                        </p:tav>
                                      </p:tavLst>
                                    </p:anim>
                                    <p:anim calcmode="lin" valueType="num">
                                      <p:cBhvr>
                                        <p:cTn id="131" dur="164" tmFilter="0, 0; 0.125,0.2665; 0.25,0.4; 0.375,0.465; 0.5,0.5;  0.625,0.535; 0.75,0.6; 0.875,0.7335; 1,1">
                                          <p:stCondLst>
                                            <p:cond delay="1656"/>
                                          </p:stCondLst>
                                        </p:cTn>
                                        <p:tgtEl>
                                          <p:spTgt spid="10">
                                            <p:txEl>
                                              <p:pRg st="7" end="7"/>
                                            </p:txEl>
                                          </p:spTgt>
                                        </p:tgtEl>
                                        <p:attrNameLst>
                                          <p:attrName>ppt_y</p:attrName>
                                        </p:attrNameLst>
                                      </p:cBhvr>
                                      <p:tavLst>
                                        <p:tav tm="0" fmla="#ppt_y-sin(pi*$)/81">
                                          <p:val>
                                            <p:fltVal val="0"/>
                                          </p:val>
                                        </p:tav>
                                        <p:tav tm="100000">
                                          <p:val>
                                            <p:fltVal val="1"/>
                                          </p:val>
                                        </p:tav>
                                      </p:tavLst>
                                    </p:anim>
                                    <p:animScale>
                                      <p:cBhvr>
                                        <p:cTn id="132" dur="26">
                                          <p:stCondLst>
                                            <p:cond delay="650"/>
                                          </p:stCondLst>
                                        </p:cTn>
                                        <p:tgtEl>
                                          <p:spTgt spid="10">
                                            <p:txEl>
                                              <p:pRg st="7" end="7"/>
                                            </p:txEl>
                                          </p:spTgt>
                                        </p:tgtEl>
                                      </p:cBhvr>
                                      <p:to x="100000" y="60000"/>
                                    </p:animScale>
                                    <p:animScale>
                                      <p:cBhvr>
                                        <p:cTn id="133" dur="166" decel="50000">
                                          <p:stCondLst>
                                            <p:cond delay="676"/>
                                          </p:stCondLst>
                                        </p:cTn>
                                        <p:tgtEl>
                                          <p:spTgt spid="10">
                                            <p:txEl>
                                              <p:pRg st="7" end="7"/>
                                            </p:txEl>
                                          </p:spTgt>
                                        </p:tgtEl>
                                      </p:cBhvr>
                                      <p:to x="100000" y="100000"/>
                                    </p:animScale>
                                    <p:animScale>
                                      <p:cBhvr>
                                        <p:cTn id="134" dur="26">
                                          <p:stCondLst>
                                            <p:cond delay="1312"/>
                                          </p:stCondLst>
                                        </p:cTn>
                                        <p:tgtEl>
                                          <p:spTgt spid="10">
                                            <p:txEl>
                                              <p:pRg st="7" end="7"/>
                                            </p:txEl>
                                          </p:spTgt>
                                        </p:tgtEl>
                                      </p:cBhvr>
                                      <p:to x="100000" y="80000"/>
                                    </p:animScale>
                                    <p:animScale>
                                      <p:cBhvr>
                                        <p:cTn id="135" dur="166" decel="50000">
                                          <p:stCondLst>
                                            <p:cond delay="1338"/>
                                          </p:stCondLst>
                                        </p:cTn>
                                        <p:tgtEl>
                                          <p:spTgt spid="10">
                                            <p:txEl>
                                              <p:pRg st="7" end="7"/>
                                            </p:txEl>
                                          </p:spTgt>
                                        </p:tgtEl>
                                      </p:cBhvr>
                                      <p:to x="100000" y="100000"/>
                                    </p:animScale>
                                    <p:animScale>
                                      <p:cBhvr>
                                        <p:cTn id="136" dur="26">
                                          <p:stCondLst>
                                            <p:cond delay="1642"/>
                                          </p:stCondLst>
                                        </p:cTn>
                                        <p:tgtEl>
                                          <p:spTgt spid="10">
                                            <p:txEl>
                                              <p:pRg st="7" end="7"/>
                                            </p:txEl>
                                          </p:spTgt>
                                        </p:tgtEl>
                                      </p:cBhvr>
                                      <p:to x="100000" y="90000"/>
                                    </p:animScale>
                                    <p:animScale>
                                      <p:cBhvr>
                                        <p:cTn id="137" dur="166" decel="50000">
                                          <p:stCondLst>
                                            <p:cond delay="1668"/>
                                          </p:stCondLst>
                                        </p:cTn>
                                        <p:tgtEl>
                                          <p:spTgt spid="10">
                                            <p:txEl>
                                              <p:pRg st="7" end="7"/>
                                            </p:txEl>
                                          </p:spTgt>
                                        </p:tgtEl>
                                      </p:cBhvr>
                                      <p:to x="100000" y="100000"/>
                                    </p:animScale>
                                    <p:animScale>
                                      <p:cBhvr>
                                        <p:cTn id="138" dur="26">
                                          <p:stCondLst>
                                            <p:cond delay="1808"/>
                                          </p:stCondLst>
                                        </p:cTn>
                                        <p:tgtEl>
                                          <p:spTgt spid="10">
                                            <p:txEl>
                                              <p:pRg st="7" end="7"/>
                                            </p:txEl>
                                          </p:spTgt>
                                        </p:tgtEl>
                                      </p:cBhvr>
                                      <p:to x="100000" y="95000"/>
                                    </p:animScale>
                                    <p:animScale>
                                      <p:cBhvr>
                                        <p:cTn id="139" dur="166" decel="50000">
                                          <p:stCondLst>
                                            <p:cond delay="1834"/>
                                          </p:stCondLst>
                                        </p:cTn>
                                        <p:tgtEl>
                                          <p:spTgt spid="10">
                                            <p:txEl>
                                              <p:pRg st="7" end="7"/>
                                            </p:txEl>
                                          </p:spTgt>
                                        </p:tgtEl>
                                      </p:cBhvr>
                                      <p:to x="100000" y="100000"/>
                                    </p:animScale>
                                  </p:childTnLst>
                                </p:cTn>
                              </p:par>
                              <p:par>
                                <p:cTn id="140" presetID="26" presetClass="entr" presetSubtype="0" fill="hold" nodeType="withEffect">
                                  <p:stCondLst>
                                    <p:cond delay="0"/>
                                  </p:stCondLst>
                                  <p:childTnLst>
                                    <p:set>
                                      <p:cBhvr>
                                        <p:cTn id="141" dur="1" fill="hold">
                                          <p:stCondLst>
                                            <p:cond delay="0"/>
                                          </p:stCondLst>
                                        </p:cTn>
                                        <p:tgtEl>
                                          <p:spTgt spid="10">
                                            <p:txEl>
                                              <p:pRg st="8" end="8"/>
                                            </p:txEl>
                                          </p:spTgt>
                                        </p:tgtEl>
                                        <p:attrNameLst>
                                          <p:attrName>style.visibility</p:attrName>
                                        </p:attrNameLst>
                                      </p:cBhvr>
                                      <p:to>
                                        <p:strVal val="visible"/>
                                      </p:to>
                                    </p:set>
                                    <p:animEffect transition="in" filter="wipe(down)">
                                      <p:cBhvr>
                                        <p:cTn id="142" dur="580">
                                          <p:stCondLst>
                                            <p:cond delay="0"/>
                                          </p:stCondLst>
                                        </p:cTn>
                                        <p:tgtEl>
                                          <p:spTgt spid="10">
                                            <p:txEl>
                                              <p:pRg st="8" end="8"/>
                                            </p:txEl>
                                          </p:spTgt>
                                        </p:tgtEl>
                                      </p:cBhvr>
                                    </p:animEffect>
                                    <p:anim calcmode="lin" valueType="num">
                                      <p:cBhvr>
                                        <p:cTn id="143" dur="1822" tmFilter="0,0; 0.14,0.36; 0.43,0.73; 0.71,0.91; 1.0,1.0">
                                          <p:stCondLst>
                                            <p:cond delay="0"/>
                                          </p:stCondLst>
                                        </p:cTn>
                                        <p:tgtEl>
                                          <p:spTgt spid="10">
                                            <p:txEl>
                                              <p:pRg st="8" end="8"/>
                                            </p:txEl>
                                          </p:spTgt>
                                        </p:tgtEl>
                                        <p:attrNameLst>
                                          <p:attrName>ppt_x</p:attrName>
                                        </p:attrNameLst>
                                      </p:cBhvr>
                                      <p:tavLst>
                                        <p:tav tm="0">
                                          <p:val>
                                            <p:strVal val="#ppt_x-0.25"/>
                                          </p:val>
                                        </p:tav>
                                        <p:tav tm="100000">
                                          <p:val>
                                            <p:strVal val="#ppt_x"/>
                                          </p:val>
                                        </p:tav>
                                      </p:tavLst>
                                    </p:anim>
                                    <p:anim calcmode="lin" valueType="num">
                                      <p:cBhvr>
                                        <p:cTn id="144" dur="664" tmFilter="0.0,0.0; 0.25,0.07; 0.50,0.2; 0.75,0.467; 1.0,1.0">
                                          <p:stCondLst>
                                            <p:cond delay="0"/>
                                          </p:stCondLst>
                                        </p:cTn>
                                        <p:tgtEl>
                                          <p:spTgt spid="10">
                                            <p:txEl>
                                              <p:pRg st="8" end="8"/>
                                            </p:txEl>
                                          </p:spTgt>
                                        </p:tgtEl>
                                        <p:attrNameLst>
                                          <p:attrName>ppt_y</p:attrName>
                                        </p:attrNameLst>
                                      </p:cBhvr>
                                      <p:tavLst>
                                        <p:tav tm="0" fmla="#ppt_y-sin(pi*$)/3">
                                          <p:val>
                                            <p:fltVal val="0.5"/>
                                          </p:val>
                                        </p:tav>
                                        <p:tav tm="100000">
                                          <p:val>
                                            <p:fltVal val="1"/>
                                          </p:val>
                                        </p:tav>
                                      </p:tavLst>
                                    </p:anim>
                                    <p:anim calcmode="lin" valueType="num">
                                      <p:cBhvr>
                                        <p:cTn id="145" dur="664" tmFilter="0, 0; 0.125,0.2665; 0.25,0.4; 0.375,0.465; 0.5,0.5;  0.625,0.535; 0.75,0.6; 0.875,0.7335; 1,1">
                                          <p:stCondLst>
                                            <p:cond delay="664"/>
                                          </p:stCondLst>
                                        </p:cTn>
                                        <p:tgtEl>
                                          <p:spTgt spid="10">
                                            <p:txEl>
                                              <p:pRg st="8" end="8"/>
                                            </p:txEl>
                                          </p:spTgt>
                                        </p:tgtEl>
                                        <p:attrNameLst>
                                          <p:attrName>ppt_y</p:attrName>
                                        </p:attrNameLst>
                                      </p:cBhvr>
                                      <p:tavLst>
                                        <p:tav tm="0" fmla="#ppt_y-sin(pi*$)/9">
                                          <p:val>
                                            <p:fltVal val="0"/>
                                          </p:val>
                                        </p:tav>
                                        <p:tav tm="100000">
                                          <p:val>
                                            <p:fltVal val="1"/>
                                          </p:val>
                                        </p:tav>
                                      </p:tavLst>
                                    </p:anim>
                                    <p:anim calcmode="lin" valueType="num">
                                      <p:cBhvr>
                                        <p:cTn id="146" dur="332" tmFilter="0, 0; 0.125,0.2665; 0.25,0.4; 0.375,0.465; 0.5,0.5;  0.625,0.535; 0.75,0.6; 0.875,0.7335; 1,1">
                                          <p:stCondLst>
                                            <p:cond delay="1324"/>
                                          </p:stCondLst>
                                        </p:cTn>
                                        <p:tgtEl>
                                          <p:spTgt spid="10">
                                            <p:txEl>
                                              <p:pRg st="8" end="8"/>
                                            </p:txEl>
                                          </p:spTgt>
                                        </p:tgtEl>
                                        <p:attrNameLst>
                                          <p:attrName>ppt_y</p:attrName>
                                        </p:attrNameLst>
                                      </p:cBhvr>
                                      <p:tavLst>
                                        <p:tav tm="0" fmla="#ppt_y-sin(pi*$)/27">
                                          <p:val>
                                            <p:fltVal val="0"/>
                                          </p:val>
                                        </p:tav>
                                        <p:tav tm="100000">
                                          <p:val>
                                            <p:fltVal val="1"/>
                                          </p:val>
                                        </p:tav>
                                      </p:tavLst>
                                    </p:anim>
                                    <p:anim calcmode="lin" valueType="num">
                                      <p:cBhvr>
                                        <p:cTn id="147" dur="164" tmFilter="0, 0; 0.125,0.2665; 0.25,0.4; 0.375,0.465; 0.5,0.5;  0.625,0.535; 0.75,0.6; 0.875,0.7335; 1,1">
                                          <p:stCondLst>
                                            <p:cond delay="1656"/>
                                          </p:stCondLst>
                                        </p:cTn>
                                        <p:tgtEl>
                                          <p:spTgt spid="10">
                                            <p:txEl>
                                              <p:pRg st="8" end="8"/>
                                            </p:txEl>
                                          </p:spTgt>
                                        </p:tgtEl>
                                        <p:attrNameLst>
                                          <p:attrName>ppt_y</p:attrName>
                                        </p:attrNameLst>
                                      </p:cBhvr>
                                      <p:tavLst>
                                        <p:tav tm="0" fmla="#ppt_y-sin(pi*$)/81">
                                          <p:val>
                                            <p:fltVal val="0"/>
                                          </p:val>
                                        </p:tav>
                                        <p:tav tm="100000">
                                          <p:val>
                                            <p:fltVal val="1"/>
                                          </p:val>
                                        </p:tav>
                                      </p:tavLst>
                                    </p:anim>
                                    <p:animScale>
                                      <p:cBhvr>
                                        <p:cTn id="148" dur="26">
                                          <p:stCondLst>
                                            <p:cond delay="650"/>
                                          </p:stCondLst>
                                        </p:cTn>
                                        <p:tgtEl>
                                          <p:spTgt spid="10">
                                            <p:txEl>
                                              <p:pRg st="8" end="8"/>
                                            </p:txEl>
                                          </p:spTgt>
                                        </p:tgtEl>
                                      </p:cBhvr>
                                      <p:to x="100000" y="60000"/>
                                    </p:animScale>
                                    <p:animScale>
                                      <p:cBhvr>
                                        <p:cTn id="149" dur="166" decel="50000">
                                          <p:stCondLst>
                                            <p:cond delay="676"/>
                                          </p:stCondLst>
                                        </p:cTn>
                                        <p:tgtEl>
                                          <p:spTgt spid="10">
                                            <p:txEl>
                                              <p:pRg st="8" end="8"/>
                                            </p:txEl>
                                          </p:spTgt>
                                        </p:tgtEl>
                                      </p:cBhvr>
                                      <p:to x="100000" y="100000"/>
                                    </p:animScale>
                                    <p:animScale>
                                      <p:cBhvr>
                                        <p:cTn id="150" dur="26">
                                          <p:stCondLst>
                                            <p:cond delay="1312"/>
                                          </p:stCondLst>
                                        </p:cTn>
                                        <p:tgtEl>
                                          <p:spTgt spid="10">
                                            <p:txEl>
                                              <p:pRg st="8" end="8"/>
                                            </p:txEl>
                                          </p:spTgt>
                                        </p:tgtEl>
                                      </p:cBhvr>
                                      <p:to x="100000" y="80000"/>
                                    </p:animScale>
                                    <p:animScale>
                                      <p:cBhvr>
                                        <p:cTn id="151" dur="166" decel="50000">
                                          <p:stCondLst>
                                            <p:cond delay="1338"/>
                                          </p:stCondLst>
                                        </p:cTn>
                                        <p:tgtEl>
                                          <p:spTgt spid="10">
                                            <p:txEl>
                                              <p:pRg st="8" end="8"/>
                                            </p:txEl>
                                          </p:spTgt>
                                        </p:tgtEl>
                                      </p:cBhvr>
                                      <p:to x="100000" y="100000"/>
                                    </p:animScale>
                                    <p:animScale>
                                      <p:cBhvr>
                                        <p:cTn id="152" dur="26">
                                          <p:stCondLst>
                                            <p:cond delay="1642"/>
                                          </p:stCondLst>
                                        </p:cTn>
                                        <p:tgtEl>
                                          <p:spTgt spid="10">
                                            <p:txEl>
                                              <p:pRg st="8" end="8"/>
                                            </p:txEl>
                                          </p:spTgt>
                                        </p:tgtEl>
                                      </p:cBhvr>
                                      <p:to x="100000" y="90000"/>
                                    </p:animScale>
                                    <p:animScale>
                                      <p:cBhvr>
                                        <p:cTn id="153" dur="166" decel="50000">
                                          <p:stCondLst>
                                            <p:cond delay="1668"/>
                                          </p:stCondLst>
                                        </p:cTn>
                                        <p:tgtEl>
                                          <p:spTgt spid="10">
                                            <p:txEl>
                                              <p:pRg st="8" end="8"/>
                                            </p:txEl>
                                          </p:spTgt>
                                        </p:tgtEl>
                                      </p:cBhvr>
                                      <p:to x="100000" y="100000"/>
                                    </p:animScale>
                                    <p:animScale>
                                      <p:cBhvr>
                                        <p:cTn id="154" dur="26">
                                          <p:stCondLst>
                                            <p:cond delay="1808"/>
                                          </p:stCondLst>
                                        </p:cTn>
                                        <p:tgtEl>
                                          <p:spTgt spid="10">
                                            <p:txEl>
                                              <p:pRg st="8" end="8"/>
                                            </p:txEl>
                                          </p:spTgt>
                                        </p:tgtEl>
                                      </p:cBhvr>
                                      <p:to x="100000" y="95000"/>
                                    </p:animScale>
                                    <p:animScale>
                                      <p:cBhvr>
                                        <p:cTn id="155" dur="166" decel="50000">
                                          <p:stCondLst>
                                            <p:cond delay="1834"/>
                                          </p:stCondLst>
                                        </p:cTn>
                                        <p:tgtEl>
                                          <p:spTgt spid="10">
                                            <p:txEl>
                                              <p:pRg st="8" end="8"/>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Interface testing</a:t>
            </a:r>
            <a:r>
              <a:rPr lang="en-ZA" dirty="0">
                <a:effectLst/>
              </a:rPr>
              <a:t/>
            </a:r>
            <a:br>
              <a:rPr lang="en-ZA" dirty="0">
                <a:effectLst/>
              </a:rPr>
            </a:br>
            <a:endParaRPr lang="en-ZA" dirty="0"/>
          </a:p>
        </p:txBody>
      </p:sp>
      <p:sp>
        <p:nvSpPr>
          <p:cNvPr id="3" name="Content Placeholder 2"/>
          <p:cNvSpPr>
            <a:spLocks noGrp="1"/>
          </p:cNvSpPr>
          <p:nvPr>
            <p:ph idx="1"/>
          </p:nvPr>
        </p:nvSpPr>
        <p:spPr/>
        <p:txBody>
          <a:bodyPr>
            <a:normAutofit fontScale="77500" lnSpcReduction="20000"/>
          </a:bodyPr>
          <a:lstStyle/>
          <a:p>
            <a:pPr marL="0" indent="0">
              <a:buNone/>
            </a:pPr>
            <a:r>
              <a:rPr lang="en-US" i="1" dirty="0">
                <a:effectLst/>
              </a:rPr>
              <a:t>Test Objective:	</a:t>
            </a:r>
            <a:endParaRPr lang="en-ZA" dirty="0">
              <a:effectLst/>
            </a:endParaRPr>
          </a:p>
          <a:p>
            <a:pPr>
              <a:buFont typeface="Wingdings" panose="05000000000000000000" pitchFamily="2" charset="2"/>
              <a:buChar char="Ø"/>
            </a:pPr>
            <a:r>
              <a:rPr lang="en-US" i="1" dirty="0">
                <a:effectLst/>
              </a:rPr>
              <a:t>Verify Navigation through the application properly reflects business functions and requirements, including window to window, field to field, and use of access methods (tab keys, mouse movements, and accelerator keys)</a:t>
            </a:r>
            <a:endParaRPr lang="en-ZA" dirty="0">
              <a:effectLst/>
            </a:endParaRPr>
          </a:p>
          <a:p>
            <a:pPr>
              <a:buFont typeface="Wingdings" panose="05000000000000000000" pitchFamily="2" charset="2"/>
              <a:buChar char="Ø"/>
            </a:pPr>
            <a:r>
              <a:rPr lang="en-US" i="1" dirty="0">
                <a:effectLst/>
              </a:rPr>
              <a:t> Verify Window objects and characteristics, such as menus, size, position, state, and focus conform to standards.</a:t>
            </a:r>
            <a:endParaRPr lang="en-ZA" dirty="0">
              <a:effectLst/>
            </a:endParaRPr>
          </a:p>
          <a:p>
            <a:pPr marL="0" indent="0">
              <a:buNone/>
            </a:pPr>
            <a:r>
              <a:rPr lang="en-US" i="1" dirty="0">
                <a:effectLst/>
              </a:rPr>
              <a:t>Technique:	</a:t>
            </a:r>
            <a:endParaRPr lang="en-ZA" dirty="0">
              <a:effectLst/>
            </a:endParaRPr>
          </a:p>
          <a:p>
            <a:pPr>
              <a:buFont typeface="Wingdings" panose="05000000000000000000" pitchFamily="2" charset="2"/>
              <a:buChar char="Ø"/>
            </a:pPr>
            <a:r>
              <a:rPr lang="en-US" i="1" dirty="0">
                <a:effectLst/>
              </a:rPr>
              <a:t>Create / modify tests for each window to verify proper navigation and object states for each application window and objects.</a:t>
            </a:r>
            <a:endParaRPr lang="en-ZA" dirty="0">
              <a:effectLst/>
            </a:endParaRPr>
          </a:p>
          <a:p>
            <a:pPr marL="0" indent="0">
              <a:buNone/>
            </a:pPr>
            <a:r>
              <a:rPr lang="en-US" i="1" dirty="0">
                <a:effectLst/>
              </a:rPr>
              <a:t> </a:t>
            </a:r>
            <a:r>
              <a:rPr lang="en-US" i="1" dirty="0" smtClean="0">
                <a:effectLst/>
              </a:rPr>
              <a:t>Completion </a:t>
            </a:r>
            <a:r>
              <a:rPr lang="en-US" i="1" dirty="0">
                <a:effectLst/>
              </a:rPr>
              <a:t>Criteria:</a:t>
            </a:r>
            <a:endParaRPr lang="en-ZA" dirty="0">
              <a:effectLst/>
            </a:endParaRPr>
          </a:p>
          <a:p>
            <a:pPr>
              <a:buFont typeface="Wingdings" panose="05000000000000000000" pitchFamily="2" charset="2"/>
              <a:buChar char="Ø"/>
            </a:pPr>
            <a:r>
              <a:rPr lang="en-US" i="1" dirty="0">
                <a:effectLst/>
              </a:rPr>
              <a:t>Each window successfully verified to remain consistent with acceptable standard</a:t>
            </a:r>
            <a:endParaRPr lang="en-ZA" dirty="0">
              <a:effectLst/>
            </a:endParaRPr>
          </a:p>
          <a:p>
            <a:pPr>
              <a:buFont typeface="Wingdings" panose="05000000000000000000" pitchFamily="2" charset="2"/>
              <a:buChar char="Ø"/>
            </a:pPr>
            <a:endParaRPr lang="en-ZA" dirty="0"/>
          </a:p>
        </p:txBody>
      </p:sp>
    </p:spTree>
    <p:extLst>
      <p:ext uri="{BB962C8B-B14F-4D97-AF65-F5344CB8AC3E}">
        <p14:creationId xmlns:p14="http://schemas.microsoft.com/office/powerpoint/2010/main" val="207412806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80">
                                          <p:stCondLst>
                                            <p:cond delay="0"/>
                                          </p:stCondLst>
                                        </p:cTn>
                                        <p:tgtEl>
                                          <p:spTgt spid="3">
                                            <p:txEl>
                                              <p:pRg st="0" end="0"/>
                                            </p:txEl>
                                          </p:spTgt>
                                        </p:tgtEl>
                                      </p:cBhvr>
                                    </p:animEffect>
                                    <p:anim calcmode="lin" valueType="num">
                                      <p:cBhvr>
                                        <p:cTn id="15"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0" end="0"/>
                                            </p:txEl>
                                          </p:spTgt>
                                        </p:tgtEl>
                                      </p:cBhvr>
                                      <p:to x="100000" y="60000"/>
                                    </p:animScale>
                                    <p:animScale>
                                      <p:cBhvr>
                                        <p:cTn id="21" dur="166" decel="50000">
                                          <p:stCondLst>
                                            <p:cond delay="676"/>
                                          </p:stCondLst>
                                        </p:cTn>
                                        <p:tgtEl>
                                          <p:spTgt spid="3">
                                            <p:txEl>
                                              <p:pRg st="0" end="0"/>
                                            </p:txEl>
                                          </p:spTgt>
                                        </p:tgtEl>
                                      </p:cBhvr>
                                      <p:to x="100000" y="100000"/>
                                    </p:animScale>
                                    <p:animScale>
                                      <p:cBhvr>
                                        <p:cTn id="22" dur="26">
                                          <p:stCondLst>
                                            <p:cond delay="1312"/>
                                          </p:stCondLst>
                                        </p:cTn>
                                        <p:tgtEl>
                                          <p:spTgt spid="3">
                                            <p:txEl>
                                              <p:pRg st="0" end="0"/>
                                            </p:txEl>
                                          </p:spTgt>
                                        </p:tgtEl>
                                      </p:cBhvr>
                                      <p:to x="100000" y="80000"/>
                                    </p:animScale>
                                    <p:animScale>
                                      <p:cBhvr>
                                        <p:cTn id="23" dur="166" decel="50000">
                                          <p:stCondLst>
                                            <p:cond delay="1338"/>
                                          </p:stCondLst>
                                        </p:cTn>
                                        <p:tgtEl>
                                          <p:spTgt spid="3">
                                            <p:txEl>
                                              <p:pRg st="0" end="0"/>
                                            </p:txEl>
                                          </p:spTgt>
                                        </p:tgtEl>
                                      </p:cBhvr>
                                      <p:to x="100000" y="100000"/>
                                    </p:animScale>
                                    <p:animScale>
                                      <p:cBhvr>
                                        <p:cTn id="24" dur="26">
                                          <p:stCondLst>
                                            <p:cond delay="1642"/>
                                          </p:stCondLst>
                                        </p:cTn>
                                        <p:tgtEl>
                                          <p:spTgt spid="3">
                                            <p:txEl>
                                              <p:pRg st="0" end="0"/>
                                            </p:txEl>
                                          </p:spTgt>
                                        </p:tgtEl>
                                      </p:cBhvr>
                                      <p:to x="100000" y="90000"/>
                                    </p:animScale>
                                    <p:animScale>
                                      <p:cBhvr>
                                        <p:cTn id="25" dur="166" decel="50000">
                                          <p:stCondLst>
                                            <p:cond delay="1668"/>
                                          </p:stCondLst>
                                        </p:cTn>
                                        <p:tgtEl>
                                          <p:spTgt spid="3">
                                            <p:txEl>
                                              <p:pRg st="0" end="0"/>
                                            </p:txEl>
                                          </p:spTgt>
                                        </p:tgtEl>
                                      </p:cBhvr>
                                      <p:to x="100000" y="100000"/>
                                    </p:animScale>
                                    <p:animScale>
                                      <p:cBhvr>
                                        <p:cTn id="26" dur="26">
                                          <p:stCondLst>
                                            <p:cond delay="1808"/>
                                          </p:stCondLst>
                                        </p:cTn>
                                        <p:tgtEl>
                                          <p:spTgt spid="3">
                                            <p:txEl>
                                              <p:pRg st="0" end="0"/>
                                            </p:txEl>
                                          </p:spTgt>
                                        </p:tgtEl>
                                      </p:cBhvr>
                                      <p:to x="100000" y="95000"/>
                                    </p:animScale>
                                    <p:animScale>
                                      <p:cBhvr>
                                        <p:cTn id="27" dur="166" decel="50000">
                                          <p:stCondLst>
                                            <p:cond delay="1834"/>
                                          </p:stCondLst>
                                        </p:cTn>
                                        <p:tgtEl>
                                          <p:spTgt spid="3">
                                            <p:txEl>
                                              <p:pRg st="0" end="0"/>
                                            </p:txEl>
                                          </p:spTgt>
                                        </p:tgtEl>
                                      </p:cBhvr>
                                      <p:to x="100000" y="100000"/>
                                    </p:animScale>
                                  </p:childTnLst>
                                </p:cTn>
                              </p:par>
                              <p:par>
                                <p:cTn id="28" presetID="26" presetClass="entr" presetSubtype="0" fill="hold"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wipe(down)">
                                      <p:cBhvr>
                                        <p:cTn id="30" dur="580">
                                          <p:stCondLst>
                                            <p:cond delay="0"/>
                                          </p:stCondLst>
                                        </p:cTn>
                                        <p:tgtEl>
                                          <p:spTgt spid="3">
                                            <p:txEl>
                                              <p:pRg st="1" end="1"/>
                                            </p:txEl>
                                          </p:spTgt>
                                        </p:tgtEl>
                                      </p:cBhvr>
                                    </p:animEffect>
                                    <p:anim calcmode="lin" valueType="num">
                                      <p:cBhvr>
                                        <p:cTn id="31"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xEl>
                                              <p:pRg st="1" end="1"/>
                                            </p:txEl>
                                          </p:spTgt>
                                        </p:tgtEl>
                                      </p:cBhvr>
                                      <p:to x="100000" y="60000"/>
                                    </p:animScale>
                                    <p:animScale>
                                      <p:cBhvr>
                                        <p:cTn id="37" dur="166" decel="50000">
                                          <p:stCondLst>
                                            <p:cond delay="676"/>
                                          </p:stCondLst>
                                        </p:cTn>
                                        <p:tgtEl>
                                          <p:spTgt spid="3">
                                            <p:txEl>
                                              <p:pRg st="1" end="1"/>
                                            </p:txEl>
                                          </p:spTgt>
                                        </p:tgtEl>
                                      </p:cBhvr>
                                      <p:to x="100000" y="100000"/>
                                    </p:animScale>
                                    <p:animScale>
                                      <p:cBhvr>
                                        <p:cTn id="38" dur="26">
                                          <p:stCondLst>
                                            <p:cond delay="1312"/>
                                          </p:stCondLst>
                                        </p:cTn>
                                        <p:tgtEl>
                                          <p:spTgt spid="3">
                                            <p:txEl>
                                              <p:pRg st="1" end="1"/>
                                            </p:txEl>
                                          </p:spTgt>
                                        </p:tgtEl>
                                      </p:cBhvr>
                                      <p:to x="100000" y="80000"/>
                                    </p:animScale>
                                    <p:animScale>
                                      <p:cBhvr>
                                        <p:cTn id="39" dur="166" decel="50000">
                                          <p:stCondLst>
                                            <p:cond delay="1338"/>
                                          </p:stCondLst>
                                        </p:cTn>
                                        <p:tgtEl>
                                          <p:spTgt spid="3">
                                            <p:txEl>
                                              <p:pRg st="1" end="1"/>
                                            </p:txEl>
                                          </p:spTgt>
                                        </p:tgtEl>
                                      </p:cBhvr>
                                      <p:to x="100000" y="100000"/>
                                    </p:animScale>
                                    <p:animScale>
                                      <p:cBhvr>
                                        <p:cTn id="40" dur="26">
                                          <p:stCondLst>
                                            <p:cond delay="1642"/>
                                          </p:stCondLst>
                                        </p:cTn>
                                        <p:tgtEl>
                                          <p:spTgt spid="3">
                                            <p:txEl>
                                              <p:pRg st="1" end="1"/>
                                            </p:txEl>
                                          </p:spTgt>
                                        </p:tgtEl>
                                      </p:cBhvr>
                                      <p:to x="100000" y="90000"/>
                                    </p:animScale>
                                    <p:animScale>
                                      <p:cBhvr>
                                        <p:cTn id="41" dur="166" decel="50000">
                                          <p:stCondLst>
                                            <p:cond delay="1668"/>
                                          </p:stCondLst>
                                        </p:cTn>
                                        <p:tgtEl>
                                          <p:spTgt spid="3">
                                            <p:txEl>
                                              <p:pRg st="1" end="1"/>
                                            </p:txEl>
                                          </p:spTgt>
                                        </p:tgtEl>
                                      </p:cBhvr>
                                      <p:to x="100000" y="100000"/>
                                    </p:animScale>
                                    <p:animScale>
                                      <p:cBhvr>
                                        <p:cTn id="42" dur="26">
                                          <p:stCondLst>
                                            <p:cond delay="1808"/>
                                          </p:stCondLst>
                                        </p:cTn>
                                        <p:tgtEl>
                                          <p:spTgt spid="3">
                                            <p:txEl>
                                              <p:pRg st="1" end="1"/>
                                            </p:txEl>
                                          </p:spTgt>
                                        </p:tgtEl>
                                      </p:cBhvr>
                                      <p:to x="100000" y="95000"/>
                                    </p:animScale>
                                    <p:animScale>
                                      <p:cBhvr>
                                        <p:cTn id="43" dur="166" decel="50000">
                                          <p:stCondLst>
                                            <p:cond delay="1834"/>
                                          </p:stCondLst>
                                        </p:cTn>
                                        <p:tgtEl>
                                          <p:spTgt spid="3">
                                            <p:txEl>
                                              <p:pRg st="1" end="1"/>
                                            </p:txEl>
                                          </p:spTgt>
                                        </p:tgtEl>
                                      </p:cBhvr>
                                      <p:to x="100000" y="100000"/>
                                    </p:animScale>
                                  </p:childTnLst>
                                </p:cTn>
                              </p:par>
                              <p:par>
                                <p:cTn id="44" presetID="26" presetClass="entr" presetSubtype="0" fill="hold" nodeType="with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wipe(down)">
                                      <p:cBhvr>
                                        <p:cTn id="46" dur="580">
                                          <p:stCondLst>
                                            <p:cond delay="0"/>
                                          </p:stCondLst>
                                        </p:cTn>
                                        <p:tgtEl>
                                          <p:spTgt spid="3">
                                            <p:txEl>
                                              <p:pRg st="2" end="2"/>
                                            </p:txEl>
                                          </p:spTgt>
                                        </p:tgtEl>
                                      </p:cBhvr>
                                    </p:animEffect>
                                    <p:anim calcmode="lin" valueType="num">
                                      <p:cBhvr>
                                        <p:cTn id="47"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2" dur="26">
                                          <p:stCondLst>
                                            <p:cond delay="650"/>
                                          </p:stCondLst>
                                        </p:cTn>
                                        <p:tgtEl>
                                          <p:spTgt spid="3">
                                            <p:txEl>
                                              <p:pRg st="2" end="2"/>
                                            </p:txEl>
                                          </p:spTgt>
                                        </p:tgtEl>
                                      </p:cBhvr>
                                      <p:to x="100000" y="60000"/>
                                    </p:animScale>
                                    <p:animScale>
                                      <p:cBhvr>
                                        <p:cTn id="53" dur="166" decel="50000">
                                          <p:stCondLst>
                                            <p:cond delay="676"/>
                                          </p:stCondLst>
                                        </p:cTn>
                                        <p:tgtEl>
                                          <p:spTgt spid="3">
                                            <p:txEl>
                                              <p:pRg st="2" end="2"/>
                                            </p:txEl>
                                          </p:spTgt>
                                        </p:tgtEl>
                                      </p:cBhvr>
                                      <p:to x="100000" y="100000"/>
                                    </p:animScale>
                                    <p:animScale>
                                      <p:cBhvr>
                                        <p:cTn id="54" dur="26">
                                          <p:stCondLst>
                                            <p:cond delay="1312"/>
                                          </p:stCondLst>
                                        </p:cTn>
                                        <p:tgtEl>
                                          <p:spTgt spid="3">
                                            <p:txEl>
                                              <p:pRg st="2" end="2"/>
                                            </p:txEl>
                                          </p:spTgt>
                                        </p:tgtEl>
                                      </p:cBhvr>
                                      <p:to x="100000" y="80000"/>
                                    </p:animScale>
                                    <p:animScale>
                                      <p:cBhvr>
                                        <p:cTn id="55" dur="166" decel="50000">
                                          <p:stCondLst>
                                            <p:cond delay="1338"/>
                                          </p:stCondLst>
                                        </p:cTn>
                                        <p:tgtEl>
                                          <p:spTgt spid="3">
                                            <p:txEl>
                                              <p:pRg st="2" end="2"/>
                                            </p:txEl>
                                          </p:spTgt>
                                        </p:tgtEl>
                                      </p:cBhvr>
                                      <p:to x="100000" y="100000"/>
                                    </p:animScale>
                                    <p:animScale>
                                      <p:cBhvr>
                                        <p:cTn id="56" dur="26">
                                          <p:stCondLst>
                                            <p:cond delay="1642"/>
                                          </p:stCondLst>
                                        </p:cTn>
                                        <p:tgtEl>
                                          <p:spTgt spid="3">
                                            <p:txEl>
                                              <p:pRg st="2" end="2"/>
                                            </p:txEl>
                                          </p:spTgt>
                                        </p:tgtEl>
                                      </p:cBhvr>
                                      <p:to x="100000" y="90000"/>
                                    </p:animScale>
                                    <p:animScale>
                                      <p:cBhvr>
                                        <p:cTn id="57" dur="166" decel="50000">
                                          <p:stCondLst>
                                            <p:cond delay="1668"/>
                                          </p:stCondLst>
                                        </p:cTn>
                                        <p:tgtEl>
                                          <p:spTgt spid="3">
                                            <p:txEl>
                                              <p:pRg st="2" end="2"/>
                                            </p:txEl>
                                          </p:spTgt>
                                        </p:tgtEl>
                                      </p:cBhvr>
                                      <p:to x="100000" y="100000"/>
                                    </p:animScale>
                                    <p:animScale>
                                      <p:cBhvr>
                                        <p:cTn id="58" dur="26">
                                          <p:stCondLst>
                                            <p:cond delay="1808"/>
                                          </p:stCondLst>
                                        </p:cTn>
                                        <p:tgtEl>
                                          <p:spTgt spid="3">
                                            <p:txEl>
                                              <p:pRg st="2" end="2"/>
                                            </p:txEl>
                                          </p:spTgt>
                                        </p:tgtEl>
                                      </p:cBhvr>
                                      <p:to x="100000" y="95000"/>
                                    </p:animScale>
                                    <p:animScale>
                                      <p:cBhvr>
                                        <p:cTn id="59" dur="166" decel="50000">
                                          <p:stCondLst>
                                            <p:cond delay="1834"/>
                                          </p:stCondLst>
                                        </p:cTn>
                                        <p:tgtEl>
                                          <p:spTgt spid="3">
                                            <p:txEl>
                                              <p:pRg st="2" end="2"/>
                                            </p:txEl>
                                          </p:spTgt>
                                        </p:tgtEl>
                                      </p:cBhvr>
                                      <p:to x="100000" y="100000"/>
                                    </p:animScale>
                                  </p:childTnLst>
                                </p:cTn>
                              </p:par>
                              <p:par>
                                <p:cTn id="60" presetID="26" presetClass="entr" presetSubtype="0" fill="hold" nodeType="withEffect">
                                  <p:stCondLst>
                                    <p:cond delay="0"/>
                                  </p:stCondLst>
                                  <p:childTnLst>
                                    <p:set>
                                      <p:cBhvr>
                                        <p:cTn id="61" dur="1" fill="hold">
                                          <p:stCondLst>
                                            <p:cond delay="0"/>
                                          </p:stCondLst>
                                        </p:cTn>
                                        <p:tgtEl>
                                          <p:spTgt spid="3">
                                            <p:txEl>
                                              <p:pRg st="3" end="3"/>
                                            </p:txEl>
                                          </p:spTgt>
                                        </p:tgtEl>
                                        <p:attrNameLst>
                                          <p:attrName>style.visibility</p:attrName>
                                        </p:attrNameLst>
                                      </p:cBhvr>
                                      <p:to>
                                        <p:strVal val="visible"/>
                                      </p:to>
                                    </p:set>
                                    <p:animEffect transition="in" filter="wipe(down)">
                                      <p:cBhvr>
                                        <p:cTn id="62" dur="580">
                                          <p:stCondLst>
                                            <p:cond delay="0"/>
                                          </p:stCondLst>
                                        </p:cTn>
                                        <p:tgtEl>
                                          <p:spTgt spid="3">
                                            <p:txEl>
                                              <p:pRg st="3" end="3"/>
                                            </p:txEl>
                                          </p:spTgt>
                                        </p:tgtEl>
                                      </p:cBhvr>
                                    </p:animEffect>
                                    <p:anim calcmode="lin" valueType="num">
                                      <p:cBhvr>
                                        <p:cTn id="63"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8" dur="26">
                                          <p:stCondLst>
                                            <p:cond delay="650"/>
                                          </p:stCondLst>
                                        </p:cTn>
                                        <p:tgtEl>
                                          <p:spTgt spid="3">
                                            <p:txEl>
                                              <p:pRg st="3" end="3"/>
                                            </p:txEl>
                                          </p:spTgt>
                                        </p:tgtEl>
                                      </p:cBhvr>
                                      <p:to x="100000" y="60000"/>
                                    </p:animScale>
                                    <p:animScale>
                                      <p:cBhvr>
                                        <p:cTn id="69" dur="166" decel="50000">
                                          <p:stCondLst>
                                            <p:cond delay="676"/>
                                          </p:stCondLst>
                                        </p:cTn>
                                        <p:tgtEl>
                                          <p:spTgt spid="3">
                                            <p:txEl>
                                              <p:pRg st="3" end="3"/>
                                            </p:txEl>
                                          </p:spTgt>
                                        </p:tgtEl>
                                      </p:cBhvr>
                                      <p:to x="100000" y="100000"/>
                                    </p:animScale>
                                    <p:animScale>
                                      <p:cBhvr>
                                        <p:cTn id="70" dur="26">
                                          <p:stCondLst>
                                            <p:cond delay="1312"/>
                                          </p:stCondLst>
                                        </p:cTn>
                                        <p:tgtEl>
                                          <p:spTgt spid="3">
                                            <p:txEl>
                                              <p:pRg st="3" end="3"/>
                                            </p:txEl>
                                          </p:spTgt>
                                        </p:tgtEl>
                                      </p:cBhvr>
                                      <p:to x="100000" y="80000"/>
                                    </p:animScale>
                                    <p:animScale>
                                      <p:cBhvr>
                                        <p:cTn id="71" dur="166" decel="50000">
                                          <p:stCondLst>
                                            <p:cond delay="1338"/>
                                          </p:stCondLst>
                                        </p:cTn>
                                        <p:tgtEl>
                                          <p:spTgt spid="3">
                                            <p:txEl>
                                              <p:pRg st="3" end="3"/>
                                            </p:txEl>
                                          </p:spTgt>
                                        </p:tgtEl>
                                      </p:cBhvr>
                                      <p:to x="100000" y="100000"/>
                                    </p:animScale>
                                    <p:animScale>
                                      <p:cBhvr>
                                        <p:cTn id="72" dur="26">
                                          <p:stCondLst>
                                            <p:cond delay="1642"/>
                                          </p:stCondLst>
                                        </p:cTn>
                                        <p:tgtEl>
                                          <p:spTgt spid="3">
                                            <p:txEl>
                                              <p:pRg st="3" end="3"/>
                                            </p:txEl>
                                          </p:spTgt>
                                        </p:tgtEl>
                                      </p:cBhvr>
                                      <p:to x="100000" y="90000"/>
                                    </p:animScale>
                                    <p:animScale>
                                      <p:cBhvr>
                                        <p:cTn id="73" dur="166" decel="50000">
                                          <p:stCondLst>
                                            <p:cond delay="1668"/>
                                          </p:stCondLst>
                                        </p:cTn>
                                        <p:tgtEl>
                                          <p:spTgt spid="3">
                                            <p:txEl>
                                              <p:pRg st="3" end="3"/>
                                            </p:txEl>
                                          </p:spTgt>
                                        </p:tgtEl>
                                      </p:cBhvr>
                                      <p:to x="100000" y="100000"/>
                                    </p:animScale>
                                    <p:animScale>
                                      <p:cBhvr>
                                        <p:cTn id="74" dur="26">
                                          <p:stCondLst>
                                            <p:cond delay="1808"/>
                                          </p:stCondLst>
                                        </p:cTn>
                                        <p:tgtEl>
                                          <p:spTgt spid="3">
                                            <p:txEl>
                                              <p:pRg st="3" end="3"/>
                                            </p:txEl>
                                          </p:spTgt>
                                        </p:tgtEl>
                                      </p:cBhvr>
                                      <p:to x="100000" y="95000"/>
                                    </p:animScale>
                                    <p:animScale>
                                      <p:cBhvr>
                                        <p:cTn id="75" dur="166" decel="50000">
                                          <p:stCondLst>
                                            <p:cond delay="1834"/>
                                          </p:stCondLst>
                                        </p:cTn>
                                        <p:tgtEl>
                                          <p:spTgt spid="3">
                                            <p:txEl>
                                              <p:pRg st="3" end="3"/>
                                            </p:txEl>
                                          </p:spTgt>
                                        </p:tgtEl>
                                      </p:cBhvr>
                                      <p:to x="100000" y="100000"/>
                                    </p:animScale>
                                  </p:childTnLst>
                                </p:cTn>
                              </p:par>
                              <p:par>
                                <p:cTn id="76" presetID="26" presetClass="entr" presetSubtype="0" fill="hold" nodeType="withEffect">
                                  <p:stCondLst>
                                    <p:cond delay="0"/>
                                  </p:stCondLst>
                                  <p:childTnLst>
                                    <p:set>
                                      <p:cBhvr>
                                        <p:cTn id="77" dur="1" fill="hold">
                                          <p:stCondLst>
                                            <p:cond delay="0"/>
                                          </p:stCondLst>
                                        </p:cTn>
                                        <p:tgtEl>
                                          <p:spTgt spid="3">
                                            <p:txEl>
                                              <p:pRg st="4" end="4"/>
                                            </p:txEl>
                                          </p:spTgt>
                                        </p:tgtEl>
                                        <p:attrNameLst>
                                          <p:attrName>style.visibility</p:attrName>
                                        </p:attrNameLst>
                                      </p:cBhvr>
                                      <p:to>
                                        <p:strVal val="visible"/>
                                      </p:to>
                                    </p:set>
                                    <p:animEffect transition="in" filter="wipe(down)">
                                      <p:cBhvr>
                                        <p:cTn id="78" dur="580">
                                          <p:stCondLst>
                                            <p:cond delay="0"/>
                                          </p:stCondLst>
                                        </p:cTn>
                                        <p:tgtEl>
                                          <p:spTgt spid="3">
                                            <p:txEl>
                                              <p:pRg st="4" end="4"/>
                                            </p:txEl>
                                          </p:spTgt>
                                        </p:tgtEl>
                                      </p:cBhvr>
                                    </p:animEffect>
                                    <p:anim calcmode="lin" valueType="num">
                                      <p:cBhvr>
                                        <p:cTn id="79"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0"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1"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2"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3"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4" dur="26">
                                          <p:stCondLst>
                                            <p:cond delay="650"/>
                                          </p:stCondLst>
                                        </p:cTn>
                                        <p:tgtEl>
                                          <p:spTgt spid="3">
                                            <p:txEl>
                                              <p:pRg st="4" end="4"/>
                                            </p:txEl>
                                          </p:spTgt>
                                        </p:tgtEl>
                                      </p:cBhvr>
                                      <p:to x="100000" y="60000"/>
                                    </p:animScale>
                                    <p:animScale>
                                      <p:cBhvr>
                                        <p:cTn id="85" dur="166" decel="50000">
                                          <p:stCondLst>
                                            <p:cond delay="676"/>
                                          </p:stCondLst>
                                        </p:cTn>
                                        <p:tgtEl>
                                          <p:spTgt spid="3">
                                            <p:txEl>
                                              <p:pRg st="4" end="4"/>
                                            </p:txEl>
                                          </p:spTgt>
                                        </p:tgtEl>
                                      </p:cBhvr>
                                      <p:to x="100000" y="100000"/>
                                    </p:animScale>
                                    <p:animScale>
                                      <p:cBhvr>
                                        <p:cTn id="86" dur="26">
                                          <p:stCondLst>
                                            <p:cond delay="1312"/>
                                          </p:stCondLst>
                                        </p:cTn>
                                        <p:tgtEl>
                                          <p:spTgt spid="3">
                                            <p:txEl>
                                              <p:pRg st="4" end="4"/>
                                            </p:txEl>
                                          </p:spTgt>
                                        </p:tgtEl>
                                      </p:cBhvr>
                                      <p:to x="100000" y="80000"/>
                                    </p:animScale>
                                    <p:animScale>
                                      <p:cBhvr>
                                        <p:cTn id="87" dur="166" decel="50000">
                                          <p:stCondLst>
                                            <p:cond delay="1338"/>
                                          </p:stCondLst>
                                        </p:cTn>
                                        <p:tgtEl>
                                          <p:spTgt spid="3">
                                            <p:txEl>
                                              <p:pRg st="4" end="4"/>
                                            </p:txEl>
                                          </p:spTgt>
                                        </p:tgtEl>
                                      </p:cBhvr>
                                      <p:to x="100000" y="100000"/>
                                    </p:animScale>
                                    <p:animScale>
                                      <p:cBhvr>
                                        <p:cTn id="88" dur="26">
                                          <p:stCondLst>
                                            <p:cond delay="1642"/>
                                          </p:stCondLst>
                                        </p:cTn>
                                        <p:tgtEl>
                                          <p:spTgt spid="3">
                                            <p:txEl>
                                              <p:pRg st="4" end="4"/>
                                            </p:txEl>
                                          </p:spTgt>
                                        </p:tgtEl>
                                      </p:cBhvr>
                                      <p:to x="100000" y="90000"/>
                                    </p:animScale>
                                    <p:animScale>
                                      <p:cBhvr>
                                        <p:cTn id="89" dur="166" decel="50000">
                                          <p:stCondLst>
                                            <p:cond delay="1668"/>
                                          </p:stCondLst>
                                        </p:cTn>
                                        <p:tgtEl>
                                          <p:spTgt spid="3">
                                            <p:txEl>
                                              <p:pRg st="4" end="4"/>
                                            </p:txEl>
                                          </p:spTgt>
                                        </p:tgtEl>
                                      </p:cBhvr>
                                      <p:to x="100000" y="100000"/>
                                    </p:animScale>
                                    <p:animScale>
                                      <p:cBhvr>
                                        <p:cTn id="90" dur="26">
                                          <p:stCondLst>
                                            <p:cond delay="1808"/>
                                          </p:stCondLst>
                                        </p:cTn>
                                        <p:tgtEl>
                                          <p:spTgt spid="3">
                                            <p:txEl>
                                              <p:pRg st="4" end="4"/>
                                            </p:txEl>
                                          </p:spTgt>
                                        </p:tgtEl>
                                      </p:cBhvr>
                                      <p:to x="100000" y="95000"/>
                                    </p:animScale>
                                    <p:animScale>
                                      <p:cBhvr>
                                        <p:cTn id="91" dur="166" decel="50000">
                                          <p:stCondLst>
                                            <p:cond delay="1834"/>
                                          </p:stCondLst>
                                        </p:cTn>
                                        <p:tgtEl>
                                          <p:spTgt spid="3">
                                            <p:txEl>
                                              <p:pRg st="4" end="4"/>
                                            </p:txEl>
                                          </p:spTgt>
                                        </p:tgtEl>
                                      </p:cBhvr>
                                      <p:to x="100000" y="100000"/>
                                    </p:animScale>
                                  </p:childTnLst>
                                </p:cTn>
                              </p:par>
                              <p:par>
                                <p:cTn id="92" presetID="26" presetClass="entr" presetSubtype="0" fill="hold" nodeType="withEffect">
                                  <p:stCondLst>
                                    <p:cond delay="0"/>
                                  </p:stCondLst>
                                  <p:childTnLst>
                                    <p:set>
                                      <p:cBhvr>
                                        <p:cTn id="93" dur="1" fill="hold">
                                          <p:stCondLst>
                                            <p:cond delay="0"/>
                                          </p:stCondLst>
                                        </p:cTn>
                                        <p:tgtEl>
                                          <p:spTgt spid="3">
                                            <p:txEl>
                                              <p:pRg st="5" end="5"/>
                                            </p:txEl>
                                          </p:spTgt>
                                        </p:tgtEl>
                                        <p:attrNameLst>
                                          <p:attrName>style.visibility</p:attrName>
                                        </p:attrNameLst>
                                      </p:cBhvr>
                                      <p:to>
                                        <p:strVal val="visible"/>
                                      </p:to>
                                    </p:set>
                                    <p:animEffect transition="in" filter="wipe(down)">
                                      <p:cBhvr>
                                        <p:cTn id="94" dur="580">
                                          <p:stCondLst>
                                            <p:cond delay="0"/>
                                          </p:stCondLst>
                                        </p:cTn>
                                        <p:tgtEl>
                                          <p:spTgt spid="3">
                                            <p:txEl>
                                              <p:pRg st="5" end="5"/>
                                            </p:txEl>
                                          </p:spTgt>
                                        </p:tgtEl>
                                      </p:cBhvr>
                                    </p:animEffect>
                                    <p:anim calcmode="lin" valueType="num">
                                      <p:cBhvr>
                                        <p:cTn id="95"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6"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97"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98"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99"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00" dur="26">
                                          <p:stCondLst>
                                            <p:cond delay="650"/>
                                          </p:stCondLst>
                                        </p:cTn>
                                        <p:tgtEl>
                                          <p:spTgt spid="3">
                                            <p:txEl>
                                              <p:pRg st="5" end="5"/>
                                            </p:txEl>
                                          </p:spTgt>
                                        </p:tgtEl>
                                      </p:cBhvr>
                                      <p:to x="100000" y="60000"/>
                                    </p:animScale>
                                    <p:animScale>
                                      <p:cBhvr>
                                        <p:cTn id="101" dur="166" decel="50000">
                                          <p:stCondLst>
                                            <p:cond delay="676"/>
                                          </p:stCondLst>
                                        </p:cTn>
                                        <p:tgtEl>
                                          <p:spTgt spid="3">
                                            <p:txEl>
                                              <p:pRg st="5" end="5"/>
                                            </p:txEl>
                                          </p:spTgt>
                                        </p:tgtEl>
                                      </p:cBhvr>
                                      <p:to x="100000" y="100000"/>
                                    </p:animScale>
                                    <p:animScale>
                                      <p:cBhvr>
                                        <p:cTn id="102" dur="26">
                                          <p:stCondLst>
                                            <p:cond delay="1312"/>
                                          </p:stCondLst>
                                        </p:cTn>
                                        <p:tgtEl>
                                          <p:spTgt spid="3">
                                            <p:txEl>
                                              <p:pRg st="5" end="5"/>
                                            </p:txEl>
                                          </p:spTgt>
                                        </p:tgtEl>
                                      </p:cBhvr>
                                      <p:to x="100000" y="80000"/>
                                    </p:animScale>
                                    <p:animScale>
                                      <p:cBhvr>
                                        <p:cTn id="103" dur="166" decel="50000">
                                          <p:stCondLst>
                                            <p:cond delay="1338"/>
                                          </p:stCondLst>
                                        </p:cTn>
                                        <p:tgtEl>
                                          <p:spTgt spid="3">
                                            <p:txEl>
                                              <p:pRg st="5" end="5"/>
                                            </p:txEl>
                                          </p:spTgt>
                                        </p:tgtEl>
                                      </p:cBhvr>
                                      <p:to x="100000" y="100000"/>
                                    </p:animScale>
                                    <p:animScale>
                                      <p:cBhvr>
                                        <p:cTn id="104" dur="26">
                                          <p:stCondLst>
                                            <p:cond delay="1642"/>
                                          </p:stCondLst>
                                        </p:cTn>
                                        <p:tgtEl>
                                          <p:spTgt spid="3">
                                            <p:txEl>
                                              <p:pRg st="5" end="5"/>
                                            </p:txEl>
                                          </p:spTgt>
                                        </p:tgtEl>
                                      </p:cBhvr>
                                      <p:to x="100000" y="90000"/>
                                    </p:animScale>
                                    <p:animScale>
                                      <p:cBhvr>
                                        <p:cTn id="105" dur="166" decel="50000">
                                          <p:stCondLst>
                                            <p:cond delay="1668"/>
                                          </p:stCondLst>
                                        </p:cTn>
                                        <p:tgtEl>
                                          <p:spTgt spid="3">
                                            <p:txEl>
                                              <p:pRg st="5" end="5"/>
                                            </p:txEl>
                                          </p:spTgt>
                                        </p:tgtEl>
                                      </p:cBhvr>
                                      <p:to x="100000" y="100000"/>
                                    </p:animScale>
                                    <p:animScale>
                                      <p:cBhvr>
                                        <p:cTn id="106" dur="26">
                                          <p:stCondLst>
                                            <p:cond delay="1808"/>
                                          </p:stCondLst>
                                        </p:cTn>
                                        <p:tgtEl>
                                          <p:spTgt spid="3">
                                            <p:txEl>
                                              <p:pRg st="5" end="5"/>
                                            </p:txEl>
                                          </p:spTgt>
                                        </p:tgtEl>
                                      </p:cBhvr>
                                      <p:to x="100000" y="95000"/>
                                    </p:animScale>
                                    <p:animScale>
                                      <p:cBhvr>
                                        <p:cTn id="107" dur="166" decel="50000">
                                          <p:stCondLst>
                                            <p:cond delay="1834"/>
                                          </p:stCondLst>
                                        </p:cTn>
                                        <p:tgtEl>
                                          <p:spTgt spid="3">
                                            <p:txEl>
                                              <p:pRg st="5" end="5"/>
                                            </p:txEl>
                                          </p:spTgt>
                                        </p:tgtEl>
                                      </p:cBhvr>
                                      <p:to x="100000" y="100000"/>
                                    </p:animScale>
                                  </p:childTnLst>
                                </p:cTn>
                              </p:par>
                              <p:par>
                                <p:cTn id="108" presetID="26" presetClass="entr" presetSubtype="0" fill="hold" nodeType="withEffect">
                                  <p:stCondLst>
                                    <p:cond delay="0"/>
                                  </p:stCondLst>
                                  <p:childTnLst>
                                    <p:set>
                                      <p:cBhvr>
                                        <p:cTn id="109" dur="1" fill="hold">
                                          <p:stCondLst>
                                            <p:cond delay="0"/>
                                          </p:stCondLst>
                                        </p:cTn>
                                        <p:tgtEl>
                                          <p:spTgt spid="3">
                                            <p:txEl>
                                              <p:pRg st="6" end="6"/>
                                            </p:txEl>
                                          </p:spTgt>
                                        </p:tgtEl>
                                        <p:attrNameLst>
                                          <p:attrName>style.visibility</p:attrName>
                                        </p:attrNameLst>
                                      </p:cBhvr>
                                      <p:to>
                                        <p:strVal val="visible"/>
                                      </p:to>
                                    </p:set>
                                    <p:animEffect transition="in" filter="wipe(down)">
                                      <p:cBhvr>
                                        <p:cTn id="110" dur="580">
                                          <p:stCondLst>
                                            <p:cond delay="0"/>
                                          </p:stCondLst>
                                        </p:cTn>
                                        <p:tgtEl>
                                          <p:spTgt spid="3">
                                            <p:txEl>
                                              <p:pRg st="6" end="6"/>
                                            </p:txEl>
                                          </p:spTgt>
                                        </p:tgtEl>
                                      </p:cBhvr>
                                    </p:animEffect>
                                    <p:anim calcmode="lin" valueType="num">
                                      <p:cBhvr>
                                        <p:cTn id="111"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12"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13"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14"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15"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16" dur="26">
                                          <p:stCondLst>
                                            <p:cond delay="650"/>
                                          </p:stCondLst>
                                        </p:cTn>
                                        <p:tgtEl>
                                          <p:spTgt spid="3">
                                            <p:txEl>
                                              <p:pRg st="6" end="6"/>
                                            </p:txEl>
                                          </p:spTgt>
                                        </p:tgtEl>
                                      </p:cBhvr>
                                      <p:to x="100000" y="60000"/>
                                    </p:animScale>
                                    <p:animScale>
                                      <p:cBhvr>
                                        <p:cTn id="117" dur="166" decel="50000">
                                          <p:stCondLst>
                                            <p:cond delay="676"/>
                                          </p:stCondLst>
                                        </p:cTn>
                                        <p:tgtEl>
                                          <p:spTgt spid="3">
                                            <p:txEl>
                                              <p:pRg st="6" end="6"/>
                                            </p:txEl>
                                          </p:spTgt>
                                        </p:tgtEl>
                                      </p:cBhvr>
                                      <p:to x="100000" y="100000"/>
                                    </p:animScale>
                                    <p:animScale>
                                      <p:cBhvr>
                                        <p:cTn id="118" dur="26">
                                          <p:stCondLst>
                                            <p:cond delay="1312"/>
                                          </p:stCondLst>
                                        </p:cTn>
                                        <p:tgtEl>
                                          <p:spTgt spid="3">
                                            <p:txEl>
                                              <p:pRg st="6" end="6"/>
                                            </p:txEl>
                                          </p:spTgt>
                                        </p:tgtEl>
                                      </p:cBhvr>
                                      <p:to x="100000" y="80000"/>
                                    </p:animScale>
                                    <p:animScale>
                                      <p:cBhvr>
                                        <p:cTn id="119" dur="166" decel="50000">
                                          <p:stCondLst>
                                            <p:cond delay="1338"/>
                                          </p:stCondLst>
                                        </p:cTn>
                                        <p:tgtEl>
                                          <p:spTgt spid="3">
                                            <p:txEl>
                                              <p:pRg st="6" end="6"/>
                                            </p:txEl>
                                          </p:spTgt>
                                        </p:tgtEl>
                                      </p:cBhvr>
                                      <p:to x="100000" y="100000"/>
                                    </p:animScale>
                                    <p:animScale>
                                      <p:cBhvr>
                                        <p:cTn id="120" dur="26">
                                          <p:stCondLst>
                                            <p:cond delay="1642"/>
                                          </p:stCondLst>
                                        </p:cTn>
                                        <p:tgtEl>
                                          <p:spTgt spid="3">
                                            <p:txEl>
                                              <p:pRg st="6" end="6"/>
                                            </p:txEl>
                                          </p:spTgt>
                                        </p:tgtEl>
                                      </p:cBhvr>
                                      <p:to x="100000" y="90000"/>
                                    </p:animScale>
                                    <p:animScale>
                                      <p:cBhvr>
                                        <p:cTn id="121" dur="166" decel="50000">
                                          <p:stCondLst>
                                            <p:cond delay="1668"/>
                                          </p:stCondLst>
                                        </p:cTn>
                                        <p:tgtEl>
                                          <p:spTgt spid="3">
                                            <p:txEl>
                                              <p:pRg st="6" end="6"/>
                                            </p:txEl>
                                          </p:spTgt>
                                        </p:tgtEl>
                                      </p:cBhvr>
                                      <p:to x="100000" y="100000"/>
                                    </p:animScale>
                                    <p:animScale>
                                      <p:cBhvr>
                                        <p:cTn id="122" dur="26">
                                          <p:stCondLst>
                                            <p:cond delay="1808"/>
                                          </p:stCondLst>
                                        </p:cTn>
                                        <p:tgtEl>
                                          <p:spTgt spid="3">
                                            <p:txEl>
                                              <p:pRg st="6" end="6"/>
                                            </p:txEl>
                                          </p:spTgt>
                                        </p:tgtEl>
                                      </p:cBhvr>
                                      <p:to x="100000" y="95000"/>
                                    </p:animScale>
                                    <p:animScale>
                                      <p:cBhvr>
                                        <p:cTn id="123" dur="166" decel="50000">
                                          <p:stCondLst>
                                            <p:cond delay="1834"/>
                                          </p:stCondLst>
                                        </p:cTn>
                                        <p:tgtEl>
                                          <p:spTgt spid="3">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Performance testing</a:t>
            </a:r>
            <a:r>
              <a:rPr lang="en-ZA" dirty="0">
                <a:effectLst/>
              </a:rPr>
              <a:t/>
            </a:r>
            <a:br>
              <a:rPr lang="en-ZA" dirty="0">
                <a:effectLst/>
              </a:rPr>
            </a:br>
            <a:endParaRPr lang="en-ZA" dirty="0"/>
          </a:p>
        </p:txBody>
      </p:sp>
      <p:sp>
        <p:nvSpPr>
          <p:cNvPr id="3" name="Content Placeholder 2"/>
          <p:cNvSpPr>
            <a:spLocks noGrp="1"/>
          </p:cNvSpPr>
          <p:nvPr>
            <p:ph idx="1"/>
          </p:nvPr>
        </p:nvSpPr>
        <p:spPr/>
        <p:txBody>
          <a:bodyPr>
            <a:normAutofit fontScale="62500" lnSpcReduction="20000"/>
          </a:bodyPr>
          <a:lstStyle/>
          <a:p>
            <a:pPr marL="0" indent="0">
              <a:buNone/>
            </a:pPr>
            <a:r>
              <a:rPr lang="en-US" i="1" dirty="0">
                <a:effectLst/>
              </a:rPr>
              <a:t>Test Objective:	</a:t>
            </a:r>
            <a:endParaRPr lang="en-ZA" dirty="0">
              <a:effectLst/>
            </a:endParaRPr>
          </a:p>
          <a:p>
            <a:pPr>
              <a:buFont typeface="Wingdings" panose="05000000000000000000" pitchFamily="2" charset="2"/>
              <a:buChar char="Ø"/>
            </a:pPr>
            <a:r>
              <a:rPr lang="en-US" i="1" dirty="0">
                <a:effectLst/>
              </a:rPr>
              <a:t>Validate System Response time for designated transactions or business functions under the following two conditions:</a:t>
            </a:r>
            <a:endParaRPr lang="en-ZA" dirty="0">
              <a:effectLst/>
            </a:endParaRPr>
          </a:p>
          <a:p>
            <a:pPr lvl="1">
              <a:buFont typeface="Wingdings" panose="05000000000000000000" pitchFamily="2" charset="2"/>
              <a:buChar char="Ø"/>
            </a:pPr>
            <a:r>
              <a:rPr lang="en-US" i="1" dirty="0">
                <a:effectLst/>
              </a:rPr>
              <a:t>- Normal anticipated volume</a:t>
            </a:r>
            <a:endParaRPr lang="en-ZA" dirty="0">
              <a:effectLst/>
            </a:endParaRPr>
          </a:p>
          <a:p>
            <a:pPr lvl="1">
              <a:buFont typeface="Wingdings" panose="05000000000000000000" pitchFamily="2" charset="2"/>
              <a:buChar char="Ø"/>
            </a:pPr>
            <a:r>
              <a:rPr lang="en-US" i="1" dirty="0">
                <a:effectLst/>
              </a:rPr>
              <a:t>- anticipated worse case </a:t>
            </a:r>
            <a:r>
              <a:rPr lang="en-US" i="1" dirty="0" smtClean="0">
                <a:effectLst/>
              </a:rPr>
              <a:t>volume</a:t>
            </a:r>
            <a:endParaRPr lang="en-ZA" dirty="0">
              <a:effectLst/>
            </a:endParaRPr>
          </a:p>
          <a:p>
            <a:pPr marL="0" indent="0">
              <a:buNone/>
            </a:pPr>
            <a:r>
              <a:rPr lang="en-US" i="1" dirty="0">
                <a:effectLst/>
              </a:rPr>
              <a:t>Technique:	</a:t>
            </a:r>
            <a:endParaRPr lang="en-ZA" dirty="0">
              <a:effectLst/>
            </a:endParaRPr>
          </a:p>
          <a:p>
            <a:pPr>
              <a:buFont typeface="Wingdings" panose="05000000000000000000" pitchFamily="2" charset="2"/>
              <a:buChar char="Ø"/>
            </a:pPr>
            <a:r>
              <a:rPr lang="en-US" i="1" dirty="0">
                <a:effectLst/>
              </a:rPr>
              <a:t>Use Test Scripts developed for Business Model Testing (System Testing).</a:t>
            </a:r>
            <a:endParaRPr lang="en-ZA" dirty="0">
              <a:effectLst/>
            </a:endParaRPr>
          </a:p>
          <a:p>
            <a:pPr>
              <a:buFont typeface="Wingdings" panose="05000000000000000000" pitchFamily="2" charset="2"/>
              <a:buChar char="Ø"/>
            </a:pPr>
            <a:r>
              <a:rPr lang="en-US" i="1" dirty="0">
                <a:effectLst/>
              </a:rPr>
              <a:t>Modify data files (to increase the number of transactions) or modify scripts to increase the number of iterations each transaction occurs.</a:t>
            </a:r>
            <a:endParaRPr lang="en-ZA" dirty="0">
              <a:effectLst/>
            </a:endParaRPr>
          </a:p>
          <a:p>
            <a:pPr>
              <a:buFont typeface="Wingdings" panose="05000000000000000000" pitchFamily="2" charset="2"/>
              <a:buChar char="Ø"/>
            </a:pPr>
            <a:r>
              <a:rPr lang="en-US" i="1" dirty="0">
                <a:effectLst/>
              </a:rPr>
              <a:t>Scripts should be run on one machine (best case to benchmark single user, single transaction) and be repeated with multiple clients (virtual or actual, see special considerations below).</a:t>
            </a:r>
            <a:endParaRPr lang="en-ZA" dirty="0">
              <a:effectLst/>
            </a:endParaRPr>
          </a:p>
          <a:p>
            <a:pPr marL="0" indent="0">
              <a:buNone/>
            </a:pPr>
            <a:r>
              <a:rPr lang="en-US" i="1" dirty="0">
                <a:effectLst/>
              </a:rPr>
              <a:t>Completion Criteria:	</a:t>
            </a:r>
            <a:endParaRPr lang="en-ZA" dirty="0">
              <a:effectLst/>
            </a:endParaRPr>
          </a:p>
          <a:p>
            <a:pPr>
              <a:buFont typeface="Wingdings" panose="05000000000000000000" pitchFamily="2" charset="2"/>
              <a:buChar char="Ø"/>
            </a:pPr>
            <a:r>
              <a:rPr lang="en-US" i="1" dirty="0">
                <a:effectLst/>
              </a:rPr>
              <a:t>Single Transaction: Successful completion of the test scripts without any failures and within the expected / required time allocation (per transaction)</a:t>
            </a:r>
            <a:endParaRPr lang="en-ZA" dirty="0">
              <a:effectLst/>
            </a:endParaRPr>
          </a:p>
          <a:p>
            <a:endParaRPr lang="en-ZA" dirty="0"/>
          </a:p>
        </p:txBody>
      </p:sp>
    </p:spTree>
    <p:extLst>
      <p:ext uri="{BB962C8B-B14F-4D97-AF65-F5344CB8AC3E}">
        <p14:creationId xmlns:p14="http://schemas.microsoft.com/office/powerpoint/2010/main" val="328780639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80">
                                          <p:stCondLst>
                                            <p:cond delay="0"/>
                                          </p:stCondLst>
                                        </p:cTn>
                                        <p:tgtEl>
                                          <p:spTgt spid="3">
                                            <p:txEl>
                                              <p:pRg st="0" end="0"/>
                                            </p:txEl>
                                          </p:spTgt>
                                        </p:tgtEl>
                                      </p:cBhvr>
                                    </p:animEffect>
                                    <p:anim calcmode="lin" valueType="num">
                                      <p:cBhvr>
                                        <p:cTn id="15"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0" end="0"/>
                                            </p:txEl>
                                          </p:spTgt>
                                        </p:tgtEl>
                                      </p:cBhvr>
                                      <p:to x="100000" y="60000"/>
                                    </p:animScale>
                                    <p:animScale>
                                      <p:cBhvr>
                                        <p:cTn id="21" dur="166" decel="50000">
                                          <p:stCondLst>
                                            <p:cond delay="676"/>
                                          </p:stCondLst>
                                        </p:cTn>
                                        <p:tgtEl>
                                          <p:spTgt spid="3">
                                            <p:txEl>
                                              <p:pRg st="0" end="0"/>
                                            </p:txEl>
                                          </p:spTgt>
                                        </p:tgtEl>
                                      </p:cBhvr>
                                      <p:to x="100000" y="100000"/>
                                    </p:animScale>
                                    <p:animScale>
                                      <p:cBhvr>
                                        <p:cTn id="22" dur="26">
                                          <p:stCondLst>
                                            <p:cond delay="1312"/>
                                          </p:stCondLst>
                                        </p:cTn>
                                        <p:tgtEl>
                                          <p:spTgt spid="3">
                                            <p:txEl>
                                              <p:pRg st="0" end="0"/>
                                            </p:txEl>
                                          </p:spTgt>
                                        </p:tgtEl>
                                      </p:cBhvr>
                                      <p:to x="100000" y="80000"/>
                                    </p:animScale>
                                    <p:animScale>
                                      <p:cBhvr>
                                        <p:cTn id="23" dur="166" decel="50000">
                                          <p:stCondLst>
                                            <p:cond delay="1338"/>
                                          </p:stCondLst>
                                        </p:cTn>
                                        <p:tgtEl>
                                          <p:spTgt spid="3">
                                            <p:txEl>
                                              <p:pRg st="0" end="0"/>
                                            </p:txEl>
                                          </p:spTgt>
                                        </p:tgtEl>
                                      </p:cBhvr>
                                      <p:to x="100000" y="100000"/>
                                    </p:animScale>
                                    <p:animScale>
                                      <p:cBhvr>
                                        <p:cTn id="24" dur="26">
                                          <p:stCondLst>
                                            <p:cond delay="1642"/>
                                          </p:stCondLst>
                                        </p:cTn>
                                        <p:tgtEl>
                                          <p:spTgt spid="3">
                                            <p:txEl>
                                              <p:pRg st="0" end="0"/>
                                            </p:txEl>
                                          </p:spTgt>
                                        </p:tgtEl>
                                      </p:cBhvr>
                                      <p:to x="100000" y="90000"/>
                                    </p:animScale>
                                    <p:animScale>
                                      <p:cBhvr>
                                        <p:cTn id="25" dur="166" decel="50000">
                                          <p:stCondLst>
                                            <p:cond delay="1668"/>
                                          </p:stCondLst>
                                        </p:cTn>
                                        <p:tgtEl>
                                          <p:spTgt spid="3">
                                            <p:txEl>
                                              <p:pRg st="0" end="0"/>
                                            </p:txEl>
                                          </p:spTgt>
                                        </p:tgtEl>
                                      </p:cBhvr>
                                      <p:to x="100000" y="100000"/>
                                    </p:animScale>
                                    <p:animScale>
                                      <p:cBhvr>
                                        <p:cTn id="26" dur="26">
                                          <p:stCondLst>
                                            <p:cond delay="1808"/>
                                          </p:stCondLst>
                                        </p:cTn>
                                        <p:tgtEl>
                                          <p:spTgt spid="3">
                                            <p:txEl>
                                              <p:pRg st="0" end="0"/>
                                            </p:txEl>
                                          </p:spTgt>
                                        </p:tgtEl>
                                      </p:cBhvr>
                                      <p:to x="100000" y="95000"/>
                                    </p:animScale>
                                    <p:animScale>
                                      <p:cBhvr>
                                        <p:cTn id="27" dur="166" decel="50000">
                                          <p:stCondLst>
                                            <p:cond delay="1834"/>
                                          </p:stCondLst>
                                        </p:cTn>
                                        <p:tgtEl>
                                          <p:spTgt spid="3">
                                            <p:txEl>
                                              <p:pRg st="0" end="0"/>
                                            </p:txEl>
                                          </p:spTgt>
                                        </p:tgtEl>
                                      </p:cBhvr>
                                      <p:to x="100000" y="100000"/>
                                    </p:animScale>
                                  </p:childTnLst>
                                </p:cTn>
                              </p:par>
                              <p:par>
                                <p:cTn id="28" presetID="26" presetClass="entr" presetSubtype="0" fill="hold"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wipe(down)">
                                      <p:cBhvr>
                                        <p:cTn id="30" dur="580">
                                          <p:stCondLst>
                                            <p:cond delay="0"/>
                                          </p:stCondLst>
                                        </p:cTn>
                                        <p:tgtEl>
                                          <p:spTgt spid="3">
                                            <p:txEl>
                                              <p:pRg st="1" end="1"/>
                                            </p:txEl>
                                          </p:spTgt>
                                        </p:tgtEl>
                                      </p:cBhvr>
                                    </p:animEffect>
                                    <p:anim calcmode="lin" valueType="num">
                                      <p:cBhvr>
                                        <p:cTn id="31"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xEl>
                                              <p:pRg st="1" end="1"/>
                                            </p:txEl>
                                          </p:spTgt>
                                        </p:tgtEl>
                                      </p:cBhvr>
                                      <p:to x="100000" y="60000"/>
                                    </p:animScale>
                                    <p:animScale>
                                      <p:cBhvr>
                                        <p:cTn id="37" dur="166" decel="50000">
                                          <p:stCondLst>
                                            <p:cond delay="676"/>
                                          </p:stCondLst>
                                        </p:cTn>
                                        <p:tgtEl>
                                          <p:spTgt spid="3">
                                            <p:txEl>
                                              <p:pRg st="1" end="1"/>
                                            </p:txEl>
                                          </p:spTgt>
                                        </p:tgtEl>
                                      </p:cBhvr>
                                      <p:to x="100000" y="100000"/>
                                    </p:animScale>
                                    <p:animScale>
                                      <p:cBhvr>
                                        <p:cTn id="38" dur="26">
                                          <p:stCondLst>
                                            <p:cond delay="1312"/>
                                          </p:stCondLst>
                                        </p:cTn>
                                        <p:tgtEl>
                                          <p:spTgt spid="3">
                                            <p:txEl>
                                              <p:pRg st="1" end="1"/>
                                            </p:txEl>
                                          </p:spTgt>
                                        </p:tgtEl>
                                      </p:cBhvr>
                                      <p:to x="100000" y="80000"/>
                                    </p:animScale>
                                    <p:animScale>
                                      <p:cBhvr>
                                        <p:cTn id="39" dur="166" decel="50000">
                                          <p:stCondLst>
                                            <p:cond delay="1338"/>
                                          </p:stCondLst>
                                        </p:cTn>
                                        <p:tgtEl>
                                          <p:spTgt spid="3">
                                            <p:txEl>
                                              <p:pRg st="1" end="1"/>
                                            </p:txEl>
                                          </p:spTgt>
                                        </p:tgtEl>
                                      </p:cBhvr>
                                      <p:to x="100000" y="100000"/>
                                    </p:animScale>
                                    <p:animScale>
                                      <p:cBhvr>
                                        <p:cTn id="40" dur="26">
                                          <p:stCondLst>
                                            <p:cond delay="1642"/>
                                          </p:stCondLst>
                                        </p:cTn>
                                        <p:tgtEl>
                                          <p:spTgt spid="3">
                                            <p:txEl>
                                              <p:pRg st="1" end="1"/>
                                            </p:txEl>
                                          </p:spTgt>
                                        </p:tgtEl>
                                      </p:cBhvr>
                                      <p:to x="100000" y="90000"/>
                                    </p:animScale>
                                    <p:animScale>
                                      <p:cBhvr>
                                        <p:cTn id="41" dur="166" decel="50000">
                                          <p:stCondLst>
                                            <p:cond delay="1668"/>
                                          </p:stCondLst>
                                        </p:cTn>
                                        <p:tgtEl>
                                          <p:spTgt spid="3">
                                            <p:txEl>
                                              <p:pRg st="1" end="1"/>
                                            </p:txEl>
                                          </p:spTgt>
                                        </p:tgtEl>
                                      </p:cBhvr>
                                      <p:to x="100000" y="100000"/>
                                    </p:animScale>
                                    <p:animScale>
                                      <p:cBhvr>
                                        <p:cTn id="42" dur="26">
                                          <p:stCondLst>
                                            <p:cond delay="1808"/>
                                          </p:stCondLst>
                                        </p:cTn>
                                        <p:tgtEl>
                                          <p:spTgt spid="3">
                                            <p:txEl>
                                              <p:pRg st="1" end="1"/>
                                            </p:txEl>
                                          </p:spTgt>
                                        </p:tgtEl>
                                      </p:cBhvr>
                                      <p:to x="100000" y="95000"/>
                                    </p:animScale>
                                    <p:animScale>
                                      <p:cBhvr>
                                        <p:cTn id="43" dur="166" decel="50000">
                                          <p:stCondLst>
                                            <p:cond delay="1834"/>
                                          </p:stCondLst>
                                        </p:cTn>
                                        <p:tgtEl>
                                          <p:spTgt spid="3">
                                            <p:txEl>
                                              <p:pRg st="1" end="1"/>
                                            </p:txEl>
                                          </p:spTgt>
                                        </p:tgtEl>
                                      </p:cBhvr>
                                      <p:to x="100000" y="100000"/>
                                    </p:animScale>
                                  </p:childTnLst>
                                </p:cTn>
                              </p:par>
                              <p:par>
                                <p:cTn id="44" presetID="26" presetClass="entr" presetSubtype="0" fill="hold" nodeType="with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wipe(down)">
                                      <p:cBhvr>
                                        <p:cTn id="46" dur="580">
                                          <p:stCondLst>
                                            <p:cond delay="0"/>
                                          </p:stCondLst>
                                        </p:cTn>
                                        <p:tgtEl>
                                          <p:spTgt spid="3">
                                            <p:txEl>
                                              <p:pRg st="2" end="2"/>
                                            </p:txEl>
                                          </p:spTgt>
                                        </p:tgtEl>
                                      </p:cBhvr>
                                    </p:animEffect>
                                    <p:anim calcmode="lin" valueType="num">
                                      <p:cBhvr>
                                        <p:cTn id="47"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2" dur="26">
                                          <p:stCondLst>
                                            <p:cond delay="650"/>
                                          </p:stCondLst>
                                        </p:cTn>
                                        <p:tgtEl>
                                          <p:spTgt spid="3">
                                            <p:txEl>
                                              <p:pRg st="2" end="2"/>
                                            </p:txEl>
                                          </p:spTgt>
                                        </p:tgtEl>
                                      </p:cBhvr>
                                      <p:to x="100000" y="60000"/>
                                    </p:animScale>
                                    <p:animScale>
                                      <p:cBhvr>
                                        <p:cTn id="53" dur="166" decel="50000">
                                          <p:stCondLst>
                                            <p:cond delay="676"/>
                                          </p:stCondLst>
                                        </p:cTn>
                                        <p:tgtEl>
                                          <p:spTgt spid="3">
                                            <p:txEl>
                                              <p:pRg st="2" end="2"/>
                                            </p:txEl>
                                          </p:spTgt>
                                        </p:tgtEl>
                                      </p:cBhvr>
                                      <p:to x="100000" y="100000"/>
                                    </p:animScale>
                                    <p:animScale>
                                      <p:cBhvr>
                                        <p:cTn id="54" dur="26">
                                          <p:stCondLst>
                                            <p:cond delay="1312"/>
                                          </p:stCondLst>
                                        </p:cTn>
                                        <p:tgtEl>
                                          <p:spTgt spid="3">
                                            <p:txEl>
                                              <p:pRg st="2" end="2"/>
                                            </p:txEl>
                                          </p:spTgt>
                                        </p:tgtEl>
                                      </p:cBhvr>
                                      <p:to x="100000" y="80000"/>
                                    </p:animScale>
                                    <p:animScale>
                                      <p:cBhvr>
                                        <p:cTn id="55" dur="166" decel="50000">
                                          <p:stCondLst>
                                            <p:cond delay="1338"/>
                                          </p:stCondLst>
                                        </p:cTn>
                                        <p:tgtEl>
                                          <p:spTgt spid="3">
                                            <p:txEl>
                                              <p:pRg st="2" end="2"/>
                                            </p:txEl>
                                          </p:spTgt>
                                        </p:tgtEl>
                                      </p:cBhvr>
                                      <p:to x="100000" y="100000"/>
                                    </p:animScale>
                                    <p:animScale>
                                      <p:cBhvr>
                                        <p:cTn id="56" dur="26">
                                          <p:stCondLst>
                                            <p:cond delay="1642"/>
                                          </p:stCondLst>
                                        </p:cTn>
                                        <p:tgtEl>
                                          <p:spTgt spid="3">
                                            <p:txEl>
                                              <p:pRg st="2" end="2"/>
                                            </p:txEl>
                                          </p:spTgt>
                                        </p:tgtEl>
                                      </p:cBhvr>
                                      <p:to x="100000" y="90000"/>
                                    </p:animScale>
                                    <p:animScale>
                                      <p:cBhvr>
                                        <p:cTn id="57" dur="166" decel="50000">
                                          <p:stCondLst>
                                            <p:cond delay="1668"/>
                                          </p:stCondLst>
                                        </p:cTn>
                                        <p:tgtEl>
                                          <p:spTgt spid="3">
                                            <p:txEl>
                                              <p:pRg st="2" end="2"/>
                                            </p:txEl>
                                          </p:spTgt>
                                        </p:tgtEl>
                                      </p:cBhvr>
                                      <p:to x="100000" y="100000"/>
                                    </p:animScale>
                                    <p:animScale>
                                      <p:cBhvr>
                                        <p:cTn id="58" dur="26">
                                          <p:stCondLst>
                                            <p:cond delay="1808"/>
                                          </p:stCondLst>
                                        </p:cTn>
                                        <p:tgtEl>
                                          <p:spTgt spid="3">
                                            <p:txEl>
                                              <p:pRg st="2" end="2"/>
                                            </p:txEl>
                                          </p:spTgt>
                                        </p:tgtEl>
                                      </p:cBhvr>
                                      <p:to x="100000" y="95000"/>
                                    </p:animScale>
                                    <p:animScale>
                                      <p:cBhvr>
                                        <p:cTn id="59" dur="166" decel="50000">
                                          <p:stCondLst>
                                            <p:cond delay="1834"/>
                                          </p:stCondLst>
                                        </p:cTn>
                                        <p:tgtEl>
                                          <p:spTgt spid="3">
                                            <p:txEl>
                                              <p:pRg st="2" end="2"/>
                                            </p:txEl>
                                          </p:spTgt>
                                        </p:tgtEl>
                                      </p:cBhvr>
                                      <p:to x="100000" y="100000"/>
                                    </p:animScale>
                                  </p:childTnLst>
                                </p:cTn>
                              </p:par>
                              <p:par>
                                <p:cTn id="60" presetID="26" presetClass="entr" presetSubtype="0" fill="hold" nodeType="withEffect">
                                  <p:stCondLst>
                                    <p:cond delay="0"/>
                                  </p:stCondLst>
                                  <p:childTnLst>
                                    <p:set>
                                      <p:cBhvr>
                                        <p:cTn id="61" dur="1" fill="hold">
                                          <p:stCondLst>
                                            <p:cond delay="0"/>
                                          </p:stCondLst>
                                        </p:cTn>
                                        <p:tgtEl>
                                          <p:spTgt spid="3">
                                            <p:txEl>
                                              <p:pRg st="3" end="3"/>
                                            </p:txEl>
                                          </p:spTgt>
                                        </p:tgtEl>
                                        <p:attrNameLst>
                                          <p:attrName>style.visibility</p:attrName>
                                        </p:attrNameLst>
                                      </p:cBhvr>
                                      <p:to>
                                        <p:strVal val="visible"/>
                                      </p:to>
                                    </p:set>
                                    <p:animEffect transition="in" filter="wipe(down)">
                                      <p:cBhvr>
                                        <p:cTn id="62" dur="580">
                                          <p:stCondLst>
                                            <p:cond delay="0"/>
                                          </p:stCondLst>
                                        </p:cTn>
                                        <p:tgtEl>
                                          <p:spTgt spid="3">
                                            <p:txEl>
                                              <p:pRg st="3" end="3"/>
                                            </p:txEl>
                                          </p:spTgt>
                                        </p:tgtEl>
                                      </p:cBhvr>
                                    </p:animEffect>
                                    <p:anim calcmode="lin" valueType="num">
                                      <p:cBhvr>
                                        <p:cTn id="63"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8" dur="26">
                                          <p:stCondLst>
                                            <p:cond delay="650"/>
                                          </p:stCondLst>
                                        </p:cTn>
                                        <p:tgtEl>
                                          <p:spTgt spid="3">
                                            <p:txEl>
                                              <p:pRg st="3" end="3"/>
                                            </p:txEl>
                                          </p:spTgt>
                                        </p:tgtEl>
                                      </p:cBhvr>
                                      <p:to x="100000" y="60000"/>
                                    </p:animScale>
                                    <p:animScale>
                                      <p:cBhvr>
                                        <p:cTn id="69" dur="166" decel="50000">
                                          <p:stCondLst>
                                            <p:cond delay="676"/>
                                          </p:stCondLst>
                                        </p:cTn>
                                        <p:tgtEl>
                                          <p:spTgt spid="3">
                                            <p:txEl>
                                              <p:pRg st="3" end="3"/>
                                            </p:txEl>
                                          </p:spTgt>
                                        </p:tgtEl>
                                      </p:cBhvr>
                                      <p:to x="100000" y="100000"/>
                                    </p:animScale>
                                    <p:animScale>
                                      <p:cBhvr>
                                        <p:cTn id="70" dur="26">
                                          <p:stCondLst>
                                            <p:cond delay="1312"/>
                                          </p:stCondLst>
                                        </p:cTn>
                                        <p:tgtEl>
                                          <p:spTgt spid="3">
                                            <p:txEl>
                                              <p:pRg st="3" end="3"/>
                                            </p:txEl>
                                          </p:spTgt>
                                        </p:tgtEl>
                                      </p:cBhvr>
                                      <p:to x="100000" y="80000"/>
                                    </p:animScale>
                                    <p:animScale>
                                      <p:cBhvr>
                                        <p:cTn id="71" dur="166" decel="50000">
                                          <p:stCondLst>
                                            <p:cond delay="1338"/>
                                          </p:stCondLst>
                                        </p:cTn>
                                        <p:tgtEl>
                                          <p:spTgt spid="3">
                                            <p:txEl>
                                              <p:pRg st="3" end="3"/>
                                            </p:txEl>
                                          </p:spTgt>
                                        </p:tgtEl>
                                      </p:cBhvr>
                                      <p:to x="100000" y="100000"/>
                                    </p:animScale>
                                    <p:animScale>
                                      <p:cBhvr>
                                        <p:cTn id="72" dur="26">
                                          <p:stCondLst>
                                            <p:cond delay="1642"/>
                                          </p:stCondLst>
                                        </p:cTn>
                                        <p:tgtEl>
                                          <p:spTgt spid="3">
                                            <p:txEl>
                                              <p:pRg st="3" end="3"/>
                                            </p:txEl>
                                          </p:spTgt>
                                        </p:tgtEl>
                                      </p:cBhvr>
                                      <p:to x="100000" y="90000"/>
                                    </p:animScale>
                                    <p:animScale>
                                      <p:cBhvr>
                                        <p:cTn id="73" dur="166" decel="50000">
                                          <p:stCondLst>
                                            <p:cond delay="1668"/>
                                          </p:stCondLst>
                                        </p:cTn>
                                        <p:tgtEl>
                                          <p:spTgt spid="3">
                                            <p:txEl>
                                              <p:pRg st="3" end="3"/>
                                            </p:txEl>
                                          </p:spTgt>
                                        </p:tgtEl>
                                      </p:cBhvr>
                                      <p:to x="100000" y="100000"/>
                                    </p:animScale>
                                    <p:animScale>
                                      <p:cBhvr>
                                        <p:cTn id="74" dur="26">
                                          <p:stCondLst>
                                            <p:cond delay="1808"/>
                                          </p:stCondLst>
                                        </p:cTn>
                                        <p:tgtEl>
                                          <p:spTgt spid="3">
                                            <p:txEl>
                                              <p:pRg st="3" end="3"/>
                                            </p:txEl>
                                          </p:spTgt>
                                        </p:tgtEl>
                                      </p:cBhvr>
                                      <p:to x="100000" y="95000"/>
                                    </p:animScale>
                                    <p:animScale>
                                      <p:cBhvr>
                                        <p:cTn id="75" dur="166" decel="50000">
                                          <p:stCondLst>
                                            <p:cond delay="1834"/>
                                          </p:stCondLst>
                                        </p:cTn>
                                        <p:tgtEl>
                                          <p:spTgt spid="3">
                                            <p:txEl>
                                              <p:pRg st="3" end="3"/>
                                            </p:txEl>
                                          </p:spTgt>
                                        </p:tgtEl>
                                      </p:cBhvr>
                                      <p:to x="100000" y="100000"/>
                                    </p:animScale>
                                  </p:childTnLst>
                                </p:cTn>
                              </p:par>
                              <p:par>
                                <p:cTn id="76" presetID="26" presetClass="entr" presetSubtype="0" fill="hold" nodeType="withEffect">
                                  <p:stCondLst>
                                    <p:cond delay="0"/>
                                  </p:stCondLst>
                                  <p:childTnLst>
                                    <p:set>
                                      <p:cBhvr>
                                        <p:cTn id="77" dur="1" fill="hold">
                                          <p:stCondLst>
                                            <p:cond delay="0"/>
                                          </p:stCondLst>
                                        </p:cTn>
                                        <p:tgtEl>
                                          <p:spTgt spid="3">
                                            <p:txEl>
                                              <p:pRg st="4" end="4"/>
                                            </p:txEl>
                                          </p:spTgt>
                                        </p:tgtEl>
                                        <p:attrNameLst>
                                          <p:attrName>style.visibility</p:attrName>
                                        </p:attrNameLst>
                                      </p:cBhvr>
                                      <p:to>
                                        <p:strVal val="visible"/>
                                      </p:to>
                                    </p:set>
                                    <p:animEffect transition="in" filter="wipe(down)">
                                      <p:cBhvr>
                                        <p:cTn id="78" dur="580">
                                          <p:stCondLst>
                                            <p:cond delay="0"/>
                                          </p:stCondLst>
                                        </p:cTn>
                                        <p:tgtEl>
                                          <p:spTgt spid="3">
                                            <p:txEl>
                                              <p:pRg st="4" end="4"/>
                                            </p:txEl>
                                          </p:spTgt>
                                        </p:tgtEl>
                                      </p:cBhvr>
                                    </p:animEffect>
                                    <p:anim calcmode="lin" valueType="num">
                                      <p:cBhvr>
                                        <p:cTn id="79"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0"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81"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82"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3"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4" dur="26">
                                          <p:stCondLst>
                                            <p:cond delay="650"/>
                                          </p:stCondLst>
                                        </p:cTn>
                                        <p:tgtEl>
                                          <p:spTgt spid="3">
                                            <p:txEl>
                                              <p:pRg st="4" end="4"/>
                                            </p:txEl>
                                          </p:spTgt>
                                        </p:tgtEl>
                                      </p:cBhvr>
                                      <p:to x="100000" y="60000"/>
                                    </p:animScale>
                                    <p:animScale>
                                      <p:cBhvr>
                                        <p:cTn id="85" dur="166" decel="50000">
                                          <p:stCondLst>
                                            <p:cond delay="676"/>
                                          </p:stCondLst>
                                        </p:cTn>
                                        <p:tgtEl>
                                          <p:spTgt spid="3">
                                            <p:txEl>
                                              <p:pRg st="4" end="4"/>
                                            </p:txEl>
                                          </p:spTgt>
                                        </p:tgtEl>
                                      </p:cBhvr>
                                      <p:to x="100000" y="100000"/>
                                    </p:animScale>
                                    <p:animScale>
                                      <p:cBhvr>
                                        <p:cTn id="86" dur="26">
                                          <p:stCondLst>
                                            <p:cond delay="1312"/>
                                          </p:stCondLst>
                                        </p:cTn>
                                        <p:tgtEl>
                                          <p:spTgt spid="3">
                                            <p:txEl>
                                              <p:pRg st="4" end="4"/>
                                            </p:txEl>
                                          </p:spTgt>
                                        </p:tgtEl>
                                      </p:cBhvr>
                                      <p:to x="100000" y="80000"/>
                                    </p:animScale>
                                    <p:animScale>
                                      <p:cBhvr>
                                        <p:cTn id="87" dur="166" decel="50000">
                                          <p:stCondLst>
                                            <p:cond delay="1338"/>
                                          </p:stCondLst>
                                        </p:cTn>
                                        <p:tgtEl>
                                          <p:spTgt spid="3">
                                            <p:txEl>
                                              <p:pRg st="4" end="4"/>
                                            </p:txEl>
                                          </p:spTgt>
                                        </p:tgtEl>
                                      </p:cBhvr>
                                      <p:to x="100000" y="100000"/>
                                    </p:animScale>
                                    <p:animScale>
                                      <p:cBhvr>
                                        <p:cTn id="88" dur="26">
                                          <p:stCondLst>
                                            <p:cond delay="1642"/>
                                          </p:stCondLst>
                                        </p:cTn>
                                        <p:tgtEl>
                                          <p:spTgt spid="3">
                                            <p:txEl>
                                              <p:pRg st="4" end="4"/>
                                            </p:txEl>
                                          </p:spTgt>
                                        </p:tgtEl>
                                      </p:cBhvr>
                                      <p:to x="100000" y="90000"/>
                                    </p:animScale>
                                    <p:animScale>
                                      <p:cBhvr>
                                        <p:cTn id="89" dur="166" decel="50000">
                                          <p:stCondLst>
                                            <p:cond delay="1668"/>
                                          </p:stCondLst>
                                        </p:cTn>
                                        <p:tgtEl>
                                          <p:spTgt spid="3">
                                            <p:txEl>
                                              <p:pRg st="4" end="4"/>
                                            </p:txEl>
                                          </p:spTgt>
                                        </p:tgtEl>
                                      </p:cBhvr>
                                      <p:to x="100000" y="100000"/>
                                    </p:animScale>
                                    <p:animScale>
                                      <p:cBhvr>
                                        <p:cTn id="90" dur="26">
                                          <p:stCondLst>
                                            <p:cond delay="1808"/>
                                          </p:stCondLst>
                                        </p:cTn>
                                        <p:tgtEl>
                                          <p:spTgt spid="3">
                                            <p:txEl>
                                              <p:pRg st="4" end="4"/>
                                            </p:txEl>
                                          </p:spTgt>
                                        </p:tgtEl>
                                      </p:cBhvr>
                                      <p:to x="100000" y="95000"/>
                                    </p:animScale>
                                    <p:animScale>
                                      <p:cBhvr>
                                        <p:cTn id="91" dur="166" decel="50000">
                                          <p:stCondLst>
                                            <p:cond delay="1834"/>
                                          </p:stCondLst>
                                        </p:cTn>
                                        <p:tgtEl>
                                          <p:spTgt spid="3">
                                            <p:txEl>
                                              <p:pRg st="4" end="4"/>
                                            </p:txEl>
                                          </p:spTgt>
                                        </p:tgtEl>
                                      </p:cBhvr>
                                      <p:to x="100000" y="100000"/>
                                    </p:animScale>
                                  </p:childTnLst>
                                </p:cTn>
                              </p:par>
                              <p:par>
                                <p:cTn id="92" presetID="26" presetClass="entr" presetSubtype="0" fill="hold" nodeType="withEffect">
                                  <p:stCondLst>
                                    <p:cond delay="0"/>
                                  </p:stCondLst>
                                  <p:childTnLst>
                                    <p:set>
                                      <p:cBhvr>
                                        <p:cTn id="93" dur="1" fill="hold">
                                          <p:stCondLst>
                                            <p:cond delay="0"/>
                                          </p:stCondLst>
                                        </p:cTn>
                                        <p:tgtEl>
                                          <p:spTgt spid="3">
                                            <p:txEl>
                                              <p:pRg st="5" end="5"/>
                                            </p:txEl>
                                          </p:spTgt>
                                        </p:tgtEl>
                                        <p:attrNameLst>
                                          <p:attrName>style.visibility</p:attrName>
                                        </p:attrNameLst>
                                      </p:cBhvr>
                                      <p:to>
                                        <p:strVal val="visible"/>
                                      </p:to>
                                    </p:set>
                                    <p:animEffect transition="in" filter="wipe(down)">
                                      <p:cBhvr>
                                        <p:cTn id="94" dur="580">
                                          <p:stCondLst>
                                            <p:cond delay="0"/>
                                          </p:stCondLst>
                                        </p:cTn>
                                        <p:tgtEl>
                                          <p:spTgt spid="3">
                                            <p:txEl>
                                              <p:pRg st="5" end="5"/>
                                            </p:txEl>
                                          </p:spTgt>
                                        </p:tgtEl>
                                      </p:cBhvr>
                                    </p:animEffect>
                                    <p:anim calcmode="lin" valueType="num">
                                      <p:cBhvr>
                                        <p:cTn id="95"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6"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97"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98"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99"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00" dur="26">
                                          <p:stCondLst>
                                            <p:cond delay="650"/>
                                          </p:stCondLst>
                                        </p:cTn>
                                        <p:tgtEl>
                                          <p:spTgt spid="3">
                                            <p:txEl>
                                              <p:pRg st="5" end="5"/>
                                            </p:txEl>
                                          </p:spTgt>
                                        </p:tgtEl>
                                      </p:cBhvr>
                                      <p:to x="100000" y="60000"/>
                                    </p:animScale>
                                    <p:animScale>
                                      <p:cBhvr>
                                        <p:cTn id="101" dur="166" decel="50000">
                                          <p:stCondLst>
                                            <p:cond delay="676"/>
                                          </p:stCondLst>
                                        </p:cTn>
                                        <p:tgtEl>
                                          <p:spTgt spid="3">
                                            <p:txEl>
                                              <p:pRg st="5" end="5"/>
                                            </p:txEl>
                                          </p:spTgt>
                                        </p:tgtEl>
                                      </p:cBhvr>
                                      <p:to x="100000" y="100000"/>
                                    </p:animScale>
                                    <p:animScale>
                                      <p:cBhvr>
                                        <p:cTn id="102" dur="26">
                                          <p:stCondLst>
                                            <p:cond delay="1312"/>
                                          </p:stCondLst>
                                        </p:cTn>
                                        <p:tgtEl>
                                          <p:spTgt spid="3">
                                            <p:txEl>
                                              <p:pRg st="5" end="5"/>
                                            </p:txEl>
                                          </p:spTgt>
                                        </p:tgtEl>
                                      </p:cBhvr>
                                      <p:to x="100000" y="80000"/>
                                    </p:animScale>
                                    <p:animScale>
                                      <p:cBhvr>
                                        <p:cTn id="103" dur="166" decel="50000">
                                          <p:stCondLst>
                                            <p:cond delay="1338"/>
                                          </p:stCondLst>
                                        </p:cTn>
                                        <p:tgtEl>
                                          <p:spTgt spid="3">
                                            <p:txEl>
                                              <p:pRg st="5" end="5"/>
                                            </p:txEl>
                                          </p:spTgt>
                                        </p:tgtEl>
                                      </p:cBhvr>
                                      <p:to x="100000" y="100000"/>
                                    </p:animScale>
                                    <p:animScale>
                                      <p:cBhvr>
                                        <p:cTn id="104" dur="26">
                                          <p:stCondLst>
                                            <p:cond delay="1642"/>
                                          </p:stCondLst>
                                        </p:cTn>
                                        <p:tgtEl>
                                          <p:spTgt spid="3">
                                            <p:txEl>
                                              <p:pRg st="5" end="5"/>
                                            </p:txEl>
                                          </p:spTgt>
                                        </p:tgtEl>
                                      </p:cBhvr>
                                      <p:to x="100000" y="90000"/>
                                    </p:animScale>
                                    <p:animScale>
                                      <p:cBhvr>
                                        <p:cTn id="105" dur="166" decel="50000">
                                          <p:stCondLst>
                                            <p:cond delay="1668"/>
                                          </p:stCondLst>
                                        </p:cTn>
                                        <p:tgtEl>
                                          <p:spTgt spid="3">
                                            <p:txEl>
                                              <p:pRg st="5" end="5"/>
                                            </p:txEl>
                                          </p:spTgt>
                                        </p:tgtEl>
                                      </p:cBhvr>
                                      <p:to x="100000" y="100000"/>
                                    </p:animScale>
                                    <p:animScale>
                                      <p:cBhvr>
                                        <p:cTn id="106" dur="26">
                                          <p:stCondLst>
                                            <p:cond delay="1808"/>
                                          </p:stCondLst>
                                        </p:cTn>
                                        <p:tgtEl>
                                          <p:spTgt spid="3">
                                            <p:txEl>
                                              <p:pRg st="5" end="5"/>
                                            </p:txEl>
                                          </p:spTgt>
                                        </p:tgtEl>
                                      </p:cBhvr>
                                      <p:to x="100000" y="95000"/>
                                    </p:animScale>
                                    <p:animScale>
                                      <p:cBhvr>
                                        <p:cTn id="107" dur="166" decel="50000">
                                          <p:stCondLst>
                                            <p:cond delay="1834"/>
                                          </p:stCondLst>
                                        </p:cTn>
                                        <p:tgtEl>
                                          <p:spTgt spid="3">
                                            <p:txEl>
                                              <p:pRg st="5" end="5"/>
                                            </p:txEl>
                                          </p:spTgt>
                                        </p:tgtEl>
                                      </p:cBhvr>
                                      <p:to x="100000" y="100000"/>
                                    </p:animScale>
                                  </p:childTnLst>
                                </p:cTn>
                              </p:par>
                              <p:par>
                                <p:cTn id="108" presetID="26" presetClass="entr" presetSubtype="0" fill="hold" nodeType="withEffect">
                                  <p:stCondLst>
                                    <p:cond delay="0"/>
                                  </p:stCondLst>
                                  <p:childTnLst>
                                    <p:set>
                                      <p:cBhvr>
                                        <p:cTn id="109" dur="1" fill="hold">
                                          <p:stCondLst>
                                            <p:cond delay="0"/>
                                          </p:stCondLst>
                                        </p:cTn>
                                        <p:tgtEl>
                                          <p:spTgt spid="3">
                                            <p:txEl>
                                              <p:pRg st="6" end="6"/>
                                            </p:txEl>
                                          </p:spTgt>
                                        </p:tgtEl>
                                        <p:attrNameLst>
                                          <p:attrName>style.visibility</p:attrName>
                                        </p:attrNameLst>
                                      </p:cBhvr>
                                      <p:to>
                                        <p:strVal val="visible"/>
                                      </p:to>
                                    </p:set>
                                    <p:animEffect transition="in" filter="wipe(down)">
                                      <p:cBhvr>
                                        <p:cTn id="110" dur="580">
                                          <p:stCondLst>
                                            <p:cond delay="0"/>
                                          </p:stCondLst>
                                        </p:cTn>
                                        <p:tgtEl>
                                          <p:spTgt spid="3">
                                            <p:txEl>
                                              <p:pRg st="6" end="6"/>
                                            </p:txEl>
                                          </p:spTgt>
                                        </p:tgtEl>
                                      </p:cBhvr>
                                    </p:animEffect>
                                    <p:anim calcmode="lin" valueType="num">
                                      <p:cBhvr>
                                        <p:cTn id="111"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12"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13"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14"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15"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16" dur="26">
                                          <p:stCondLst>
                                            <p:cond delay="650"/>
                                          </p:stCondLst>
                                        </p:cTn>
                                        <p:tgtEl>
                                          <p:spTgt spid="3">
                                            <p:txEl>
                                              <p:pRg st="6" end="6"/>
                                            </p:txEl>
                                          </p:spTgt>
                                        </p:tgtEl>
                                      </p:cBhvr>
                                      <p:to x="100000" y="60000"/>
                                    </p:animScale>
                                    <p:animScale>
                                      <p:cBhvr>
                                        <p:cTn id="117" dur="166" decel="50000">
                                          <p:stCondLst>
                                            <p:cond delay="676"/>
                                          </p:stCondLst>
                                        </p:cTn>
                                        <p:tgtEl>
                                          <p:spTgt spid="3">
                                            <p:txEl>
                                              <p:pRg st="6" end="6"/>
                                            </p:txEl>
                                          </p:spTgt>
                                        </p:tgtEl>
                                      </p:cBhvr>
                                      <p:to x="100000" y="100000"/>
                                    </p:animScale>
                                    <p:animScale>
                                      <p:cBhvr>
                                        <p:cTn id="118" dur="26">
                                          <p:stCondLst>
                                            <p:cond delay="1312"/>
                                          </p:stCondLst>
                                        </p:cTn>
                                        <p:tgtEl>
                                          <p:spTgt spid="3">
                                            <p:txEl>
                                              <p:pRg st="6" end="6"/>
                                            </p:txEl>
                                          </p:spTgt>
                                        </p:tgtEl>
                                      </p:cBhvr>
                                      <p:to x="100000" y="80000"/>
                                    </p:animScale>
                                    <p:animScale>
                                      <p:cBhvr>
                                        <p:cTn id="119" dur="166" decel="50000">
                                          <p:stCondLst>
                                            <p:cond delay="1338"/>
                                          </p:stCondLst>
                                        </p:cTn>
                                        <p:tgtEl>
                                          <p:spTgt spid="3">
                                            <p:txEl>
                                              <p:pRg st="6" end="6"/>
                                            </p:txEl>
                                          </p:spTgt>
                                        </p:tgtEl>
                                      </p:cBhvr>
                                      <p:to x="100000" y="100000"/>
                                    </p:animScale>
                                    <p:animScale>
                                      <p:cBhvr>
                                        <p:cTn id="120" dur="26">
                                          <p:stCondLst>
                                            <p:cond delay="1642"/>
                                          </p:stCondLst>
                                        </p:cTn>
                                        <p:tgtEl>
                                          <p:spTgt spid="3">
                                            <p:txEl>
                                              <p:pRg st="6" end="6"/>
                                            </p:txEl>
                                          </p:spTgt>
                                        </p:tgtEl>
                                      </p:cBhvr>
                                      <p:to x="100000" y="90000"/>
                                    </p:animScale>
                                    <p:animScale>
                                      <p:cBhvr>
                                        <p:cTn id="121" dur="166" decel="50000">
                                          <p:stCondLst>
                                            <p:cond delay="1668"/>
                                          </p:stCondLst>
                                        </p:cTn>
                                        <p:tgtEl>
                                          <p:spTgt spid="3">
                                            <p:txEl>
                                              <p:pRg st="6" end="6"/>
                                            </p:txEl>
                                          </p:spTgt>
                                        </p:tgtEl>
                                      </p:cBhvr>
                                      <p:to x="100000" y="100000"/>
                                    </p:animScale>
                                    <p:animScale>
                                      <p:cBhvr>
                                        <p:cTn id="122" dur="26">
                                          <p:stCondLst>
                                            <p:cond delay="1808"/>
                                          </p:stCondLst>
                                        </p:cTn>
                                        <p:tgtEl>
                                          <p:spTgt spid="3">
                                            <p:txEl>
                                              <p:pRg st="6" end="6"/>
                                            </p:txEl>
                                          </p:spTgt>
                                        </p:tgtEl>
                                      </p:cBhvr>
                                      <p:to x="100000" y="95000"/>
                                    </p:animScale>
                                    <p:animScale>
                                      <p:cBhvr>
                                        <p:cTn id="123" dur="166" decel="50000">
                                          <p:stCondLst>
                                            <p:cond delay="1834"/>
                                          </p:stCondLst>
                                        </p:cTn>
                                        <p:tgtEl>
                                          <p:spTgt spid="3">
                                            <p:txEl>
                                              <p:pRg st="6" end="6"/>
                                            </p:txEl>
                                          </p:spTgt>
                                        </p:tgtEl>
                                      </p:cBhvr>
                                      <p:to x="100000" y="100000"/>
                                    </p:animScale>
                                  </p:childTnLst>
                                </p:cTn>
                              </p:par>
                              <p:par>
                                <p:cTn id="124" presetID="26" presetClass="entr" presetSubtype="0" fill="hold" nodeType="withEffect">
                                  <p:stCondLst>
                                    <p:cond delay="0"/>
                                  </p:stCondLst>
                                  <p:childTnLst>
                                    <p:set>
                                      <p:cBhvr>
                                        <p:cTn id="125" dur="1" fill="hold">
                                          <p:stCondLst>
                                            <p:cond delay="0"/>
                                          </p:stCondLst>
                                        </p:cTn>
                                        <p:tgtEl>
                                          <p:spTgt spid="3">
                                            <p:txEl>
                                              <p:pRg st="7" end="7"/>
                                            </p:txEl>
                                          </p:spTgt>
                                        </p:tgtEl>
                                        <p:attrNameLst>
                                          <p:attrName>style.visibility</p:attrName>
                                        </p:attrNameLst>
                                      </p:cBhvr>
                                      <p:to>
                                        <p:strVal val="visible"/>
                                      </p:to>
                                    </p:set>
                                    <p:animEffect transition="in" filter="wipe(down)">
                                      <p:cBhvr>
                                        <p:cTn id="126" dur="580">
                                          <p:stCondLst>
                                            <p:cond delay="0"/>
                                          </p:stCondLst>
                                        </p:cTn>
                                        <p:tgtEl>
                                          <p:spTgt spid="3">
                                            <p:txEl>
                                              <p:pRg st="7" end="7"/>
                                            </p:txEl>
                                          </p:spTgt>
                                        </p:tgtEl>
                                      </p:cBhvr>
                                    </p:animEffect>
                                    <p:anim calcmode="lin" valueType="num">
                                      <p:cBhvr>
                                        <p:cTn id="127"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128"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129"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130"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131"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132" dur="26">
                                          <p:stCondLst>
                                            <p:cond delay="650"/>
                                          </p:stCondLst>
                                        </p:cTn>
                                        <p:tgtEl>
                                          <p:spTgt spid="3">
                                            <p:txEl>
                                              <p:pRg st="7" end="7"/>
                                            </p:txEl>
                                          </p:spTgt>
                                        </p:tgtEl>
                                      </p:cBhvr>
                                      <p:to x="100000" y="60000"/>
                                    </p:animScale>
                                    <p:animScale>
                                      <p:cBhvr>
                                        <p:cTn id="133" dur="166" decel="50000">
                                          <p:stCondLst>
                                            <p:cond delay="676"/>
                                          </p:stCondLst>
                                        </p:cTn>
                                        <p:tgtEl>
                                          <p:spTgt spid="3">
                                            <p:txEl>
                                              <p:pRg st="7" end="7"/>
                                            </p:txEl>
                                          </p:spTgt>
                                        </p:tgtEl>
                                      </p:cBhvr>
                                      <p:to x="100000" y="100000"/>
                                    </p:animScale>
                                    <p:animScale>
                                      <p:cBhvr>
                                        <p:cTn id="134" dur="26">
                                          <p:stCondLst>
                                            <p:cond delay="1312"/>
                                          </p:stCondLst>
                                        </p:cTn>
                                        <p:tgtEl>
                                          <p:spTgt spid="3">
                                            <p:txEl>
                                              <p:pRg st="7" end="7"/>
                                            </p:txEl>
                                          </p:spTgt>
                                        </p:tgtEl>
                                      </p:cBhvr>
                                      <p:to x="100000" y="80000"/>
                                    </p:animScale>
                                    <p:animScale>
                                      <p:cBhvr>
                                        <p:cTn id="135" dur="166" decel="50000">
                                          <p:stCondLst>
                                            <p:cond delay="1338"/>
                                          </p:stCondLst>
                                        </p:cTn>
                                        <p:tgtEl>
                                          <p:spTgt spid="3">
                                            <p:txEl>
                                              <p:pRg st="7" end="7"/>
                                            </p:txEl>
                                          </p:spTgt>
                                        </p:tgtEl>
                                      </p:cBhvr>
                                      <p:to x="100000" y="100000"/>
                                    </p:animScale>
                                    <p:animScale>
                                      <p:cBhvr>
                                        <p:cTn id="136" dur="26">
                                          <p:stCondLst>
                                            <p:cond delay="1642"/>
                                          </p:stCondLst>
                                        </p:cTn>
                                        <p:tgtEl>
                                          <p:spTgt spid="3">
                                            <p:txEl>
                                              <p:pRg st="7" end="7"/>
                                            </p:txEl>
                                          </p:spTgt>
                                        </p:tgtEl>
                                      </p:cBhvr>
                                      <p:to x="100000" y="90000"/>
                                    </p:animScale>
                                    <p:animScale>
                                      <p:cBhvr>
                                        <p:cTn id="137" dur="166" decel="50000">
                                          <p:stCondLst>
                                            <p:cond delay="1668"/>
                                          </p:stCondLst>
                                        </p:cTn>
                                        <p:tgtEl>
                                          <p:spTgt spid="3">
                                            <p:txEl>
                                              <p:pRg st="7" end="7"/>
                                            </p:txEl>
                                          </p:spTgt>
                                        </p:tgtEl>
                                      </p:cBhvr>
                                      <p:to x="100000" y="100000"/>
                                    </p:animScale>
                                    <p:animScale>
                                      <p:cBhvr>
                                        <p:cTn id="138" dur="26">
                                          <p:stCondLst>
                                            <p:cond delay="1808"/>
                                          </p:stCondLst>
                                        </p:cTn>
                                        <p:tgtEl>
                                          <p:spTgt spid="3">
                                            <p:txEl>
                                              <p:pRg st="7" end="7"/>
                                            </p:txEl>
                                          </p:spTgt>
                                        </p:tgtEl>
                                      </p:cBhvr>
                                      <p:to x="100000" y="95000"/>
                                    </p:animScale>
                                    <p:animScale>
                                      <p:cBhvr>
                                        <p:cTn id="139" dur="166" decel="50000">
                                          <p:stCondLst>
                                            <p:cond delay="1834"/>
                                          </p:stCondLst>
                                        </p:cTn>
                                        <p:tgtEl>
                                          <p:spTgt spid="3">
                                            <p:txEl>
                                              <p:pRg st="7" end="7"/>
                                            </p:txEl>
                                          </p:spTgt>
                                        </p:tgtEl>
                                      </p:cBhvr>
                                      <p:to x="100000" y="100000"/>
                                    </p:animScale>
                                  </p:childTnLst>
                                </p:cTn>
                              </p:par>
                              <p:par>
                                <p:cTn id="140" presetID="26" presetClass="entr" presetSubtype="0" fill="hold" nodeType="withEffect">
                                  <p:stCondLst>
                                    <p:cond delay="0"/>
                                  </p:stCondLst>
                                  <p:childTnLst>
                                    <p:set>
                                      <p:cBhvr>
                                        <p:cTn id="141" dur="1" fill="hold">
                                          <p:stCondLst>
                                            <p:cond delay="0"/>
                                          </p:stCondLst>
                                        </p:cTn>
                                        <p:tgtEl>
                                          <p:spTgt spid="3">
                                            <p:txEl>
                                              <p:pRg st="8" end="8"/>
                                            </p:txEl>
                                          </p:spTgt>
                                        </p:tgtEl>
                                        <p:attrNameLst>
                                          <p:attrName>style.visibility</p:attrName>
                                        </p:attrNameLst>
                                      </p:cBhvr>
                                      <p:to>
                                        <p:strVal val="visible"/>
                                      </p:to>
                                    </p:set>
                                    <p:animEffect transition="in" filter="wipe(down)">
                                      <p:cBhvr>
                                        <p:cTn id="142" dur="580">
                                          <p:stCondLst>
                                            <p:cond delay="0"/>
                                          </p:stCondLst>
                                        </p:cTn>
                                        <p:tgtEl>
                                          <p:spTgt spid="3">
                                            <p:txEl>
                                              <p:pRg st="8" end="8"/>
                                            </p:txEl>
                                          </p:spTgt>
                                        </p:tgtEl>
                                      </p:cBhvr>
                                    </p:animEffect>
                                    <p:anim calcmode="lin" valueType="num">
                                      <p:cBhvr>
                                        <p:cTn id="143" dur="1822" tmFilter="0,0; 0.14,0.36; 0.43,0.73; 0.71,0.91; 1.0,1.0">
                                          <p:stCondLst>
                                            <p:cond delay="0"/>
                                          </p:stCondLst>
                                        </p:cTn>
                                        <p:tgtEl>
                                          <p:spTgt spid="3">
                                            <p:txEl>
                                              <p:pRg st="8" end="8"/>
                                            </p:txEl>
                                          </p:spTgt>
                                        </p:tgtEl>
                                        <p:attrNameLst>
                                          <p:attrName>ppt_x</p:attrName>
                                        </p:attrNameLst>
                                      </p:cBhvr>
                                      <p:tavLst>
                                        <p:tav tm="0">
                                          <p:val>
                                            <p:strVal val="#ppt_x-0.25"/>
                                          </p:val>
                                        </p:tav>
                                        <p:tav tm="100000">
                                          <p:val>
                                            <p:strVal val="#ppt_x"/>
                                          </p:val>
                                        </p:tav>
                                      </p:tavLst>
                                    </p:anim>
                                    <p:anim calcmode="lin" valueType="num">
                                      <p:cBhvr>
                                        <p:cTn id="144" dur="664" tmFilter="0.0,0.0; 0.25,0.07; 0.50,0.2; 0.75,0.467; 1.0,1.0">
                                          <p:stCondLst>
                                            <p:cond delay="0"/>
                                          </p:stCondLst>
                                        </p:cTn>
                                        <p:tgtEl>
                                          <p:spTgt spid="3">
                                            <p:txEl>
                                              <p:pRg st="8" end="8"/>
                                            </p:txEl>
                                          </p:spTgt>
                                        </p:tgtEl>
                                        <p:attrNameLst>
                                          <p:attrName>ppt_y</p:attrName>
                                        </p:attrNameLst>
                                      </p:cBhvr>
                                      <p:tavLst>
                                        <p:tav tm="0" fmla="#ppt_y-sin(pi*$)/3">
                                          <p:val>
                                            <p:fltVal val="0.5"/>
                                          </p:val>
                                        </p:tav>
                                        <p:tav tm="100000">
                                          <p:val>
                                            <p:fltVal val="1"/>
                                          </p:val>
                                        </p:tav>
                                      </p:tavLst>
                                    </p:anim>
                                    <p:anim calcmode="lin" valueType="num">
                                      <p:cBhvr>
                                        <p:cTn id="145" dur="664" tmFilter="0, 0; 0.125,0.2665; 0.25,0.4; 0.375,0.465; 0.5,0.5;  0.625,0.535; 0.75,0.6; 0.875,0.7335; 1,1">
                                          <p:stCondLst>
                                            <p:cond delay="664"/>
                                          </p:stCondLst>
                                        </p:cTn>
                                        <p:tgtEl>
                                          <p:spTgt spid="3">
                                            <p:txEl>
                                              <p:pRg st="8" end="8"/>
                                            </p:txEl>
                                          </p:spTgt>
                                        </p:tgtEl>
                                        <p:attrNameLst>
                                          <p:attrName>ppt_y</p:attrName>
                                        </p:attrNameLst>
                                      </p:cBhvr>
                                      <p:tavLst>
                                        <p:tav tm="0" fmla="#ppt_y-sin(pi*$)/9">
                                          <p:val>
                                            <p:fltVal val="0"/>
                                          </p:val>
                                        </p:tav>
                                        <p:tav tm="100000">
                                          <p:val>
                                            <p:fltVal val="1"/>
                                          </p:val>
                                        </p:tav>
                                      </p:tavLst>
                                    </p:anim>
                                    <p:anim calcmode="lin" valueType="num">
                                      <p:cBhvr>
                                        <p:cTn id="146" dur="332" tmFilter="0, 0; 0.125,0.2665; 0.25,0.4; 0.375,0.465; 0.5,0.5;  0.625,0.535; 0.75,0.6; 0.875,0.7335; 1,1">
                                          <p:stCondLst>
                                            <p:cond delay="1324"/>
                                          </p:stCondLst>
                                        </p:cTn>
                                        <p:tgtEl>
                                          <p:spTgt spid="3">
                                            <p:txEl>
                                              <p:pRg st="8" end="8"/>
                                            </p:txEl>
                                          </p:spTgt>
                                        </p:tgtEl>
                                        <p:attrNameLst>
                                          <p:attrName>ppt_y</p:attrName>
                                        </p:attrNameLst>
                                      </p:cBhvr>
                                      <p:tavLst>
                                        <p:tav tm="0" fmla="#ppt_y-sin(pi*$)/27">
                                          <p:val>
                                            <p:fltVal val="0"/>
                                          </p:val>
                                        </p:tav>
                                        <p:tav tm="100000">
                                          <p:val>
                                            <p:fltVal val="1"/>
                                          </p:val>
                                        </p:tav>
                                      </p:tavLst>
                                    </p:anim>
                                    <p:anim calcmode="lin" valueType="num">
                                      <p:cBhvr>
                                        <p:cTn id="147" dur="164" tmFilter="0, 0; 0.125,0.2665; 0.25,0.4; 0.375,0.465; 0.5,0.5;  0.625,0.535; 0.75,0.6; 0.875,0.7335; 1,1">
                                          <p:stCondLst>
                                            <p:cond delay="1656"/>
                                          </p:stCondLst>
                                        </p:cTn>
                                        <p:tgtEl>
                                          <p:spTgt spid="3">
                                            <p:txEl>
                                              <p:pRg st="8" end="8"/>
                                            </p:txEl>
                                          </p:spTgt>
                                        </p:tgtEl>
                                        <p:attrNameLst>
                                          <p:attrName>ppt_y</p:attrName>
                                        </p:attrNameLst>
                                      </p:cBhvr>
                                      <p:tavLst>
                                        <p:tav tm="0" fmla="#ppt_y-sin(pi*$)/81">
                                          <p:val>
                                            <p:fltVal val="0"/>
                                          </p:val>
                                        </p:tav>
                                        <p:tav tm="100000">
                                          <p:val>
                                            <p:fltVal val="1"/>
                                          </p:val>
                                        </p:tav>
                                      </p:tavLst>
                                    </p:anim>
                                    <p:animScale>
                                      <p:cBhvr>
                                        <p:cTn id="148" dur="26">
                                          <p:stCondLst>
                                            <p:cond delay="650"/>
                                          </p:stCondLst>
                                        </p:cTn>
                                        <p:tgtEl>
                                          <p:spTgt spid="3">
                                            <p:txEl>
                                              <p:pRg st="8" end="8"/>
                                            </p:txEl>
                                          </p:spTgt>
                                        </p:tgtEl>
                                      </p:cBhvr>
                                      <p:to x="100000" y="60000"/>
                                    </p:animScale>
                                    <p:animScale>
                                      <p:cBhvr>
                                        <p:cTn id="149" dur="166" decel="50000">
                                          <p:stCondLst>
                                            <p:cond delay="676"/>
                                          </p:stCondLst>
                                        </p:cTn>
                                        <p:tgtEl>
                                          <p:spTgt spid="3">
                                            <p:txEl>
                                              <p:pRg st="8" end="8"/>
                                            </p:txEl>
                                          </p:spTgt>
                                        </p:tgtEl>
                                      </p:cBhvr>
                                      <p:to x="100000" y="100000"/>
                                    </p:animScale>
                                    <p:animScale>
                                      <p:cBhvr>
                                        <p:cTn id="150" dur="26">
                                          <p:stCondLst>
                                            <p:cond delay="1312"/>
                                          </p:stCondLst>
                                        </p:cTn>
                                        <p:tgtEl>
                                          <p:spTgt spid="3">
                                            <p:txEl>
                                              <p:pRg st="8" end="8"/>
                                            </p:txEl>
                                          </p:spTgt>
                                        </p:tgtEl>
                                      </p:cBhvr>
                                      <p:to x="100000" y="80000"/>
                                    </p:animScale>
                                    <p:animScale>
                                      <p:cBhvr>
                                        <p:cTn id="151" dur="166" decel="50000">
                                          <p:stCondLst>
                                            <p:cond delay="1338"/>
                                          </p:stCondLst>
                                        </p:cTn>
                                        <p:tgtEl>
                                          <p:spTgt spid="3">
                                            <p:txEl>
                                              <p:pRg st="8" end="8"/>
                                            </p:txEl>
                                          </p:spTgt>
                                        </p:tgtEl>
                                      </p:cBhvr>
                                      <p:to x="100000" y="100000"/>
                                    </p:animScale>
                                    <p:animScale>
                                      <p:cBhvr>
                                        <p:cTn id="152" dur="26">
                                          <p:stCondLst>
                                            <p:cond delay="1642"/>
                                          </p:stCondLst>
                                        </p:cTn>
                                        <p:tgtEl>
                                          <p:spTgt spid="3">
                                            <p:txEl>
                                              <p:pRg st="8" end="8"/>
                                            </p:txEl>
                                          </p:spTgt>
                                        </p:tgtEl>
                                      </p:cBhvr>
                                      <p:to x="100000" y="90000"/>
                                    </p:animScale>
                                    <p:animScale>
                                      <p:cBhvr>
                                        <p:cTn id="153" dur="166" decel="50000">
                                          <p:stCondLst>
                                            <p:cond delay="1668"/>
                                          </p:stCondLst>
                                        </p:cTn>
                                        <p:tgtEl>
                                          <p:spTgt spid="3">
                                            <p:txEl>
                                              <p:pRg st="8" end="8"/>
                                            </p:txEl>
                                          </p:spTgt>
                                        </p:tgtEl>
                                      </p:cBhvr>
                                      <p:to x="100000" y="100000"/>
                                    </p:animScale>
                                    <p:animScale>
                                      <p:cBhvr>
                                        <p:cTn id="154" dur="26">
                                          <p:stCondLst>
                                            <p:cond delay="1808"/>
                                          </p:stCondLst>
                                        </p:cTn>
                                        <p:tgtEl>
                                          <p:spTgt spid="3">
                                            <p:txEl>
                                              <p:pRg st="8" end="8"/>
                                            </p:txEl>
                                          </p:spTgt>
                                        </p:tgtEl>
                                      </p:cBhvr>
                                      <p:to x="100000" y="95000"/>
                                    </p:animScale>
                                    <p:animScale>
                                      <p:cBhvr>
                                        <p:cTn id="155" dur="166" decel="50000">
                                          <p:stCondLst>
                                            <p:cond delay="1834"/>
                                          </p:stCondLst>
                                        </p:cTn>
                                        <p:tgtEl>
                                          <p:spTgt spid="3">
                                            <p:txEl>
                                              <p:pRg st="8" end="8"/>
                                            </p:txEl>
                                          </p:spTgt>
                                        </p:tgtEl>
                                      </p:cBhvr>
                                      <p:to x="100000" y="100000"/>
                                    </p:animScale>
                                  </p:childTnLst>
                                </p:cTn>
                              </p:par>
                              <p:par>
                                <p:cTn id="156" presetID="26" presetClass="entr" presetSubtype="0" fill="hold" nodeType="withEffect">
                                  <p:stCondLst>
                                    <p:cond delay="0"/>
                                  </p:stCondLst>
                                  <p:childTnLst>
                                    <p:set>
                                      <p:cBhvr>
                                        <p:cTn id="157" dur="1" fill="hold">
                                          <p:stCondLst>
                                            <p:cond delay="0"/>
                                          </p:stCondLst>
                                        </p:cTn>
                                        <p:tgtEl>
                                          <p:spTgt spid="3">
                                            <p:txEl>
                                              <p:pRg st="9" end="9"/>
                                            </p:txEl>
                                          </p:spTgt>
                                        </p:tgtEl>
                                        <p:attrNameLst>
                                          <p:attrName>style.visibility</p:attrName>
                                        </p:attrNameLst>
                                      </p:cBhvr>
                                      <p:to>
                                        <p:strVal val="visible"/>
                                      </p:to>
                                    </p:set>
                                    <p:animEffect transition="in" filter="wipe(down)">
                                      <p:cBhvr>
                                        <p:cTn id="158" dur="580">
                                          <p:stCondLst>
                                            <p:cond delay="0"/>
                                          </p:stCondLst>
                                        </p:cTn>
                                        <p:tgtEl>
                                          <p:spTgt spid="3">
                                            <p:txEl>
                                              <p:pRg st="9" end="9"/>
                                            </p:txEl>
                                          </p:spTgt>
                                        </p:tgtEl>
                                      </p:cBhvr>
                                    </p:animEffect>
                                    <p:anim calcmode="lin" valueType="num">
                                      <p:cBhvr>
                                        <p:cTn id="159" dur="1822" tmFilter="0,0; 0.14,0.36; 0.43,0.73; 0.71,0.91; 1.0,1.0">
                                          <p:stCondLst>
                                            <p:cond delay="0"/>
                                          </p:stCondLst>
                                        </p:cTn>
                                        <p:tgtEl>
                                          <p:spTgt spid="3">
                                            <p:txEl>
                                              <p:pRg st="9" end="9"/>
                                            </p:txEl>
                                          </p:spTgt>
                                        </p:tgtEl>
                                        <p:attrNameLst>
                                          <p:attrName>ppt_x</p:attrName>
                                        </p:attrNameLst>
                                      </p:cBhvr>
                                      <p:tavLst>
                                        <p:tav tm="0">
                                          <p:val>
                                            <p:strVal val="#ppt_x-0.25"/>
                                          </p:val>
                                        </p:tav>
                                        <p:tav tm="100000">
                                          <p:val>
                                            <p:strVal val="#ppt_x"/>
                                          </p:val>
                                        </p:tav>
                                      </p:tavLst>
                                    </p:anim>
                                    <p:anim calcmode="lin" valueType="num">
                                      <p:cBhvr>
                                        <p:cTn id="160" dur="664" tmFilter="0.0,0.0; 0.25,0.07; 0.50,0.2; 0.75,0.467; 1.0,1.0">
                                          <p:stCondLst>
                                            <p:cond delay="0"/>
                                          </p:stCondLst>
                                        </p:cTn>
                                        <p:tgtEl>
                                          <p:spTgt spid="3">
                                            <p:txEl>
                                              <p:pRg st="9" end="9"/>
                                            </p:txEl>
                                          </p:spTgt>
                                        </p:tgtEl>
                                        <p:attrNameLst>
                                          <p:attrName>ppt_y</p:attrName>
                                        </p:attrNameLst>
                                      </p:cBhvr>
                                      <p:tavLst>
                                        <p:tav tm="0" fmla="#ppt_y-sin(pi*$)/3">
                                          <p:val>
                                            <p:fltVal val="0.5"/>
                                          </p:val>
                                        </p:tav>
                                        <p:tav tm="100000">
                                          <p:val>
                                            <p:fltVal val="1"/>
                                          </p:val>
                                        </p:tav>
                                      </p:tavLst>
                                    </p:anim>
                                    <p:anim calcmode="lin" valueType="num">
                                      <p:cBhvr>
                                        <p:cTn id="161" dur="664" tmFilter="0, 0; 0.125,0.2665; 0.25,0.4; 0.375,0.465; 0.5,0.5;  0.625,0.535; 0.75,0.6; 0.875,0.7335; 1,1">
                                          <p:stCondLst>
                                            <p:cond delay="664"/>
                                          </p:stCondLst>
                                        </p:cTn>
                                        <p:tgtEl>
                                          <p:spTgt spid="3">
                                            <p:txEl>
                                              <p:pRg st="9" end="9"/>
                                            </p:txEl>
                                          </p:spTgt>
                                        </p:tgtEl>
                                        <p:attrNameLst>
                                          <p:attrName>ppt_y</p:attrName>
                                        </p:attrNameLst>
                                      </p:cBhvr>
                                      <p:tavLst>
                                        <p:tav tm="0" fmla="#ppt_y-sin(pi*$)/9">
                                          <p:val>
                                            <p:fltVal val="0"/>
                                          </p:val>
                                        </p:tav>
                                        <p:tav tm="100000">
                                          <p:val>
                                            <p:fltVal val="1"/>
                                          </p:val>
                                        </p:tav>
                                      </p:tavLst>
                                    </p:anim>
                                    <p:anim calcmode="lin" valueType="num">
                                      <p:cBhvr>
                                        <p:cTn id="162" dur="332" tmFilter="0, 0; 0.125,0.2665; 0.25,0.4; 0.375,0.465; 0.5,0.5;  0.625,0.535; 0.75,0.6; 0.875,0.7335; 1,1">
                                          <p:stCondLst>
                                            <p:cond delay="1324"/>
                                          </p:stCondLst>
                                        </p:cTn>
                                        <p:tgtEl>
                                          <p:spTgt spid="3">
                                            <p:txEl>
                                              <p:pRg st="9" end="9"/>
                                            </p:txEl>
                                          </p:spTgt>
                                        </p:tgtEl>
                                        <p:attrNameLst>
                                          <p:attrName>ppt_y</p:attrName>
                                        </p:attrNameLst>
                                      </p:cBhvr>
                                      <p:tavLst>
                                        <p:tav tm="0" fmla="#ppt_y-sin(pi*$)/27">
                                          <p:val>
                                            <p:fltVal val="0"/>
                                          </p:val>
                                        </p:tav>
                                        <p:tav tm="100000">
                                          <p:val>
                                            <p:fltVal val="1"/>
                                          </p:val>
                                        </p:tav>
                                      </p:tavLst>
                                    </p:anim>
                                    <p:anim calcmode="lin" valueType="num">
                                      <p:cBhvr>
                                        <p:cTn id="163" dur="164" tmFilter="0, 0; 0.125,0.2665; 0.25,0.4; 0.375,0.465; 0.5,0.5;  0.625,0.535; 0.75,0.6; 0.875,0.7335; 1,1">
                                          <p:stCondLst>
                                            <p:cond delay="1656"/>
                                          </p:stCondLst>
                                        </p:cTn>
                                        <p:tgtEl>
                                          <p:spTgt spid="3">
                                            <p:txEl>
                                              <p:pRg st="9" end="9"/>
                                            </p:txEl>
                                          </p:spTgt>
                                        </p:tgtEl>
                                        <p:attrNameLst>
                                          <p:attrName>ppt_y</p:attrName>
                                        </p:attrNameLst>
                                      </p:cBhvr>
                                      <p:tavLst>
                                        <p:tav tm="0" fmla="#ppt_y-sin(pi*$)/81">
                                          <p:val>
                                            <p:fltVal val="0"/>
                                          </p:val>
                                        </p:tav>
                                        <p:tav tm="100000">
                                          <p:val>
                                            <p:fltVal val="1"/>
                                          </p:val>
                                        </p:tav>
                                      </p:tavLst>
                                    </p:anim>
                                    <p:animScale>
                                      <p:cBhvr>
                                        <p:cTn id="164" dur="26">
                                          <p:stCondLst>
                                            <p:cond delay="650"/>
                                          </p:stCondLst>
                                        </p:cTn>
                                        <p:tgtEl>
                                          <p:spTgt spid="3">
                                            <p:txEl>
                                              <p:pRg st="9" end="9"/>
                                            </p:txEl>
                                          </p:spTgt>
                                        </p:tgtEl>
                                      </p:cBhvr>
                                      <p:to x="100000" y="60000"/>
                                    </p:animScale>
                                    <p:animScale>
                                      <p:cBhvr>
                                        <p:cTn id="165" dur="166" decel="50000">
                                          <p:stCondLst>
                                            <p:cond delay="676"/>
                                          </p:stCondLst>
                                        </p:cTn>
                                        <p:tgtEl>
                                          <p:spTgt spid="3">
                                            <p:txEl>
                                              <p:pRg st="9" end="9"/>
                                            </p:txEl>
                                          </p:spTgt>
                                        </p:tgtEl>
                                      </p:cBhvr>
                                      <p:to x="100000" y="100000"/>
                                    </p:animScale>
                                    <p:animScale>
                                      <p:cBhvr>
                                        <p:cTn id="166" dur="26">
                                          <p:stCondLst>
                                            <p:cond delay="1312"/>
                                          </p:stCondLst>
                                        </p:cTn>
                                        <p:tgtEl>
                                          <p:spTgt spid="3">
                                            <p:txEl>
                                              <p:pRg st="9" end="9"/>
                                            </p:txEl>
                                          </p:spTgt>
                                        </p:tgtEl>
                                      </p:cBhvr>
                                      <p:to x="100000" y="80000"/>
                                    </p:animScale>
                                    <p:animScale>
                                      <p:cBhvr>
                                        <p:cTn id="167" dur="166" decel="50000">
                                          <p:stCondLst>
                                            <p:cond delay="1338"/>
                                          </p:stCondLst>
                                        </p:cTn>
                                        <p:tgtEl>
                                          <p:spTgt spid="3">
                                            <p:txEl>
                                              <p:pRg st="9" end="9"/>
                                            </p:txEl>
                                          </p:spTgt>
                                        </p:tgtEl>
                                      </p:cBhvr>
                                      <p:to x="100000" y="100000"/>
                                    </p:animScale>
                                    <p:animScale>
                                      <p:cBhvr>
                                        <p:cTn id="168" dur="26">
                                          <p:stCondLst>
                                            <p:cond delay="1642"/>
                                          </p:stCondLst>
                                        </p:cTn>
                                        <p:tgtEl>
                                          <p:spTgt spid="3">
                                            <p:txEl>
                                              <p:pRg st="9" end="9"/>
                                            </p:txEl>
                                          </p:spTgt>
                                        </p:tgtEl>
                                      </p:cBhvr>
                                      <p:to x="100000" y="90000"/>
                                    </p:animScale>
                                    <p:animScale>
                                      <p:cBhvr>
                                        <p:cTn id="169" dur="166" decel="50000">
                                          <p:stCondLst>
                                            <p:cond delay="1668"/>
                                          </p:stCondLst>
                                        </p:cTn>
                                        <p:tgtEl>
                                          <p:spTgt spid="3">
                                            <p:txEl>
                                              <p:pRg st="9" end="9"/>
                                            </p:txEl>
                                          </p:spTgt>
                                        </p:tgtEl>
                                      </p:cBhvr>
                                      <p:to x="100000" y="100000"/>
                                    </p:animScale>
                                    <p:animScale>
                                      <p:cBhvr>
                                        <p:cTn id="170" dur="26">
                                          <p:stCondLst>
                                            <p:cond delay="1808"/>
                                          </p:stCondLst>
                                        </p:cTn>
                                        <p:tgtEl>
                                          <p:spTgt spid="3">
                                            <p:txEl>
                                              <p:pRg st="9" end="9"/>
                                            </p:txEl>
                                          </p:spTgt>
                                        </p:tgtEl>
                                      </p:cBhvr>
                                      <p:to x="100000" y="95000"/>
                                    </p:animScale>
                                    <p:animScale>
                                      <p:cBhvr>
                                        <p:cTn id="171" dur="166" decel="50000">
                                          <p:stCondLst>
                                            <p:cond delay="1834"/>
                                          </p:stCondLst>
                                        </p:cTn>
                                        <p:tgtEl>
                                          <p:spTgt spid="3">
                                            <p:txEl>
                                              <p:pRg st="9" end="9"/>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ZA" dirty="0" smtClean="0"/>
              <a:t>SCOPE OF TESTING</a:t>
            </a:r>
            <a:endParaRPr lang="en-ZA" dirty="0"/>
          </a:p>
        </p:txBody>
      </p:sp>
      <p:sp>
        <p:nvSpPr>
          <p:cNvPr id="13" name="Content Placeholder 12"/>
          <p:cNvSpPr>
            <a:spLocks noGrp="1"/>
          </p:cNvSpPr>
          <p:nvPr>
            <p:ph idx="1"/>
          </p:nvPr>
        </p:nvSpPr>
        <p:spPr/>
        <p:txBody>
          <a:bodyPr/>
          <a:lstStyle/>
          <a:p>
            <a:pPr>
              <a:buFont typeface="Wingdings" panose="05000000000000000000" pitchFamily="2" charset="2"/>
              <a:buChar char="Ø"/>
            </a:pPr>
            <a:r>
              <a:rPr lang="en-US" i="1" dirty="0">
                <a:effectLst/>
              </a:rPr>
              <a:t>The component of the website to be tested (software and servers) are defined as in scope</a:t>
            </a:r>
            <a:endParaRPr lang="en-ZA" dirty="0">
              <a:effectLst/>
            </a:endParaRPr>
          </a:p>
          <a:p>
            <a:pPr>
              <a:buFont typeface="Wingdings" panose="05000000000000000000" pitchFamily="2" charset="2"/>
              <a:buChar char="Ø"/>
            </a:pPr>
            <a:r>
              <a:rPr lang="en-US" i="1" dirty="0">
                <a:effectLst/>
              </a:rPr>
              <a:t>The components of the website not to be tested are, defined as out of scope.</a:t>
            </a:r>
            <a:endParaRPr lang="en-ZA" dirty="0">
              <a:effectLst/>
            </a:endParaRPr>
          </a:p>
          <a:p>
            <a:pPr lvl="1">
              <a:buFont typeface="Wingdings" panose="05000000000000000000" pitchFamily="2" charset="2"/>
              <a:buChar char="Ø"/>
            </a:pPr>
            <a:r>
              <a:rPr lang="en-US" i="1" dirty="0" smtClean="0">
                <a:effectLst/>
              </a:rPr>
              <a:t>Our In </a:t>
            </a:r>
            <a:r>
              <a:rPr lang="en-US" i="1" dirty="0">
                <a:effectLst/>
              </a:rPr>
              <a:t>scope includes testing of full functionality of the website </a:t>
            </a:r>
            <a:endParaRPr lang="en-ZA" dirty="0">
              <a:effectLst/>
            </a:endParaRPr>
          </a:p>
          <a:p>
            <a:pPr lvl="1">
              <a:buFont typeface="Wingdings" panose="05000000000000000000" pitchFamily="2" charset="2"/>
              <a:buChar char="Ø"/>
            </a:pPr>
            <a:r>
              <a:rPr lang="en-US" i="1" dirty="0" smtClean="0">
                <a:effectLst/>
              </a:rPr>
              <a:t>Our In </a:t>
            </a:r>
            <a:r>
              <a:rPr lang="en-US" i="1" dirty="0">
                <a:effectLst/>
              </a:rPr>
              <a:t>scope, include both Automation and manual testing</a:t>
            </a:r>
            <a:endParaRPr lang="en-ZA" dirty="0">
              <a:effectLst/>
            </a:endParaRPr>
          </a:p>
          <a:p>
            <a:pPr lvl="1">
              <a:buFont typeface="Wingdings" panose="05000000000000000000" pitchFamily="2" charset="2"/>
              <a:buChar char="Ø"/>
            </a:pPr>
            <a:r>
              <a:rPr lang="en-US" i="1" dirty="0" smtClean="0">
                <a:effectLst/>
              </a:rPr>
              <a:t>Our Out </a:t>
            </a:r>
            <a:r>
              <a:rPr lang="en-US" i="1" dirty="0">
                <a:effectLst/>
              </a:rPr>
              <a:t>of scope includes API testing.</a:t>
            </a:r>
            <a:endParaRPr lang="en-ZA" dirty="0">
              <a:effectLst/>
            </a:endParaRPr>
          </a:p>
          <a:p>
            <a:endParaRPr lang="en-ZA" dirty="0"/>
          </a:p>
        </p:txBody>
      </p:sp>
    </p:spTree>
    <p:extLst>
      <p:ext uri="{BB962C8B-B14F-4D97-AF65-F5344CB8AC3E}">
        <p14:creationId xmlns:p14="http://schemas.microsoft.com/office/powerpoint/2010/main" val="217328801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000"/>
                                        <p:tgtEl>
                                          <p:spTgt spid="12"/>
                                        </p:tgtEl>
                                      </p:cBhvr>
                                    </p:animEffect>
                                    <p:anim calcmode="lin" valueType="num">
                                      <p:cBhvr>
                                        <p:cTn id="8" dur="2000" fill="hold"/>
                                        <p:tgtEl>
                                          <p:spTgt spid="12"/>
                                        </p:tgtEl>
                                        <p:attrNameLst>
                                          <p:attrName>ppt_w</p:attrName>
                                        </p:attrNameLst>
                                      </p:cBhvr>
                                      <p:tavLst>
                                        <p:tav tm="0" fmla="#ppt_w*sin(2.5*pi*$)">
                                          <p:val>
                                            <p:fltVal val="0"/>
                                          </p:val>
                                        </p:tav>
                                        <p:tav tm="100000">
                                          <p:val>
                                            <p:fltVal val="1"/>
                                          </p:val>
                                        </p:tav>
                                      </p:tavLst>
                                    </p:anim>
                                    <p:anim calcmode="lin" valueType="num">
                                      <p:cBhvr>
                                        <p:cTn id="9" dur="20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13">
                                            <p:txEl>
                                              <p:pRg st="0" end="0"/>
                                            </p:txEl>
                                          </p:spTgt>
                                        </p:tgtEl>
                                        <p:attrNameLst>
                                          <p:attrName>style.visibility</p:attrName>
                                        </p:attrNameLst>
                                      </p:cBhvr>
                                      <p:to>
                                        <p:strVal val="visible"/>
                                      </p:to>
                                    </p:set>
                                    <p:animEffect transition="in" filter="wipe(down)">
                                      <p:cBhvr>
                                        <p:cTn id="14" dur="580">
                                          <p:stCondLst>
                                            <p:cond delay="0"/>
                                          </p:stCondLst>
                                        </p:cTn>
                                        <p:tgtEl>
                                          <p:spTgt spid="13">
                                            <p:txEl>
                                              <p:pRg st="0" end="0"/>
                                            </p:txEl>
                                          </p:spTgt>
                                        </p:tgtEl>
                                      </p:cBhvr>
                                    </p:animEffect>
                                    <p:anim calcmode="lin" valueType="num">
                                      <p:cBhvr>
                                        <p:cTn id="15" dur="1822" tmFilter="0,0; 0.14,0.36; 0.43,0.73; 0.71,0.91; 1.0,1.0">
                                          <p:stCondLst>
                                            <p:cond delay="0"/>
                                          </p:stCondLst>
                                        </p:cTn>
                                        <p:tgtEl>
                                          <p:spTgt spid="13">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3">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3">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3">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3">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13">
                                            <p:txEl>
                                              <p:pRg st="0" end="0"/>
                                            </p:txEl>
                                          </p:spTgt>
                                        </p:tgtEl>
                                      </p:cBhvr>
                                      <p:to x="100000" y="60000"/>
                                    </p:animScale>
                                    <p:animScale>
                                      <p:cBhvr>
                                        <p:cTn id="21" dur="166" decel="50000">
                                          <p:stCondLst>
                                            <p:cond delay="676"/>
                                          </p:stCondLst>
                                        </p:cTn>
                                        <p:tgtEl>
                                          <p:spTgt spid="13">
                                            <p:txEl>
                                              <p:pRg st="0" end="0"/>
                                            </p:txEl>
                                          </p:spTgt>
                                        </p:tgtEl>
                                      </p:cBhvr>
                                      <p:to x="100000" y="100000"/>
                                    </p:animScale>
                                    <p:animScale>
                                      <p:cBhvr>
                                        <p:cTn id="22" dur="26">
                                          <p:stCondLst>
                                            <p:cond delay="1312"/>
                                          </p:stCondLst>
                                        </p:cTn>
                                        <p:tgtEl>
                                          <p:spTgt spid="13">
                                            <p:txEl>
                                              <p:pRg st="0" end="0"/>
                                            </p:txEl>
                                          </p:spTgt>
                                        </p:tgtEl>
                                      </p:cBhvr>
                                      <p:to x="100000" y="80000"/>
                                    </p:animScale>
                                    <p:animScale>
                                      <p:cBhvr>
                                        <p:cTn id="23" dur="166" decel="50000">
                                          <p:stCondLst>
                                            <p:cond delay="1338"/>
                                          </p:stCondLst>
                                        </p:cTn>
                                        <p:tgtEl>
                                          <p:spTgt spid="13">
                                            <p:txEl>
                                              <p:pRg st="0" end="0"/>
                                            </p:txEl>
                                          </p:spTgt>
                                        </p:tgtEl>
                                      </p:cBhvr>
                                      <p:to x="100000" y="100000"/>
                                    </p:animScale>
                                    <p:animScale>
                                      <p:cBhvr>
                                        <p:cTn id="24" dur="26">
                                          <p:stCondLst>
                                            <p:cond delay="1642"/>
                                          </p:stCondLst>
                                        </p:cTn>
                                        <p:tgtEl>
                                          <p:spTgt spid="13">
                                            <p:txEl>
                                              <p:pRg st="0" end="0"/>
                                            </p:txEl>
                                          </p:spTgt>
                                        </p:tgtEl>
                                      </p:cBhvr>
                                      <p:to x="100000" y="90000"/>
                                    </p:animScale>
                                    <p:animScale>
                                      <p:cBhvr>
                                        <p:cTn id="25" dur="166" decel="50000">
                                          <p:stCondLst>
                                            <p:cond delay="1668"/>
                                          </p:stCondLst>
                                        </p:cTn>
                                        <p:tgtEl>
                                          <p:spTgt spid="13">
                                            <p:txEl>
                                              <p:pRg st="0" end="0"/>
                                            </p:txEl>
                                          </p:spTgt>
                                        </p:tgtEl>
                                      </p:cBhvr>
                                      <p:to x="100000" y="100000"/>
                                    </p:animScale>
                                    <p:animScale>
                                      <p:cBhvr>
                                        <p:cTn id="26" dur="26">
                                          <p:stCondLst>
                                            <p:cond delay="1808"/>
                                          </p:stCondLst>
                                        </p:cTn>
                                        <p:tgtEl>
                                          <p:spTgt spid="13">
                                            <p:txEl>
                                              <p:pRg st="0" end="0"/>
                                            </p:txEl>
                                          </p:spTgt>
                                        </p:tgtEl>
                                      </p:cBhvr>
                                      <p:to x="100000" y="95000"/>
                                    </p:animScale>
                                    <p:animScale>
                                      <p:cBhvr>
                                        <p:cTn id="27" dur="166" decel="50000">
                                          <p:stCondLst>
                                            <p:cond delay="1834"/>
                                          </p:stCondLst>
                                        </p:cTn>
                                        <p:tgtEl>
                                          <p:spTgt spid="13">
                                            <p:txEl>
                                              <p:pRg st="0" end="0"/>
                                            </p:txEl>
                                          </p:spTgt>
                                        </p:tgtEl>
                                      </p:cBhvr>
                                      <p:to x="100000" y="100000"/>
                                    </p:animScale>
                                  </p:childTnLst>
                                </p:cTn>
                              </p:par>
                              <p:par>
                                <p:cTn id="28" presetID="26" presetClass="entr" presetSubtype="0" fill="hold" nodeType="withEffect">
                                  <p:stCondLst>
                                    <p:cond delay="0"/>
                                  </p:stCondLst>
                                  <p:childTnLst>
                                    <p:set>
                                      <p:cBhvr>
                                        <p:cTn id="29" dur="1" fill="hold">
                                          <p:stCondLst>
                                            <p:cond delay="0"/>
                                          </p:stCondLst>
                                        </p:cTn>
                                        <p:tgtEl>
                                          <p:spTgt spid="13">
                                            <p:txEl>
                                              <p:pRg st="1" end="1"/>
                                            </p:txEl>
                                          </p:spTgt>
                                        </p:tgtEl>
                                        <p:attrNameLst>
                                          <p:attrName>style.visibility</p:attrName>
                                        </p:attrNameLst>
                                      </p:cBhvr>
                                      <p:to>
                                        <p:strVal val="visible"/>
                                      </p:to>
                                    </p:set>
                                    <p:animEffect transition="in" filter="wipe(down)">
                                      <p:cBhvr>
                                        <p:cTn id="30" dur="580">
                                          <p:stCondLst>
                                            <p:cond delay="0"/>
                                          </p:stCondLst>
                                        </p:cTn>
                                        <p:tgtEl>
                                          <p:spTgt spid="13">
                                            <p:txEl>
                                              <p:pRg st="1" end="1"/>
                                            </p:txEl>
                                          </p:spTgt>
                                        </p:tgtEl>
                                      </p:cBhvr>
                                    </p:animEffect>
                                    <p:anim calcmode="lin" valueType="num">
                                      <p:cBhvr>
                                        <p:cTn id="31" dur="1822" tmFilter="0,0; 0.14,0.36; 0.43,0.73; 0.71,0.91; 1.0,1.0">
                                          <p:stCondLst>
                                            <p:cond delay="0"/>
                                          </p:stCondLst>
                                        </p:cTn>
                                        <p:tgtEl>
                                          <p:spTgt spid="13">
                                            <p:txEl>
                                              <p:pRg st="1" end="1"/>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13">
                                            <p:txEl>
                                              <p:pRg st="1" end="1"/>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13">
                                            <p:txEl>
                                              <p:pRg st="1" end="1"/>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13">
                                            <p:txEl>
                                              <p:pRg st="1" end="1"/>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13">
                                            <p:txEl>
                                              <p:pRg st="1" end="1"/>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13">
                                            <p:txEl>
                                              <p:pRg st="1" end="1"/>
                                            </p:txEl>
                                          </p:spTgt>
                                        </p:tgtEl>
                                      </p:cBhvr>
                                      <p:to x="100000" y="60000"/>
                                    </p:animScale>
                                    <p:animScale>
                                      <p:cBhvr>
                                        <p:cTn id="37" dur="166" decel="50000">
                                          <p:stCondLst>
                                            <p:cond delay="676"/>
                                          </p:stCondLst>
                                        </p:cTn>
                                        <p:tgtEl>
                                          <p:spTgt spid="13">
                                            <p:txEl>
                                              <p:pRg st="1" end="1"/>
                                            </p:txEl>
                                          </p:spTgt>
                                        </p:tgtEl>
                                      </p:cBhvr>
                                      <p:to x="100000" y="100000"/>
                                    </p:animScale>
                                    <p:animScale>
                                      <p:cBhvr>
                                        <p:cTn id="38" dur="26">
                                          <p:stCondLst>
                                            <p:cond delay="1312"/>
                                          </p:stCondLst>
                                        </p:cTn>
                                        <p:tgtEl>
                                          <p:spTgt spid="13">
                                            <p:txEl>
                                              <p:pRg st="1" end="1"/>
                                            </p:txEl>
                                          </p:spTgt>
                                        </p:tgtEl>
                                      </p:cBhvr>
                                      <p:to x="100000" y="80000"/>
                                    </p:animScale>
                                    <p:animScale>
                                      <p:cBhvr>
                                        <p:cTn id="39" dur="166" decel="50000">
                                          <p:stCondLst>
                                            <p:cond delay="1338"/>
                                          </p:stCondLst>
                                        </p:cTn>
                                        <p:tgtEl>
                                          <p:spTgt spid="13">
                                            <p:txEl>
                                              <p:pRg st="1" end="1"/>
                                            </p:txEl>
                                          </p:spTgt>
                                        </p:tgtEl>
                                      </p:cBhvr>
                                      <p:to x="100000" y="100000"/>
                                    </p:animScale>
                                    <p:animScale>
                                      <p:cBhvr>
                                        <p:cTn id="40" dur="26">
                                          <p:stCondLst>
                                            <p:cond delay="1642"/>
                                          </p:stCondLst>
                                        </p:cTn>
                                        <p:tgtEl>
                                          <p:spTgt spid="13">
                                            <p:txEl>
                                              <p:pRg st="1" end="1"/>
                                            </p:txEl>
                                          </p:spTgt>
                                        </p:tgtEl>
                                      </p:cBhvr>
                                      <p:to x="100000" y="90000"/>
                                    </p:animScale>
                                    <p:animScale>
                                      <p:cBhvr>
                                        <p:cTn id="41" dur="166" decel="50000">
                                          <p:stCondLst>
                                            <p:cond delay="1668"/>
                                          </p:stCondLst>
                                        </p:cTn>
                                        <p:tgtEl>
                                          <p:spTgt spid="13">
                                            <p:txEl>
                                              <p:pRg st="1" end="1"/>
                                            </p:txEl>
                                          </p:spTgt>
                                        </p:tgtEl>
                                      </p:cBhvr>
                                      <p:to x="100000" y="100000"/>
                                    </p:animScale>
                                    <p:animScale>
                                      <p:cBhvr>
                                        <p:cTn id="42" dur="26">
                                          <p:stCondLst>
                                            <p:cond delay="1808"/>
                                          </p:stCondLst>
                                        </p:cTn>
                                        <p:tgtEl>
                                          <p:spTgt spid="13">
                                            <p:txEl>
                                              <p:pRg st="1" end="1"/>
                                            </p:txEl>
                                          </p:spTgt>
                                        </p:tgtEl>
                                      </p:cBhvr>
                                      <p:to x="100000" y="95000"/>
                                    </p:animScale>
                                    <p:animScale>
                                      <p:cBhvr>
                                        <p:cTn id="43" dur="166" decel="50000">
                                          <p:stCondLst>
                                            <p:cond delay="1834"/>
                                          </p:stCondLst>
                                        </p:cTn>
                                        <p:tgtEl>
                                          <p:spTgt spid="13">
                                            <p:txEl>
                                              <p:pRg st="1" end="1"/>
                                            </p:txEl>
                                          </p:spTgt>
                                        </p:tgtEl>
                                      </p:cBhvr>
                                      <p:to x="100000" y="100000"/>
                                    </p:animScale>
                                  </p:childTnLst>
                                </p:cTn>
                              </p:par>
                              <p:par>
                                <p:cTn id="44" presetID="26" presetClass="entr" presetSubtype="0" fill="hold" nodeType="withEffect">
                                  <p:stCondLst>
                                    <p:cond delay="0"/>
                                  </p:stCondLst>
                                  <p:childTnLst>
                                    <p:set>
                                      <p:cBhvr>
                                        <p:cTn id="45" dur="1" fill="hold">
                                          <p:stCondLst>
                                            <p:cond delay="0"/>
                                          </p:stCondLst>
                                        </p:cTn>
                                        <p:tgtEl>
                                          <p:spTgt spid="13">
                                            <p:txEl>
                                              <p:pRg st="2" end="2"/>
                                            </p:txEl>
                                          </p:spTgt>
                                        </p:tgtEl>
                                        <p:attrNameLst>
                                          <p:attrName>style.visibility</p:attrName>
                                        </p:attrNameLst>
                                      </p:cBhvr>
                                      <p:to>
                                        <p:strVal val="visible"/>
                                      </p:to>
                                    </p:set>
                                    <p:animEffect transition="in" filter="wipe(down)">
                                      <p:cBhvr>
                                        <p:cTn id="46" dur="580">
                                          <p:stCondLst>
                                            <p:cond delay="0"/>
                                          </p:stCondLst>
                                        </p:cTn>
                                        <p:tgtEl>
                                          <p:spTgt spid="13">
                                            <p:txEl>
                                              <p:pRg st="2" end="2"/>
                                            </p:txEl>
                                          </p:spTgt>
                                        </p:tgtEl>
                                      </p:cBhvr>
                                    </p:animEffect>
                                    <p:anim calcmode="lin" valueType="num">
                                      <p:cBhvr>
                                        <p:cTn id="47" dur="1822" tmFilter="0,0; 0.14,0.36; 0.43,0.73; 0.71,0.91; 1.0,1.0">
                                          <p:stCondLst>
                                            <p:cond delay="0"/>
                                          </p:stCondLst>
                                        </p:cTn>
                                        <p:tgtEl>
                                          <p:spTgt spid="13">
                                            <p:txEl>
                                              <p:pRg st="2" end="2"/>
                                            </p:txEl>
                                          </p:spTgt>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13">
                                            <p:txEl>
                                              <p:pRg st="2" end="2"/>
                                            </p:txEl>
                                          </p:spTgt>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13">
                                            <p:txEl>
                                              <p:pRg st="2" end="2"/>
                                            </p:txEl>
                                          </p:spTgt>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13">
                                            <p:txEl>
                                              <p:pRg st="2" end="2"/>
                                            </p:txEl>
                                          </p:spTgt>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13">
                                            <p:txEl>
                                              <p:pRg st="2" end="2"/>
                                            </p:txEl>
                                          </p:spTgt>
                                        </p:tgtEl>
                                        <p:attrNameLst>
                                          <p:attrName>ppt_y</p:attrName>
                                        </p:attrNameLst>
                                      </p:cBhvr>
                                      <p:tavLst>
                                        <p:tav tm="0" fmla="#ppt_y-sin(pi*$)/81">
                                          <p:val>
                                            <p:fltVal val="0"/>
                                          </p:val>
                                        </p:tav>
                                        <p:tav tm="100000">
                                          <p:val>
                                            <p:fltVal val="1"/>
                                          </p:val>
                                        </p:tav>
                                      </p:tavLst>
                                    </p:anim>
                                    <p:animScale>
                                      <p:cBhvr>
                                        <p:cTn id="52" dur="26">
                                          <p:stCondLst>
                                            <p:cond delay="650"/>
                                          </p:stCondLst>
                                        </p:cTn>
                                        <p:tgtEl>
                                          <p:spTgt spid="13">
                                            <p:txEl>
                                              <p:pRg st="2" end="2"/>
                                            </p:txEl>
                                          </p:spTgt>
                                        </p:tgtEl>
                                      </p:cBhvr>
                                      <p:to x="100000" y="60000"/>
                                    </p:animScale>
                                    <p:animScale>
                                      <p:cBhvr>
                                        <p:cTn id="53" dur="166" decel="50000">
                                          <p:stCondLst>
                                            <p:cond delay="676"/>
                                          </p:stCondLst>
                                        </p:cTn>
                                        <p:tgtEl>
                                          <p:spTgt spid="13">
                                            <p:txEl>
                                              <p:pRg st="2" end="2"/>
                                            </p:txEl>
                                          </p:spTgt>
                                        </p:tgtEl>
                                      </p:cBhvr>
                                      <p:to x="100000" y="100000"/>
                                    </p:animScale>
                                    <p:animScale>
                                      <p:cBhvr>
                                        <p:cTn id="54" dur="26">
                                          <p:stCondLst>
                                            <p:cond delay="1312"/>
                                          </p:stCondLst>
                                        </p:cTn>
                                        <p:tgtEl>
                                          <p:spTgt spid="13">
                                            <p:txEl>
                                              <p:pRg st="2" end="2"/>
                                            </p:txEl>
                                          </p:spTgt>
                                        </p:tgtEl>
                                      </p:cBhvr>
                                      <p:to x="100000" y="80000"/>
                                    </p:animScale>
                                    <p:animScale>
                                      <p:cBhvr>
                                        <p:cTn id="55" dur="166" decel="50000">
                                          <p:stCondLst>
                                            <p:cond delay="1338"/>
                                          </p:stCondLst>
                                        </p:cTn>
                                        <p:tgtEl>
                                          <p:spTgt spid="13">
                                            <p:txEl>
                                              <p:pRg st="2" end="2"/>
                                            </p:txEl>
                                          </p:spTgt>
                                        </p:tgtEl>
                                      </p:cBhvr>
                                      <p:to x="100000" y="100000"/>
                                    </p:animScale>
                                    <p:animScale>
                                      <p:cBhvr>
                                        <p:cTn id="56" dur="26">
                                          <p:stCondLst>
                                            <p:cond delay="1642"/>
                                          </p:stCondLst>
                                        </p:cTn>
                                        <p:tgtEl>
                                          <p:spTgt spid="13">
                                            <p:txEl>
                                              <p:pRg st="2" end="2"/>
                                            </p:txEl>
                                          </p:spTgt>
                                        </p:tgtEl>
                                      </p:cBhvr>
                                      <p:to x="100000" y="90000"/>
                                    </p:animScale>
                                    <p:animScale>
                                      <p:cBhvr>
                                        <p:cTn id="57" dur="166" decel="50000">
                                          <p:stCondLst>
                                            <p:cond delay="1668"/>
                                          </p:stCondLst>
                                        </p:cTn>
                                        <p:tgtEl>
                                          <p:spTgt spid="13">
                                            <p:txEl>
                                              <p:pRg st="2" end="2"/>
                                            </p:txEl>
                                          </p:spTgt>
                                        </p:tgtEl>
                                      </p:cBhvr>
                                      <p:to x="100000" y="100000"/>
                                    </p:animScale>
                                    <p:animScale>
                                      <p:cBhvr>
                                        <p:cTn id="58" dur="26">
                                          <p:stCondLst>
                                            <p:cond delay="1808"/>
                                          </p:stCondLst>
                                        </p:cTn>
                                        <p:tgtEl>
                                          <p:spTgt spid="13">
                                            <p:txEl>
                                              <p:pRg st="2" end="2"/>
                                            </p:txEl>
                                          </p:spTgt>
                                        </p:tgtEl>
                                      </p:cBhvr>
                                      <p:to x="100000" y="95000"/>
                                    </p:animScale>
                                    <p:animScale>
                                      <p:cBhvr>
                                        <p:cTn id="59" dur="166" decel="50000">
                                          <p:stCondLst>
                                            <p:cond delay="1834"/>
                                          </p:stCondLst>
                                        </p:cTn>
                                        <p:tgtEl>
                                          <p:spTgt spid="13">
                                            <p:txEl>
                                              <p:pRg st="2" end="2"/>
                                            </p:txEl>
                                          </p:spTgt>
                                        </p:tgtEl>
                                      </p:cBhvr>
                                      <p:to x="100000" y="100000"/>
                                    </p:animScale>
                                  </p:childTnLst>
                                </p:cTn>
                              </p:par>
                              <p:par>
                                <p:cTn id="60" presetID="26" presetClass="entr" presetSubtype="0" fill="hold" nodeType="withEffect">
                                  <p:stCondLst>
                                    <p:cond delay="0"/>
                                  </p:stCondLst>
                                  <p:childTnLst>
                                    <p:set>
                                      <p:cBhvr>
                                        <p:cTn id="61" dur="1" fill="hold">
                                          <p:stCondLst>
                                            <p:cond delay="0"/>
                                          </p:stCondLst>
                                        </p:cTn>
                                        <p:tgtEl>
                                          <p:spTgt spid="13">
                                            <p:txEl>
                                              <p:pRg st="3" end="3"/>
                                            </p:txEl>
                                          </p:spTgt>
                                        </p:tgtEl>
                                        <p:attrNameLst>
                                          <p:attrName>style.visibility</p:attrName>
                                        </p:attrNameLst>
                                      </p:cBhvr>
                                      <p:to>
                                        <p:strVal val="visible"/>
                                      </p:to>
                                    </p:set>
                                    <p:animEffect transition="in" filter="wipe(down)">
                                      <p:cBhvr>
                                        <p:cTn id="62" dur="580">
                                          <p:stCondLst>
                                            <p:cond delay="0"/>
                                          </p:stCondLst>
                                        </p:cTn>
                                        <p:tgtEl>
                                          <p:spTgt spid="13">
                                            <p:txEl>
                                              <p:pRg st="3" end="3"/>
                                            </p:txEl>
                                          </p:spTgt>
                                        </p:tgtEl>
                                      </p:cBhvr>
                                    </p:animEffect>
                                    <p:anim calcmode="lin" valueType="num">
                                      <p:cBhvr>
                                        <p:cTn id="63" dur="1822" tmFilter="0,0; 0.14,0.36; 0.43,0.73; 0.71,0.91; 1.0,1.0">
                                          <p:stCondLst>
                                            <p:cond delay="0"/>
                                          </p:stCondLst>
                                        </p:cTn>
                                        <p:tgtEl>
                                          <p:spTgt spid="13">
                                            <p:txEl>
                                              <p:pRg st="3" end="3"/>
                                            </p:txEl>
                                          </p:spTgt>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13">
                                            <p:txEl>
                                              <p:pRg st="3" end="3"/>
                                            </p:txEl>
                                          </p:spTgt>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13">
                                            <p:txEl>
                                              <p:pRg st="3" end="3"/>
                                            </p:txEl>
                                          </p:spTgt>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13">
                                            <p:txEl>
                                              <p:pRg st="3" end="3"/>
                                            </p:txEl>
                                          </p:spTgt>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13">
                                            <p:txEl>
                                              <p:pRg st="3" end="3"/>
                                            </p:txEl>
                                          </p:spTgt>
                                        </p:tgtEl>
                                        <p:attrNameLst>
                                          <p:attrName>ppt_y</p:attrName>
                                        </p:attrNameLst>
                                      </p:cBhvr>
                                      <p:tavLst>
                                        <p:tav tm="0" fmla="#ppt_y-sin(pi*$)/81">
                                          <p:val>
                                            <p:fltVal val="0"/>
                                          </p:val>
                                        </p:tav>
                                        <p:tav tm="100000">
                                          <p:val>
                                            <p:fltVal val="1"/>
                                          </p:val>
                                        </p:tav>
                                      </p:tavLst>
                                    </p:anim>
                                    <p:animScale>
                                      <p:cBhvr>
                                        <p:cTn id="68" dur="26">
                                          <p:stCondLst>
                                            <p:cond delay="650"/>
                                          </p:stCondLst>
                                        </p:cTn>
                                        <p:tgtEl>
                                          <p:spTgt spid="13">
                                            <p:txEl>
                                              <p:pRg st="3" end="3"/>
                                            </p:txEl>
                                          </p:spTgt>
                                        </p:tgtEl>
                                      </p:cBhvr>
                                      <p:to x="100000" y="60000"/>
                                    </p:animScale>
                                    <p:animScale>
                                      <p:cBhvr>
                                        <p:cTn id="69" dur="166" decel="50000">
                                          <p:stCondLst>
                                            <p:cond delay="676"/>
                                          </p:stCondLst>
                                        </p:cTn>
                                        <p:tgtEl>
                                          <p:spTgt spid="13">
                                            <p:txEl>
                                              <p:pRg st="3" end="3"/>
                                            </p:txEl>
                                          </p:spTgt>
                                        </p:tgtEl>
                                      </p:cBhvr>
                                      <p:to x="100000" y="100000"/>
                                    </p:animScale>
                                    <p:animScale>
                                      <p:cBhvr>
                                        <p:cTn id="70" dur="26">
                                          <p:stCondLst>
                                            <p:cond delay="1312"/>
                                          </p:stCondLst>
                                        </p:cTn>
                                        <p:tgtEl>
                                          <p:spTgt spid="13">
                                            <p:txEl>
                                              <p:pRg st="3" end="3"/>
                                            </p:txEl>
                                          </p:spTgt>
                                        </p:tgtEl>
                                      </p:cBhvr>
                                      <p:to x="100000" y="80000"/>
                                    </p:animScale>
                                    <p:animScale>
                                      <p:cBhvr>
                                        <p:cTn id="71" dur="166" decel="50000">
                                          <p:stCondLst>
                                            <p:cond delay="1338"/>
                                          </p:stCondLst>
                                        </p:cTn>
                                        <p:tgtEl>
                                          <p:spTgt spid="13">
                                            <p:txEl>
                                              <p:pRg st="3" end="3"/>
                                            </p:txEl>
                                          </p:spTgt>
                                        </p:tgtEl>
                                      </p:cBhvr>
                                      <p:to x="100000" y="100000"/>
                                    </p:animScale>
                                    <p:animScale>
                                      <p:cBhvr>
                                        <p:cTn id="72" dur="26">
                                          <p:stCondLst>
                                            <p:cond delay="1642"/>
                                          </p:stCondLst>
                                        </p:cTn>
                                        <p:tgtEl>
                                          <p:spTgt spid="13">
                                            <p:txEl>
                                              <p:pRg st="3" end="3"/>
                                            </p:txEl>
                                          </p:spTgt>
                                        </p:tgtEl>
                                      </p:cBhvr>
                                      <p:to x="100000" y="90000"/>
                                    </p:animScale>
                                    <p:animScale>
                                      <p:cBhvr>
                                        <p:cTn id="73" dur="166" decel="50000">
                                          <p:stCondLst>
                                            <p:cond delay="1668"/>
                                          </p:stCondLst>
                                        </p:cTn>
                                        <p:tgtEl>
                                          <p:spTgt spid="13">
                                            <p:txEl>
                                              <p:pRg st="3" end="3"/>
                                            </p:txEl>
                                          </p:spTgt>
                                        </p:tgtEl>
                                      </p:cBhvr>
                                      <p:to x="100000" y="100000"/>
                                    </p:animScale>
                                    <p:animScale>
                                      <p:cBhvr>
                                        <p:cTn id="74" dur="26">
                                          <p:stCondLst>
                                            <p:cond delay="1808"/>
                                          </p:stCondLst>
                                        </p:cTn>
                                        <p:tgtEl>
                                          <p:spTgt spid="13">
                                            <p:txEl>
                                              <p:pRg st="3" end="3"/>
                                            </p:txEl>
                                          </p:spTgt>
                                        </p:tgtEl>
                                      </p:cBhvr>
                                      <p:to x="100000" y="95000"/>
                                    </p:animScale>
                                    <p:animScale>
                                      <p:cBhvr>
                                        <p:cTn id="75" dur="166" decel="50000">
                                          <p:stCondLst>
                                            <p:cond delay="1834"/>
                                          </p:stCondLst>
                                        </p:cTn>
                                        <p:tgtEl>
                                          <p:spTgt spid="13">
                                            <p:txEl>
                                              <p:pRg st="3" end="3"/>
                                            </p:txEl>
                                          </p:spTgt>
                                        </p:tgtEl>
                                      </p:cBhvr>
                                      <p:to x="100000" y="100000"/>
                                    </p:animScale>
                                  </p:childTnLst>
                                </p:cTn>
                              </p:par>
                              <p:par>
                                <p:cTn id="76" presetID="26" presetClass="entr" presetSubtype="0" fill="hold" nodeType="withEffect">
                                  <p:stCondLst>
                                    <p:cond delay="0"/>
                                  </p:stCondLst>
                                  <p:childTnLst>
                                    <p:set>
                                      <p:cBhvr>
                                        <p:cTn id="77" dur="1" fill="hold">
                                          <p:stCondLst>
                                            <p:cond delay="0"/>
                                          </p:stCondLst>
                                        </p:cTn>
                                        <p:tgtEl>
                                          <p:spTgt spid="13">
                                            <p:txEl>
                                              <p:pRg st="4" end="4"/>
                                            </p:txEl>
                                          </p:spTgt>
                                        </p:tgtEl>
                                        <p:attrNameLst>
                                          <p:attrName>style.visibility</p:attrName>
                                        </p:attrNameLst>
                                      </p:cBhvr>
                                      <p:to>
                                        <p:strVal val="visible"/>
                                      </p:to>
                                    </p:set>
                                    <p:animEffect transition="in" filter="wipe(down)">
                                      <p:cBhvr>
                                        <p:cTn id="78" dur="580">
                                          <p:stCondLst>
                                            <p:cond delay="0"/>
                                          </p:stCondLst>
                                        </p:cTn>
                                        <p:tgtEl>
                                          <p:spTgt spid="13">
                                            <p:txEl>
                                              <p:pRg st="4" end="4"/>
                                            </p:txEl>
                                          </p:spTgt>
                                        </p:tgtEl>
                                      </p:cBhvr>
                                    </p:animEffect>
                                    <p:anim calcmode="lin" valueType="num">
                                      <p:cBhvr>
                                        <p:cTn id="79" dur="1822" tmFilter="0,0; 0.14,0.36; 0.43,0.73; 0.71,0.91; 1.0,1.0">
                                          <p:stCondLst>
                                            <p:cond delay="0"/>
                                          </p:stCondLst>
                                        </p:cTn>
                                        <p:tgtEl>
                                          <p:spTgt spid="13">
                                            <p:txEl>
                                              <p:pRg st="4" end="4"/>
                                            </p:txEl>
                                          </p:spTgt>
                                        </p:tgtEl>
                                        <p:attrNameLst>
                                          <p:attrName>ppt_x</p:attrName>
                                        </p:attrNameLst>
                                      </p:cBhvr>
                                      <p:tavLst>
                                        <p:tav tm="0">
                                          <p:val>
                                            <p:strVal val="#ppt_x-0.25"/>
                                          </p:val>
                                        </p:tav>
                                        <p:tav tm="100000">
                                          <p:val>
                                            <p:strVal val="#ppt_x"/>
                                          </p:val>
                                        </p:tav>
                                      </p:tavLst>
                                    </p:anim>
                                    <p:anim calcmode="lin" valueType="num">
                                      <p:cBhvr>
                                        <p:cTn id="80" dur="664" tmFilter="0.0,0.0; 0.25,0.07; 0.50,0.2; 0.75,0.467; 1.0,1.0">
                                          <p:stCondLst>
                                            <p:cond delay="0"/>
                                          </p:stCondLst>
                                        </p:cTn>
                                        <p:tgtEl>
                                          <p:spTgt spid="13">
                                            <p:txEl>
                                              <p:pRg st="4" end="4"/>
                                            </p:txEl>
                                          </p:spTgt>
                                        </p:tgtEl>
                                        <p:attrNameLst>
                                          <p:attrName>ppt_y</p:attrName>
                                        </p:attrNameLst>
                                      </p:cBhvr>
                                      <p:tavLst>
                                        <p:tav tm="0" fmla="#ppt_y-sin(pi*$)/3">
                                          <p:val>
                                            <p:fltVal val="0.5"/>
                                          </p:val>
                                        </p:tav>
                                        <p:tav tm="100000">
                                          <p:val>
                                            <p:fltVal val="1"/>
                                          </p:val>
                                        </p:tav>
                                      </p:tavLst>
                                    </p:anim>
                                    <p:anim calcmode="lin" valueType="num">
                                      <p:cBhvr>
                                        <p:cTn id="81" dur="664" tmFilter="0, 0; 0.125,0.2665; 0.25,0.4; 0.375,0.465; 0.5,0.5;  0.625,0.535; 0.75,0.6; 0.875,0.7335; 1,1">
                                          <p:stCondLst>
                                            <p:cond delay="664"/>
                                          </p:stCondLst>
                                        </p:cTn>
                                        <p:tgtEl>
                                          <p:spTgt spid="13">
                                            <p:txEl>
                                              <p:pRg st="4" end="4"/>
                                            </p:txEl>
                                          </p:spTgt>
                                        </p:tgtEl>
                                        <p:attrNameLst>
                                          <p:attrName>ppt_y</p:attrName>
                                        </p:attrNameLst>
                                      </p:cBhvr>
                                      <p:tavLst>
                                        <p:tav tm="0" fmla="#ppt_y-sin(pi*$)/9">
                                          <p:val>
                                            <p:fltVal val="0"/>
                                          </p:val>
                                        </p:tav>
                                        <p:tav tm="100000">
                                          <p:val>
                                            <p:fltVal val="1"/>
                                          </p:val>
                                        </p:tav>
                                      </p:tavLst>
                                    </p:anim>
                                    <p:anim calcmode="lin" valueType="num">
                                      <p:cBhvr>
                                        <p:cTn id="82" dur="332" tmFilter="0, 0; 0.125,0.2665; 0.25,0.4; 0.375,0.465; 0.5,0.5;  0.625,0.535; 0.75,0.6; 0.875,0.7335; 1,1">
                                          <p:stCondLst>
                                            <p:cond delay="1324"/>
                                          </p:stCondLst>
                                        </p:cTn>
                                        <p:tgtEl>
                                          <p:spTgt spid="13">
                                            <p:txEl>
                                              <p:pRg st="4" end="4"/>
                                            </p:txEl>
                                          </p:spTgt>
                                        </p:tgtEl>
                                        <p:attrNameLst>
                                          <p:attrName>ppt_y</p:attrName>
                                        </p:attrNameLst>
                                      </p:cBhvr>
                                      <p:tavLst>
                                        <p:tav tm="0" fmla="#ppt_y-sin(pi*$)/27">
                                          <p:val>
                                            <p:fltVal val="0"/>
                                          </p:val>
                                        </p:tav>
                                        <p:tav tm="100000">
                                          <p:val>
                                            <p:fltVal val="1"/>
                                          </p:val>
                                        </p:tav>
                                      </p:tavLst>
                                    </p:anim>
                                    <p:anim calcmode="lin" valueType="num">
                                      <p:cBhvr>
                                        <p:cTn id="83" dur="164" tmFilter="0, 0; 0.125,0.2665; 0.25,0.4; 0.375,0.465; 0.5,0.5;  0.625,0.535; 0.75,0.6; 0.875,0.7335; 1,1">
                                          <p:stCondLst>
                                            <p:cond delay="1656"/>
                                          </p:stCondLst>
                                        </p:cTn>
                                        <p:tgtEl>
                                          <p:spTgt spid="13">
                                            <p:txEl>
                                              <p:pRg st="4" end="4"/>
                                            </p:txEl>
                                          </p:spTgt>
                                        </p:tgtEl>
                                        <p:attrNameLst>
                                          <p:attrName>ppt_y</p:attrName>
                                        </p:attrNameLst>
                                      </p:cBhvr>
                                      <p:tavLst>
                                        <p:tav tm="0" fmla="#ppt_y-sin(pi*$)/81">
                                          <p:val>
                                            <p:fltVal val="0"/>
                                          </p:val>
                                        </p:tav>
                                        <p:tav tm="100000">
                                          <p:val>
                                            <p:fltVal val="1"/>
                                          </p:val>
                                        </p:tav>
                                      </p:tavLst>
                                    </p:anim>
                                    <p:animScale>
                                      <p:cBhvr>
                                        <p:cTn id="84" dur="26">
                                          <p:stCondLst>
                                            <p:cond delay="650"/>
                                          </p:stCondLst>
                                        </p:cTn>
                                        <p:tgtEl>
                                          <p:spTgt spid="13">
                                            <p:txEl>
                                              <p:pRg st="4" end="4"/>
                                            </p:txEl>
                                          </p:spTgt>
                                        </p:tgtEl>
                                      </p:cBhvr>
                                      <p:to x="100000" y="60000"/>
                                    </p:animScale>
                                    <p:animScale>
                                      <p:cBhvr>
                                        <p:cTn id="85" dur="166" decel="50000">
                                          <p:stCondLst>
                                            <p:cond delay="676"/>
                                          </p:stCondLst>
                                        </p:cTn>
                                        <p:tgtEl>
                                          <p:spTgt spid="13">
                                            <p:txEl>
                                              <p:pRg st="4" end="4"/>
                                            </p:txEl>
                                          </p:spTgt>
                                        </p:tgtEl>
                                      </p:cBhvr>
                                      <p:to x="100000" y="100000"/>
                                    </p:animScale>
                                    <p:animScale>
                                      <p:cBhvr>
                                        <p:cTn id="86" dur="26">
                                          <p:stCondLst>
                                            <p:cond delay="1312"/>
                                          </p:stCondLst>
                                        </p:cTn>
                                        <p:tgtEl>
                                          <p:spTgt spid="13">
                                            <p:txEl>
                                              <p:pRg st="4" end="4"/>
                                            </p:txEl>
                                          </p:spTgt>
                                        </p:tgtEl>
                                      </p:cBhvr>
                                      <p:to x="100000" y="80000"/>
                                    </p:animScale>
                                    <p:animScale>
                                      <p:cBhvr>
                                        <p:cTn id="87" dur="166" decel="50000">
                                          <p:stCondLst>
                                            <p:cond delay="1338"/>
                                          </p:stCondLst>
                                        </p:cTn>
                                        <p:tgtEl>
                                          <p:spTgt spid="13">
                                            <p:txEl>
                                              <p:pRg st="4" end="4"/>
                                            </p:txEl>
                                          </p:spTgt>
                                        </p:tgtEl>
                                      </p:cBhvr>
                                      <p:to x="100000" y="100000"/>
                                    </p:animScale>
                                    <p:animScale>
                                      <p:cBhvr>
                                        <p:cTn id="88" dur="26">
                                          <p:stCondLst>
                                            <p:cond delay="1642"/>
                                          </p:stCondLst>
                                        </p:cTn>
                                        <p:tgtEl>
                                          <p:spTgt spid="13">
                                            <p:txEl>
                                              <p:pRg st="4" end="4"/>
                                            </p:txEl>
                                          </p:spTgt>
                                        </p:tgtEl>
                                      </p:cBhvr>
                                      <p:to x="100000" y="90000"/>
                                    </p:animScale>
                                    <p:animScale>
                                      <p:cBhvr>
                                        <p:cTn id="89" dur="166" decel="50000">
                                          <p:stCondLst>
                                            <p:cond delay="1668"/>
                                          </p:stCondLst>
                                        </p:cTn>
                                        <p:tgtEl>
                                          <p:spTgt spid="13">
                                            <p:txEl>
                                              <p:pRg st="4" end="4"/>
                                            </p:txEl>
                                          </p:spTgt>
                                        </p:tgtEl>
                                      </p:cBhvr>
                                      <p:to x="100000" y="100000"/>
                                    </p:animScale>
                                    <p:animScale>
                                      <p:cBhvr>
                                        <p:cTn id="90" dur="26">
                                          <p:stCondLst>
                                            <p:cond delay="1808"/>
                                          </p:stCondLst>
                                        </p:cTn>
                                        <p:tgtEl>
                                          <p:spTgt spid="13">
                                            <p:txEl>
                                              <p:pRg st="4" end="4"/>
                                            </p:txEl>
                                          </p:spTgt>
                                        </p:tgtEl>
                                      </p:cBhvr>
                                      <p:to x="100000" y="95000"/>
                                    </p:animScale>
                                    <p:animScale>
                                      <p:cBhvr>
                                        <p:cTn id="91" dur="166" decel="50000">
                                          <p:stCondLst>
                                            <p:cond delay="1834"/>
                                          </p:stCondLst>
                                        </p:cTn>
                                        <p:tgtEl>
                                          <p:spTgt spid="13">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ZA" dirty="0" smtClean="0"/>
              <a:t>Test items</a:t>
            </a:r>
            <a:endParaRPr lang="en-ZA" dirty="0"/>
          </a:p>
        </p:txBody>
      </p:sp>
      <p:sp>
        <p:nvSpPr>
          <p:cNvPr id="5" name="Text Placeholder 4"/>
          <p:cNvSpPr>
            <a:spLocks noGrp="1"/>
          </p:cNvSpPr>
          <p:nvPr>
            <p:ph type="body" idx="1"/>
          </p:nvPr>
        </p:nvSpPr>
        <p:spPr/>
        <p:txBody>
          <a:bodyPr/>
          <a:lstStyle/>
          <a:p>
            <a:r>
              <a:rPr lang="en-US" dirty="0" smtClean="0">
                <a:effectLst/>
              </a:rPr>
              <a:t> SECURITY TESTING :</a:t>
            </a:r>
            <a:endParaRPr lang="en-ZA" dirty="0"/>
          </a:p>
        </p:txBody>
      </p:sp>
      <p:sp>
        <p:nvSpPr>
          <p:cNvPr id="6" name="Content Placeholder 5"/>
          <p:cNvSpPr>
            <a:spLocks noGrp="1"/>
          </p:cNvSpPr>
          <p:nvPr>
            <p:ph sz="half" idx="2"/>
          </p:nvPr>
        </p:nvSpPr>
        <p:spPr/>
        <p:txBody>
          <a:bodyPr/>
          <a:lstStyle/>
          <a:p>
            <a:pPr>
              <a:buFont typeface="Wingdings" panose="05000000000000000000" pitchFamily="2" charset="2"/>
              <a:buChar char="Ø"/>
            </a:pPr>
            <a:r>
              <a:rPr lang="en-US" i="1" dirty="0">
                <a:effectLst/>
              </a:rPr>
              <a:t>Verify Login.</a:t>
            </a:r>
            <a:endParaRPr lang="en-ZA" dirty="0">
              <a:effectLst/>
            </a:endParaRPr>
          </a:p>
          <a:p>
            <a:pPr>
              <a:buFont typeface="Wingdings" panose="05000000000000000000" pitchFamily="2" charset="2"/>
              <a:buChar char="Ø"/>
            </a:pPr>
            <a:r>
              <a:rPr lang="en-US" i="1" dirty="0">
                <a:effectLst/>
              </a:rPr>
              <a:t>Verify Login security through user name and password mechanisms.</a:t>
            </a:r>
            <a:endParaRPr lang="en-ZA" dirty="0">
              <a:effectLst/>
            </a:endParaRPr>
          </a:p>
          <a:p>
            <a:pPr marL="0" indent="0">
              <a:buNone/>
            </a:pPr>
            <a:endParaRPr lang="en-ZA" dirty="0"/>
          </a:p>
        </p:txBody>
      </p:sp>
      <p:sp>
        <p:nvSpPr>
          <p:cNvPr id="7" name="Text Placeholder 6"/>
          <p:cNvSpPr>
            <a:spLocks noGrp="1"/>
          </p:cNvSpPr>
          <p:nvPr>
            <p:ph type="body" sz="quarter" idx="3"/>
          </p:nvPr>
        </p:nvSpPr>
        <p:spPr/>
        <p:txBody>
          <a:bodyPr/>
          <a:lstStyle/>
          <a:p>
            <a:r>
              <a:rPr lang="en-ZA" dirty="0" smtClean="0"/>
              <a:t>PERFORMANCE TESTING :</a:t>
            </a:r>
            <a:endParaRPr lang="en-ZA" dirty="0"/>
          </a:p>
        </p:txBody>
      </p:sp>
      <p:sp>
        <p:nvSpPr>
          <p:cNvPr id="8" name="Content Placeholder 7"/>
          <p:cNvSpPr>
            <a:spLocks noGrp="1"/>
          </p:cNvSpPr>
          <p:nvPr>
            <p:ph sz="quarter" idx="4"/>
          </p:nvPr>
        </p:nvSpPr>
        <p:spPr>
          <a:xfrm>
            <a:off x="6172200" y="2912232"/>
            <a:ext cx="5095357" cy="3643114"/>
          </a:xfrm>
        </p:spPr>
        <p:txBody>
          <a:bodyPr>
            <a:normAutofit fontScale="70000" lnSpcReduction="20000"/>
          </a:bodyPr>
          <a:lstStyle/>
          <a:p>
            <a:pPr>
              <a:buFont typeface="Wingdings" panose="05000000000000000000" pitchFamily="2" charset="2"/>
              <a:buChar char="Ø"/>
            </a:pPr>
            <a:r>
              <a:rPr lang="en-US" sz="2600" i="1" dirty="0">
                <a:effectLst/>
              </a:rPr>
              <a:t>Verify response time to access the website.</a:t>
            </a:r>
            <a:endParaRPr lang="en-ZA" sz="2600" dirty="0">
              <a:effectLst/>
            </a:endParaRPr>
          </a:p>
          <a:p>
            <a:pPr>
              <a:buFont typeface="Wingdings" panose="05000000000000000000" pitchFamily="2" charset="2"/>
              <a:buChar char="Ø"/>
            </a:pPr>
            <a:r>
              <a:rPr lang="en-US" sz="2600" i="1" dirty="0">
                <a:effectLst/>
              </a:rPr>
              <a:t>Verify response time to access dashboard after login.</a:t>
            </a:r>
            <a:endParaRPr lang="en-ZA" sz="2600" dirty="0">
              <a:effectLst/>
            </a:endParaRPr>
          </a:p>
          <a:p>
            <a:pPr>
              <a:buFont typeface="Wingdings" panose="05000000000000000000" pitchFamily="2" charset="2"/>
              <a:buChar char="Ø"/>
            </a:pPr>
            <a:r>
              <a:rPr lang="en-US" sz="2600" i="1" dirty="0">
                <a:effectLst/>
              </a:rPr>
              <a:t>Verify response time for remote login.</a:t>
            </a:r>
            <a:endParaRPr lang="en-ZA" sz="2600" dirty="0">
              <a:effectLst/>
            </a:endParaRPr>
          </a:p>
          <a:p>
            <a:pPr>
              <a:buFont typeface="Wingdings" panose="05000000000000000000" pitchFamily="2" charset="2"/>
              <a:buChar char="Ø"/>
            </a:pPr>
            <a:r>
              <a:rPr lang="en-US" sz="2600" i="1" dirty="0">
                <a:effectLst/>
              </a:rPr>
              <a:t>Verify response time for items checkout.</a:t>
            </a:r>
            <a:endParaRPr lang="en-ZA" sz="2600" dirty="0">
              <a:effectLst/>
            </a:endParaRPr>
          </a:p>
          <a:p>
            <a:pPr>
              <a:buFont typeface="Wingdings" panose="05000000000000000000" pitchFamily="2" charset="2"/>
              <a:buChar char="Ø"/>
            </a:pPr>
            <a:r>
              <a:rPr lang="en-US" sz="2600" i="1" dirty="0">
                <a:effectLst/>
              </a:rPr>
              <a:t>Verify system response when loaded with 200 logged on customer.</a:t>
            </a:r>
            <a:endParaRPr lang="en-ZA" sz="2600" dirty="0">
              <a:effectLst/>
            </a:endParaRPr>
          </a:p>
          <a:p>
            <a:pPr>
              <a:buFont typeface="Wingdings" panose="05000000000000000000" pitchFamily="2" charset="2"/>
              <a:buChar char="Ø"/>
            </a:pPr>
            <a:r>
              <a:rPr lang="en-US" sz="2600" i="1" dirty="0">
                <a:effectLst/>
              </a:rPr>
              <a:t>Verify system response when 50 simultaneous customer accesses to the shopping cart</a:t>
            </a:r>
            <a:r>
              <a:rPr lang="en-US" sz="2600" dirty="0">
                <a:effectLst/>
              </a:rPr>
              <a:t>.</a:t>
            </a:r>
            <a:endParaRPr lang="en-ZA" sz="2600" dirty="0">
              <a:effectLst/>
            </a:endParaRPr>
          </a:p>
          <a:p>
            <a:endParaRPr lang="en-ZA" dirty="0"/>
          </a:p>
        </p:txBody>
      </p:sp>
    </p:spTree>
    <p:extLst>
      <p:ext uri="{BB962C8B-B14F-4D97-AF65-F5344CB8AC3E}">
        <p14:creationId xmlns:p14="http://schemas.microsoft.com/office/powerpoint/2010/main" val="58550391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wipe(down)">
                                      <p:cBhvr>
                                        <p:cTn id="14" dur="580">
                                          <p:stCondLst>
                                            <p:cond delay="0"/>
                                          </p:stCondLst>
                                        </p:cTn>
                                        <p:tgtEl>
                                          <p:spTgt spid="6">
                                            <p:txEl>
                                              <p:pRg st="0" end="0"/>
                                            </p:txEl>
                                          </p:spTgt>
                                        </p:tgtEl>
                                      </p:cBhvr>
                                    </p:animEffect>
                                    <p:anim calcmode="lin" valueType="num">
                                      <p:cBhvr>
                                        <p:cTn id="15" dur="1822" tmFilter="0,0; 0.14,0.36; 0.43,0.73; 0.71,0.91; 1.0,1.0">
                                          <p:stCondLst>
                                            <p:cond delay="0"/>
                                          </p:stCondLst>
                                        </p:cTn>
                                        <p:tgtEl>
                                          <p:spTgt spid="6">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6">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6">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6">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6">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6">
                                            <p:txEl>
                                              <p:pRg st="0" end="0"/>
                                            </p:txEl>
                                          </p:spTgt>
                                        </p:tgtEl>
                                      </p:cBhvr>
                                      <p:to x="100000" y="60000"/>
                                    </p:animScale>
                                    <p:animScale>
                                      <p:cBhvr>
                                        <p:cTn id="21" dur="166" decel="50000">
                                          <p:stCondLst>
                                            <p:cond delay="676"/>
                                          </p:stCondLst>
                                        </p:cTn>
                                        <p:tgtEl>
                                          <p:spTgt spid="6">
                                            <p:txEl>
                                              <p:pRg st="0" end="0"/>
                                            </p:txEl>
                                          </p:spTgt>
                                        </p:tgtEl>
                                      </p:cBhvr>
                                      <p:to x="100000" y="100000"/>
                                    </p:animScale>
                                    <p:animScale>
                                      <p:cBhvr>
                                        <p:cTn id="22" dur="26">
                                          <p:stCondLst>
                                            <p:cond delay="1312"/>
                                          </p:stCondLst>
                                        </p:cTn>
                                        <p:tgtEl>
                                          <p:spTgt spid="6">
                                            <p:txEl>
                                              <p:pRg st="0" end="0"/>
                                            </p:txEl>
                                          </p:spTgt>
                                        </p:tgtEl>
                                      </p:cBhvr>
                                      <p:to x="100000" y="80000"/>
                                    </p:animScale>
                                    <p:animScale>
                                      <p:cBhvr>
                                        <p:cTn id="23" dur="166" decel="50000">
                                          <p:stCondLst>
                                            <p:cond delay="1338"/>
                                          </p:stCondLst>
                                        </p:cTn>
                                        <p:tgtEl>
                                          <p:spTgt spid="6">
                                            <p:txEl>
                                              <p:pRg st="0" end="0"/>
                                            </p:txEl>
                                          </p:spTgt>
                                        </p:tgtEl>
                                      </p:cBhvr>
                                      <p:to x="100000" y="100000"/>
                                    </p:animScale>
                                    <p:animScale>
                                      <p:cBhvr>
                                        <p:cTn id="24" dur="26">
                                          <p:stCondLst>
                                            <p:cond delay="1642"/>
                                          </p:stCondLst>
                                        </p:cTn>
                                        <p:tgtEl>
                                          <p:spTgt spid="6">
                                            <p:txEl>
                                              <p:pRg st="0" end="0"/>
                                            </p:txEl>
                                          </p:spTgt>
                                        </p:tgtEl>
                                      </p:cBhvr>
                                      <p:to x="100000" y="90000"/>
                                    </p:animScale>
                                    <p:animScale>
                                      <p:cBhvr>
                                        <p:cTn id="25" dur="166" decel="50000">
                                          <p:stCondLst>
                                            <p:cond delay="1668"/>
                                          </p:stCondLst>
                                        </p:cTn>
                                        <p:tgtEl>
                                          <p:spTgt spid="6">
                                            <p:txEl>
                                              <p:pRg st="0" end="0"/>
                                            </p:txEl>
                                          </p:spTgt>
                                        </p:tgtEl>
                                      </p:cBhvr>
                                      <p:to x="100000" y="100000"/>
                                    </p:animScale>
                                    <p:animScale>
                                      <p:cBhvr>
                                        <p:cTn id="26" dur="26">
                                          <p:stCondLst>
                                            <p:cond delay="1808"/>
                                          </p:stCondLst>
                                        </p:cTn>
                                        <p:tgtEl>
                                          <p:spTgt spid="6">
                                            <p:txEl>
                                              <p:pRg st="0" end="0"/>
                                            </p:txEl>
                                          </p:spTgt>
                                        </p:tgtEl>
                                      </p:cBhvr>
                                      <p:to x="100000" y="95000"/>
                                    </p:animScale>
                                    <p:animScale>
                                      <p:cBhvr>
                                        <p:cTn id="27" dur="166" decel="50000">
                                          <p:stCondLst>
                                            <p:cond delay="1834"/>
                                          </p:stCondLst>
                                        </p:cTn>
                                        <p:tgtEl>
                                          <p:spTgt spid="6">
                                            <p:txEl>
                                              <p:pRg st="0" end="0"/>
                                            </p:txEl>
                                          </p:spTgt>
                                        </p:tgtEl>
                                      </p:cBhvr>
                                      <p:to x="100000" y="100000"/>
                                    </p:animScale>
                                  </p:childTnLst>
                                </p:cTn>
                              </p:par>
                              <p:par>
                                <p:cTn id="28" presetID="26" presetClass="entr" presetSubtype="0" fill="hold" nodeType="withEffect">
                                  <p:stCondLst>
                                    <p:cond delay="0"/>
                                  </p:stCondLst>
                                  <p:childTnLst>
                                    <p:set>
                                      <p:cBhvr>
                                        <p:cTn id="29" dur="1" fill="hold">
                                          <p:stCondLst>
                                            <p:cond delay="0"/>
                                          </p:stCondLst>
                                        </p:cTn>
                                        <p:tgtEl>
                                          <p:spTgt spid="6">
                                            <p:txEl>
                                              <p:pRg st="1" end="1"/>
                                            </p:txEl>
                                          </p:spTgt>
                                        </p:tgtEl>
                                        <p:attrNameLst>
                                          <p:attrName>style.visibility</p:attrName>
                                        </p:attrNameLst>
                                      </p:cBhvr>
                                      <p:to>
                                        <p:strVal val="visible"/>
                                      </p:to>
                                    </p:set>
                                    <p:animEffect transition="in" filter="wipe(down)">
                                      <p:cBhvr>
                                        <p:cTn id="30" dur="580">
                                          <p:stCondLst>
                                            <p:cond delay="0"/>
                                          </p:stCondLst>
                                        </p:cTn>
                                        <p:tgtEl>
                                          <p:spTgt spid="6">
                                            <p:txEl>
                                              <p:pRg st="1" end="1"/>
                                            </p:txEl>
                                          </p:spTgt>
                                        </p:tgtEl>
                                      </p:cBhvr>
                                    </p:animEffect>
                                    <p:anim calcmode="lin" valueType="num">
                                      <p:cBhvr>
                                        <p:cTn id="31" dur="1822" tmFilter="0,0; 0.14,0.36; 0.43,0.73; 0.71,0.91; 1.0,1.0">
                                          <p:stCondLst>
                                            <p:cond delay="0"/>
                                          </p:stCondLst>
                                        </p:cTn>
                                        <p:tgtEl>
                                          <p:spTgt spid="6">
                                            <p:txEl>
                                              <p:pRg st="1" end="1"/>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6">
                                            <p:txEl>
                                              <p:pRg st="1" end="1"/>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6">
                                            <p:txEl>
                                              <p:pRg st="1" end="1"/>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6">
                                            <p:txEl>
                                              <p:pRg st="1" end="1"/>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6">
                                            <p:txEl>
                                              <p:pRg st="1" end="1"/>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6">
                                            <p:txEl>
                                              <p:pRg st="1" end="1"/>
                                            </p:txEl>
                                          </p:spTgt>
                                        </p:tgtEl>
                                      </p:cBhvr>
                                      <p:to x="100000" y="60000"/>
                                    </p:animScale>
                                    <p:animScale>
                                      <p:cBhvr>
                                        <p:cTn id="37" dur="166" decel="50000">
                                          <p:stCondLst>
                                            <p:cond delay="676"/>
                                          </p:stCondLst>
                                        </p:cTn>
                                        <p:tgtEl>
                                          <p:spTgt spid="6">
                                            <p:txEl>
                                              <p:pRg st="1" end="1"/>
                                            </p:txEl>
                                          </p:spTgt>
                                        </p:tgtEl>
                                      </p:cBhvr>
                                      <p:to x="100000" y="100000"/>
                                    </p:animScale>
                                    <p:animScale>
                                      <p:cBhvr>
                                        <p:cTn id="38" dur="26">
                                          <p:stCondLst>
                                            <p:cond delay="1312"/>
                                          </p:stCondLst>
                                        </p:cTn>
                                        <p:tgtEl>
                                          <p:spTgt spid="6">
                                            <p:txEl>
                                              <p:pRg st="1" end="1"/>
                                            </p:txEl>
                                          </p:spTgt>
                                        </p:tgtEl>
                                      </p:cBhvr>
                                      <p:to x="100000" y="80000"/>
                                    </p:animScale>
                                    <p:animScale>
                                      <p:cBhvr>
                                        <p:cTn id="39" dur="166" decel="50000">
                                          <p:stCondLst>
                                            <p:cond delay="1338"/>
                                          </p:stCondLst>
                                        </p:cTn>
                                        <p:tgtEl>
                                          <p:spTgt spid="6">
                                            <p:txEl>
                                              <p:pRg st="1" end="1"/>
                                            </p:txEl>
                                          </p:spTgt>
                                        </p:tgtEl>
                                      </p:cBhvr>
                                      <p:to x="100000" y="100000"/>
                                    </p:animScale>
                                    <p:animScale>
                                      <p:cBhvr>
                                        <p:cTn id="40" dur="26">
                                          <p:stCondLst>
                                            <p:cond delay="1642"/>
                                          </p:stCondLst>
                                        </p:cTn>
                                        <p:tgtEl>
                                          <p:spTgt spid="6">
                                            <p:txEl>
                                              <p:pRg st="1" end="1"/>
                                            </p:txEl>
                                          </p:spTgt>
                                        </p:tgtEl>
                                      </p:cBhvr>
                                      <p:to x="100000" y="90000"/>
                                    </p:animScale>
                                    <p:animScale>
                                      <p:cBhvr>
                                        <p:cTn id="41" dur="166" decel="50000">
                                          <p:stCondLst>
                                            <p:cond delay="1668"/>
                                          </p:stCondLst>
                                        </p:cTn>
                                        <p:tgtEl>
                                          <p:spTgt spid="6">
                                            <p:txEl>
                                              <p:pRg st="1" end="1"/>
                                            </p:txEl>
                                          </p:spTgt>
                                        </p:tgtEl>
                                      </p:cBhvr>
                                      <p:to x="100000" y="100000"/>
                                    </p:animScale>
                                    <p:animScale>
                                      <p:cBhvr>
                                        <p:cTn id="42" dur="26">
                                          <p:stCondLst>
                                            <p:cond delay="1808"/>
                                          </p:stCondLst>
                                        </p:cTn>
                                        <p:tgtEl>
                                          <p:spTgt spid="6">
                                            <p:txEl>
                                              <p:pRg st="1" end="1"/>
                                            </p:txEl>
                                          </p:spTgt>
                                        </p:tgtEl>
                                      </p:cBhvr>
                                      <p:to x="100000" y="95000"/>
                                    </p:animScale>
                                    <p:animScale>
                                      <p:cBhvr>
                                        <p:cTn id="43" dur="166" decel="50000">
                                          <p:stCondLst>
                                            <p:cond delay="1834"/>
                                          </p:stCondLst>
                                        </p:cTn>
                                        <p:tgtEl>
                                          <p:spTgt spid="6">
                                            <p:txEl>
                                              <p:pRg st="1" end="1"/>
                                            </p:txEl>
                                          </p:spTgt>
                                        </p:tgtEl>
                                      </p:cBhvr>
                                      <p:to x="100000" y="100000"/>
                                    </p:animScale>
                                  </p:childTnLst>
                                </p:cTn>
                              </p:par>
                            </p:childTnLst>
                          </p:cTn>
                        </p:par>
                      </p:childTnLst>
                    </p:cTn>
                  </p:par>
                  <p:par>
                    <p:cTn id="44" fill="hold">
                      <p:stCondLst>
                        <p:cond delay="indefinite"/>
                      </p:stCondLst>
                      <p:childTnLst>
                        <p:par>
                          <p:cTn id="45" fill="hold">
                            <p:stCondLst>
                              <p:cond delay="0"/>
                            </p:stCondLst>
                            <p:childTnLst>
                              <p:par>
                                <p:cTn id="46" presetID="26" presetClass="entr" presetSubtype="0" fill="hold" nodeType="clickEffect">
                                  <p:stCondLst>
                                    <p:cond delay="0"/>
                                  </p:stCondLst>
                                  <p:childTnLst>
                                    <p:set>
                                      <p:cBhvr>
                                        <p:cTn id="47" dur="1" fill="hold">
                                          <p:stCondLst>
                                            <p:cond delay="0"/>
                                          </p:stCondLst>
                                        </p:cTn>
                                        <p:tgtEl>
                                          <p:spTgt spid="8">
                                            <p:txEl>
                                              <p:pRg st="0" end="0"/>
                                            </p:txEl>
                                          </p:spTgt>
                                        </p:tgtEl>
                                        <p:attrNameLst>
                                          <p:attrName>style.visibility</p:attrName>
                                        </p:attrNameLst>
                                      </p:cBhvr>
                                      <p:to>
                                        <p:strVal val="visible"/>
                                      </p:to>
                                    </p:set>
                                    <p:animEffect transition="in" filter="wipe(down)">
                                      <p:cBhvr>
                                        <p:cTn id="48" dur="580">
                                          <p:stCondLst>
                                            <p:cond delay="0"/>
                                          </p:stCondLst>
                                        </p:cTn>
                                        <p:tgtEl>
                                          <p:spTgt spid="8">
                                            <p:txEl>
                                              <p:pRg st="0" end="0"/>
                                            </p:txEl>
                                          </p:spTgt>
                                        </p:tgtEl>
                                      </p:cBhvr>
                                    </p:animEffect>
                                    <p:anim calcmode="lin" valueType="num">
                                      <p:cBhvr>
                                        <p:cTn id="49" dur="1822" tmFilter="0,0; 0.14,0.36; 0.43,0.73; 0.71,0.91; 1.0,1.0">
                                          <p:stCondLst>
                                            <p:cond delay="0"/>
                                          </p:stCondLst>
                                        </p:cTn>
                                        <p:tgtEl>
                                          <p:spTgt spid="8">
                                            <p:txEl>
                                              <p:pRg st="0" end="0"/>
                                            </p:txEl>
                                          </p:spTgt>
                                        </p:tgtEl>
                                        <p:attrNameLst>
                                          <p:attrName>ppt_x</p:attrName>
                                        </p:attrNameLst>
                                      </p:cBhvr>
                                      <p:tavLst>
                                        <p:tav tm="0">
                                          <p:val>
                                            <p:strVal val="#ppt_x-0.25"/>
                                          </p:val>
                                        </p:tav>
                                        <p:tav tm="100000">
                                          <p:val>
                                            <p:strVal val="#ppt_x"/>
                                          </p:val>
                                        </p:tav>
                                      </p:tavLst>
                                    </p:anim>
                                    <p:anim calcmode="lin" valueType="num">
                                      <p:cBhvr>
                                        <p:cTn id="50" dur="664" tmFilter="0.0,0.0; 0.25,0.07; 0.50,0.2; 0.75,0.467; 1.0,1.0">
                                          <p:stCondLst>
                                            <p:cond delay="0"/>
                                          </p:stCondLst>
                                        </p:cTn>
                                        <p:tgtEl>
                                          <p:spTgt spid="8">
                                            <p:txEl>
                                              <p:pRg st="0" end="0"/>
                                            </p:txEl>
                                          </p:spTgt>
                                        </p:tgtEl>
                                        <p:attrNameLst>
                                          <p:attrName>ppt_y</p:attrName>
                                        </p:attrNameLst>
                                      </p:cBhvr>
                                      <p:tavLst>
                                        <p:tav tm="0" fmla="#ppt_y-sin(pi*$)/3">
                                          <p:val>
                                            <p:fltVal val="0.5"/>
                                          </p:val>
                                        </p:tav>
                                        <p:tav tm="100000">
                                          <p:val>
                                            <p:fltVal val="1"/>
                                          </p:val>
                                        </p:tav>
                                      </p:tavLst>
                                    </p:anim>
                                    <p:anim calcmode="lin" valueType="num">
                                      <p:cBhvr>
                                        <p:cTn id="51" dur="664" tmFilter="0, 0; 0.125,0.2665; 0.25,0.4; 0.375,0.465; 0.5,0.5;  0.625,0.535; 0.75,0.6; 0.875,0.7335; 1,1">
                                          <p:stCondLst>
                                            <p:cond delay="664"/>
                                          </p:stCondLst>
                                        </p:cTn>
                                        <p:tgtEl>
                                          <p:spTgt spid="8">
                                            <p:txEl>
                                              <p:pRg st="0" end="0"/>
                                            </p:txEl>
                                          </p:spTgt>
                                        </p:tgtEl>
                                        <p:attrNameLst>
                                          <p:attrName>ppt_y</p:attrName>
                                        </p:attrNameLst>
                                      </p:cBhvr>
                                      <p:tavLst>
                                        <p:tav tm="0" fmla="#ppt_y-sin(pi*$)/9">
                                          <p:val>
                                            <p:fltVal val="0"/>
                                          </p:val>
                                        </p:tav>
                                        <p:tav tm="100000">
                                          <p:val>
                                            <p:fltVal val="1"/>
                                          </p:val>
                                        </p:tav>
                                      </p:tavLst>
                                    </p:anim>
                                    <p:anim calcmode="lin" valueType="num">
                                      <p:cBhvr>
                                        <p:cTn id="52" dur="332" tmFilter="0, 0; 0.125,0.2665; 0.25,0.4; 0.375,0.465; 0.5,0.5;  0.625,0.535; 0.75,0.6; 0.875,0.7335; 1,1">
                                          <p:stCondLst>
                                            <p:cond delay="1324"/>
                                          </p:stCondLst>
                                        </p:cTn>
                                        <p:tgtEl>
                                          <p:spTgt spid="8">
                                            <p:txEl>
                                              <p:pRg st="0" end="0"/>
                                            </p:txEl>
                                          </p:spTgt>
                                        </p:tgtEl>
                                        <p:attrNameLst>
                                          <p:attrName>ppt_y</p:attrName>
                                        </p:attrNameLst>
                                      </p:cBhvr>
                                      <p:tavLst>
                                        <p:tav tm="0" fmla="#ppt_y-sin(pi*$)/27">
                                          <p:val>
                                            <p:fltVal val="0"/>
                                          </p:val>
                                        </p:tav>
                                        <p:tav tm="100000">
                                          <p:val>
                                            <p:fltVal val="1"/>
                                          </p:val>
                                        </p:tav>
                                      </p:tavLst>
                                    </p:anim>
                                    <p:anim calcmode="lin" valueType="num">
                                      <p:cBhvr>
                                        <p:cTn id="53" dur="164" tmFilter="0, 0; 0.125,0.2665; 0.25,0.4; 0.375,0.465; 0.5,0.5;  0.625,0.535; 0.75,0.6; 0.875,0.7335; 1,1">
                                          <p:stCondLst>
                                            <p:cond delay="1656"/>
                                          </p:stCondLst>
                                        </p:cTn>
                                        <p:tgtEl>
                                          <p:spTgt spid="8">
                                            <p:txEl>
                                              <p:pRg st="0" end="0"/>
                                            </p:txEl>
                                          </p:spTgt>
                                        </p:tgtEl>
                                        <p:attrNameLst>
                                          <p:attrName>ppt_y</p:attrName>
                                        </p:attrNameLst>
                                      </p:cBhvr>
                                      <p:tavLst>
                                        <p:tav tm="0" fmla="#ppt_y-sin(pi*$)/81">
                                          <p:val>
                                            <p:fltVal val="0"/>
                                          </p:val>
                                        </p:tav>
                                        <p:tav tm="100000">
                                          <p:val>
                                            <p:fltVal val="1"/>
                                          </p:val>
                                        </p:tav>
                                      </p:tavLst>
                                    </p:anim>
                                    <p:animScale>
                                      <p:cBhvr>
                                        <p:cTn id="54" dur="26">
                                          <p:stCondLst>
                                            <p:cond delay="650"/>
                                          </p:stCondLst>
                                        </p:cTn>
                                        <p:tgtEl>
                                          <p:spTgt spid="8">
                                            <p:txEl>
                                              <p:pRg st="0" end="0"/>
                                            </p:txEl>
                                          </p:spTgt>
                                        </p:tgtEl>
                                      </p:cBhvr>
                                      <p:to x="100000" y="60000"/>
                                    </p:animScale>
                                    <p:animScale>
                                      <p:cBhvr>
                                        <p:cTn id="55" dur="166" decel="50000">
                                          <p:stCondLst>
                                            <p:cond delay="676"/>
                                          </p:stCondLst>
                                        </p:cTn>
                                        <p:tgtEl>
                                          <p:spTgt spid="8">
                                            <p:txEl>
                                              <p:pRg st="0" end="0"/>
                                            </p:txEl>
                                          </p:spTgt>
                                        </p:tgtEl>
                                      </p:cBhvr>
                                      <p:to x="100000" y="100000"/>
                                    </p:animScale>
                                    <p:animScale>
                                      <p:cBhvr>
                                        <p:cTn id="56" dur="26">
                                          <p:stCondLst>
                                            <p:cond delay="1312"/>
                                          </p:stCondLst>
                                        </p:cTn>
                                        <p:tgtEl>
                                          <p:spTgt spid="8">
                                            <p:txEl>
                                              <p:pRg st="0" end="0"/>
                                            </p:txEl>
                                          </p:spTgt>
                                        </p:tgtEl>
                                      </p:cBhvr>
                                      <p:to x="100000" y="80000"/>
                                    </p:animScale>
                                    <p:animScale>
                                      <p:cBhvr>
                                        <p:cTn id="57" dur="166" decel="50000">
                                          <p:stCondLst>
                                            <p:cond delay="1338"/>
                                          </p:stCondLst>
                                        </p:cTn>
                                        <p:tgtEl>
                                          <p:spTgt spid="8">
                                            <p:txEl>
                                              <p:pRg st="0" end="0"/>
                                            </p:txEl>
                                          </p:spTgt>
                                        </p:tgtEl>
                                      </p:cBhvr>
                                      <p:to x="100000" y="100000"/>
                                    </p:animScale>
                                    <p:animScale>
                                      <p:cBhvr>
                                        <p:cTn id="58" dur="26">
                                          <p:stCondLst>
                                            <p:cond delay="1642"/>
                                          </p:stCondLst>
                                        </p:cTn>
                                        <p:tgtEl>
                                          <p:spTgt spid="8">
                                            <p:txEl>
                                              <p:pRg st="0" end="0"/>
                                            </p:txEl>
                                          </p:spTgt>
                                        </p:tgtEl>
                                      </p:cBhvr>
                                      <p:to x="100000" y="90000"/>
                                    </p:animScale>
                                    <p:animScale>
                                      <p:cBhvr>
                                        <p:cTn id="59" dur="166" decel="50000">
                                          <p:stCondLst>
                                            <p:cond delay="1668"/>
                                          </p:stCondLst>
                                        </p:cTn>
                                        <p:tgtEl>
                                          <p:spTgt spid="8">
                                            <p:txEl>
                                              <p:pRg st="0" end="0"/>
                                            </p:txEl>
                                          </p:spTgt>
                                        </p:tgtEl>
                                      </p:cBhvr>
                                      <p:to x="100000" y="100000"/>
                                    </p:animScale>
                                    <p:animScale>
                                      <p:cBhvr>
                                        <p:cTn id="60" dur="26">
                                          <p:stCondLst>
                                            <p:cond delay="1808"/>
                                          </p:stCondLst>
                                        </p:cTn>
                                        <p:tgtEl>
                                          <p:spTgt spid="8">
                                            <p:txEl>
                                              <p:pRg st="0" end="0"/>
                                            </p:txEl>
                                          </p:spTgt>
                                        </p:tgtEl>
                                      </p:cBhvr>
                                      <p:to x="100000" y="95000"/>
                                    </p:animScale>
                                    <p:animScale>
                                      <p:cBhvr>
                                        <p:cTn id="61" dur="166" decel="50000">
                                          <p:stCondLst>
                                            <p:cond delay="1834"/>
                                          </p:stCondLst>
                                        </p:cTn>
                                        <p:tgtEl>
                                          <p:spTgt spid="8">
                                            <p:txEl>
                                              <p:pRg st="0" end="0"/>
                                            </p:txEl>
                                          </p:spTgt>
                                        </p:tgtEl>
                                      </p:cBhvr>
                                      <p:to x="100000" y="100000"/>
                                    </p:animScale>
                                  </p:childTnLst>
                                </p:cTn>
                              </p:par>
                              <p:par>
                                <p:cTn id="62" presetID="26" presetClass="entr" presetSubtype="0" fill="hold" nodeType="withEffect">
                                  <p:stCondLst>
                                    <p:cond delay="0"/>
                                  </p:stCondLst>
                                  <p:childTnLst>
                                    <p:set>
                                      <p:cBhvr>
                                        <p:cTn id="63" dur="1" fill="hold">
                                          <p:stCondLst>
                                            <p:cond delay="0"/>
                                          </p:stCondLst>
                                        </p:cTn>
                                        <p:tgtEl>
                                          <p:spTgt spid="8">
                                            <p:txEl>
                                              <p:pRg st="1" end="1"/>
                                            </p:txEl>
                                          </p:spTgt>
                                        </p:tgtEl>
                                        <p:attrNameLst>
                                          <p:attrName>style.visibility</p:attrName>
                                        </p:attrNameLst>
                                      </p:cBhvr>
                                      <p:to>
                                        <p:strVal val="visible"/>
                                      </p:to>
                                    </p:set>
                                    <p:animEffect transition="in" filter="wipe(down)">
                                      <p:cBhvr>
                                        <p:cTn id="64" dur="580">
                                          <p:stCondLst>
                                            <p:cond delay="0"/>
                                          </p:stCondLst>
                                        </p:cTn>
                                        <p:tgtEl>
                                          <p:spTgt spid="8">
                                            <p:txEl>
                                              <p:pRg st="1" end="1"/>
                                            </p:txEl>
                                          </p:spTgt>
                                        </p:tgtEl>
                                      </p:cBhvr>
                                    </p:animEffect>
                                    <p:anim calcmode="lin" valueType="num">
                                      <p:cBhvr>
                                        <p:cTn id="65" dur="1822" tmFilter="0,0; 0.14,0.36; 0.43,0.73; 0.71,0.91; 1.0,1.0">
                                          <p:stCondLst>
                                            <p:cond delay="0"/>
                                          </p:stCondLst>
                                        </p:cTn>
                                        <p:tgtEl>
                                          <p:spTgt spid="8">
                                            <p:txEl>
                                              <p:pRg st="1" end="1"/>
                                            </p:txEl>
                                          </p:spTgt>
                                        </p:tgtEl>
                                        <p:attrNameLst>
                                          <p:attrName>ppt_x</p:attrName>
                                        </p:attrNameLst>
                                      </p:cBhvr>
                                      <p:tavLst>
                                        <p:tav tm="0">
                                          <p:val>
                                            <p:strVal val="#ppt_x-0.25"/>
                                          </p:val>
                                        </p:tav>
                                        <p:tav tm="100000">
                                          <p:val>
                                            <p:strVal val="#ppt_x"/>
                                          </p:val>
                                        </p:tav>
                                      </p:tavLst>
                                    </p:anim>
                                    <p:anim calcmode="lin" valueType="num">
                                      <p:cBhvr>
                                        <p:cTn id="66" dur="664" tmFilter="0.0,0.0; 0.25,0.07; 0.50,0.2; 0.75,0.467; 1.0,1.0">
                                          <p:stCondLst>
                                            <p:cond delay="0"/>
                                          </p:stCondLst>
                                        </p:cTn>
                                        <p:tgtEl>
                                          <p:spTgt spid="8">
                                            <p:txEl>
                                              <p:pRg st="1" end="1"/>
                                            </p:txEl>
                                          </p:spTgt>
                                        </p:tgtEl>
                                        <p:attrNameLst>
                                          <p:attrName>ppt_y</p:attrName>
                                        </p:attrNameLst>
                                      </p:cBhvr>
                                      <p:tavLst>
                                        <p:tav tm="0" fmla="#ppt_y-sin(pi*$)/3">
                                          <p:val>
                                            <p:fltVal val="0.5"/>
                                          </p:val>
                                        </p:tav>
                                        <p:tav tm="100000">
                                          <p:val>
                                            <p:fltVal val="1"/>
                                          </p:val>
                                        </p:tav>
                                      </p:tavLst>
                                    </p:anim>
                                    <p:anim calcmode="lin" valueType="num">
                                      <p:cBhvr>
                                        <p:cTn id="67" dur="664" tmFilter="0, 0; 0.125,0.2665; 0.25,0.4; 0.375,0.465; 0.5,0.5;  0.625,0.535; 0.75,0.6; 0.875,0.7335; 1,1">
                                          <p:stCondLst>
                                            <p:cond delay="664"/>
                                          </p:stCondLst>
                                        </p:cTn>
                                        <p:tgtEl>
                                          <p:spTgt spid="8">
                                            <p:txEl>
                                              <p:pRg st="1" end="1"/>
                                            </p:txEl>
                                          </p:spTgt>
                                        </p:tgtEl>
                                        <p:attrNameLst>
                                          <p:attrName>ppt_y</p:attrName>
                                        </p:attrNameLst>
                                      </p:cBhvr>
                                      <p:tavLst>
                                        <p:tav tm="0" fmla="#ppt_y-sin(pi*$)/9">
                                          <p:val>
                                            <p:fltVal val="0"/>
                                          </p:val>
                                        </p:tav>
                                        <p:tav tm="100000">
                                          <p:val>
                                            <p:fltVal val="1"/>
                                          </p:val>
                                        </p:tav>
                                      </p:tavLst>
                                    </p:anim>
                                    <p:anim calcmode="lin" valueType="num">
                                      <p:cBhvr>
                                        <p:cTn id="68" dur="332" tmFilter="0, 0; 0.125,0.2665; 0.25,0.4; 0.375,0.465; 0.5,0.5;  0.625,0.535; 0.75,0.6; 0.875,0.7335; 1,1">
                                          <p:stCondLst>
                                            <p:cond delay="1324"/>
                                          </p:stCondLst>
                                        </p:cTn>
                                        <p:tgtEl>
                                          <p:spTgt spid="8">
                                            <p:txEl>
                                              <p:pRg st="1" end="1"/>
                                            </p:txEl>
                                          </p:spTgt>
                                        </p:tgtEl>
                                        <p:attrNameLst>
                                          <p:attrName>ppt_y</p:attrName>
                                        </p:attrNameLst>
                                      </p:cBhvr>
                                      <p:tavLst>
                                        <p:tav tm="0" fmla="#ppt_y-sin(pi*$)/27">
                                          <p:val>
                                            <p:fltVal val="0"/>
                                          </p:val>
                                        </p:tav>
                                        <p:tav tm="100000">
                                          <p:val>
                                            <p:fltVal val="1"/>
                                          </p:val>
                                        </p:tav>
                                      </p:tavLst>
                                    </p:anim>
                                    <p:anim calcmode="lin" valueType="num">
                                      <p:cBhvr>
                                        <p:cTn id="69" dur="164" tmFilter="0, 0; 0.125,0.2665; 0.25,0.4; 0.375,0.465; 0.5,0.5;  0.625,0.535; 0.75,0.6; 0.875,0.7335; 1,1">
                                          <p:stCondLst>
                                            <p:cond delay="1656"/>
                                          </p:stCondLst>
                                        </p:cTn>
                                        <p:tgtEl>
                                          <p:spTgt spid="8">
                                            <p:txEl>
                                              <p:pRg st="1" end="1"/>
                                            </p:txEl>
                                          </p:spTgt>
                                        </p:tgtEl>
                                        <p:attrNameLst>
                                          <p:attrName>ppt_y</p:attrName>
                                        </p:attrNameLst>
                                      </p:cBhvr>
                                      <p:tavLst>
                                        <p:tav tm="0" fmla="#ppt_y-sin(pi*$)/81">
                                          <p:val>
                                            <p:fltVal val="0"/>
                                          </p:val>
                                        </p:tav>
                                        <p:tav tm="100000">
                                          <p:val>
                                            <p:fltVal val="1"/>
                                          </p:val>
                                        </p:tav>
                                      </p:tavLst>
                                    </p:anim>
                                    <p:animScale>
                                      <p:cBhvr>
                                        <p:cTn id="70" dur="26">
                                          <p:stCondLst>
                                            <p:cond delay="650"/>
                                          </p:stCondLst>
                                        </p:cTn>
                                        <p:tgtEl>
                                          <p:spTgt spid="8">
                                            <p:txEl>
                                              <p:pRg st="1" end="1"/>
                                            </p:txEl>
                                          </p:spTgt>
                                        </p:tgtEl>
                                      </p:cBhvr>
                                      <p:to x="100000" y="60000"/>
                                    </p:animScale>
                                    <p:animScale>
                                      <p:cBhvr>
                                        <p:cTn id="71" dur="166" decel="50000">
                                          <p:stCondLst>
                                            <p:cond delay="676"/>
                                          </p:stCondLst>
                                        </p:cTn>
                                        <p:tgtEl>
                                          <p:spTgt spid="8">
                                            <p:txEl>
                                              <p:pRg st="1" end="1"/>
                                            </p:txEl>
                                          </p:spTgt>
                                        </p:tgtEl>
                                      </p:cBhvr>
                                      <p:to x="100000" y="100000"/>
                                    </p:animScale>
                                    <p:animScale>
                                      <p:cBhvr>
                                        <p:cTn id="72" dur="26">
                                          <p:stCondLst>
                                            <p:cond delay="1312"/>
                                          </p:stCondLst>
                                        </p:cTn>
                                        <p:tgtEl>
                                          <p:spTgt spid="8">
                                            <p:txEl>
                                              <p:pRg st="1" end="1"/>
                                            </p:txEl>
                                          </p:spTgt>
                                        </p:tgtEl>
                                      </p:cBhvr>
                                      <p:to x="100000" y="80000"/>
                                    </p:animScale>
                                    <p:animScale>
                                      <p:cBhvr>
                                        <p:cTn id="73" dur="166" decel="50000">
                                          <p:stCondLst>
                                            <p:cond delay="1338"/>
                                          </p:stCondLst>
                                        </p:cTn>
                                        <p:tgtEl>
                                          <p:spTgt spid="8">
                                            <p:txEl>
                                              <p:pRg st="1" end="1"/>
                                            </p:txEl>
                                          </p:spTgt>
                                        </p:tgtEl>
                                      </p:cBhvr>
                                      <p:to x="100000" y="100000"/>
                                    </p:animScale>
                                    <p:animScale>
                                      <p:cBhvr>
                                        <p:cTn id="74" dur="26">
                                          <p:stCondLst>
                                            <p:cond delay="1642"/>
                                          </p:stCondLst>
                                        </p:cTn>
                                        <p:tgtEl>
                                          <p:spTgt spid="8">
                                            <p:txEl>
                                              <p:pRg st="1" end="1"/>
                                            </p:txEl>
                                          </p:spTgt>
                                        </p:tgtEl>
                                      </p:cBhvr>
                                      <p:to x="100000" y="90000"/>
                                    </p:animScale>
                                    <p:animScale>
                                      <p:cBhvr>
                                        <p:cTn id="75" dur="166" decel="50000">
                                          <p:stCondLst>
                                            <p:cond delay="1668"/>
                                          </p:stCondLst>
                                        </p:cTn>
                                        <p:tgtEl>
                                          <p:spTgt spid="8">
                                            <p:txEl>
                                              <p:pRg st="1" end="1"/>
                                            </p:txEl>
                                          </p:spTgt>
                                        </p:tgtEl>
                                      </p:cBhvr>
                                      <p:to x="100000" y="100000"/>
                                    </p:animScale>
                                    <p:animScale>
                                      <p:cBhvr>
                                        <p:cTn id="76" dur="26">
                                          <p:stCondLst>
                                            <p:cond delay="1808"/>
                                          </p:stCondLst>
                                        </p:cTn>
                                        <p:tgtEl>
                                          <p:spTgt spid="8">
                                            <p:txEl>
                                              <p:pRg st="1" end="1"/>
                                            </p:txEl>
                                          </p:spTgt>
                                        </p:tgtEl>
                                      </p:cBhvr>
                                      <p:to x="100000" y="95000"/>
                                    </p:animScale>
                                    <p:animScale>
                                      <p:cBhvr>
                                        <p:cTn id="77" dur="166" decel="50000">
                                          <p:stCondLst>
                                            <p:cond delay="1834"/>
                                          </p:stCondLst>
                                        </p:cTn>
                                        <p:tgtEl>
                                          <p:spTgt spid="8">
                                            <p:txEl>
                                              <p:pRg st="1" end="1"/>
                                            </p:txEl>
                                          </p:spTgt>
                                        </p:tgtEl>
                                      </p:cBhvr>
                                      <p:to x="100000" y="100000"/>
                                    </p:animScale>
                                  </p:childTnLst>
                                </p:cTn>
                              </p:par>
                              <p:par>
                                <p:cTn id="78" presetID="26" presetClass="entr" presetSubtype="0" fill="hold" nodeType="withEffect">
                                  <p:stCondLst>
                                    <p:cond delay="0"/>
                                  </p:stCondLst>
                                  <p:childTnLst>
                                    <p:set>
                                      <p:cBhvr>
                                        <p:cTn id="79" dur="1" fill="hold">
                                          <p:stCondLst>
                                            <p:cond delay="0"/>
                                          </p:stCondLst>
                                        </p:cTn>
                                        <p:tgtEl>
                                          <p:spTgt spid="8">
                                            <p:txEl>
                                              <p:pRg st="2" end="2"/>
                                            </p:txEl>
                                          </p:spTgt>
                                        </p:tgtEl>
                                        <p:attrNameLst>
                                          <p:attrName>style.visibility</p:attrName>
                                        </p:attrNameLst>
                                      </p:cBhvr>
                                      <p:to>
                                        <p:strVal val="visible"/>
                                      </p:to>
                                    </p:set>
                                    <p:animEffect transition="in" filter="wipe(down)">
                                      <p:cBhvr>
                                        <p:cTn id="80" dur="580">
                                          <p:stCondLst>
                                            <p:cond delay="0"/>
                                          </p:stCondLst>
                                        </p:cTn>
                                        <p:tgtEl>
                                          <p:spTgt spid="8">
                                            <p:txEl>
                                              <p:pRg st="2" end="2"/>
                                            </p:txEl>
                                          </p:spTgt>
                                        </p:tgtEl>
                                      </p:cBhvr>
                                    </p:animEffect>
                                    <p:anim calcmode="lin" valueType="num">
                                      <p:cBhvr>
                                        <p:cTn id="81" dur="1822" tmFilter="0,0; 0.14,0.36; 0.43,0.73; 0.71,0.91; 1.0,1.0">
                                          <p:stCondLst>
                                            <p:cond delay="0"/>
                                          </p:stCondLst>
                                        </p:cTn>
                                        <p:tgtEl>
                                          <p:spTgt spid="8">
                                            <p:txEl>
                                              <p:pRg st="2" end="2"/>
                                            </p:txEl>
                                          </p:spTgt>
                                        </p:tgtEl>
                                        <p:attrNameLst>
                                          <p:attrName>ppt_x</p:attrName>
                                        </p:attrNameLst>
                                      </p:cBhvr>
                                      <p:tavLst>
                                        <p:tav tm="0">
                                          <p:val>
                                            <p:strVal val="#ppt_x-0.25"/>
                                          </p:val>
                                        </p:tav>
                                        <p:tav tm="100000">
                                          <p:val>
                                            <p:strVal val="#ppt_x"/>
                                          </p:val>
                                        </p:tav>
                                      </p:tavLst>
                                    </p:anim>
                                    <p:anim calcmode="lin" valueType="num">
                                      <p:cBhvr>
                                        <p:cTn id="82" dur="664" tmFilter="0.0,0.0; 0.25,0.07; 0.50,0.2; 0.75,0.467; 1.0,1.0">
                                          <p:stCondLst>
                                            <p:cond delay="0"/>
                                          </p:stCondLst>
                                        </p:cTn>
                                        <p:tgtEl>
                                          <p:spTgt spid="8">
                                            <p:txEl>
                                              <p:pRg st="2" end="2"/>
                                            </p:txEl>
                                          </p:spTgt>
                                        </p:tgtEl>
                                        <p:attrNameLst>
                                          <p:attrName>ppt_y</p:attrName>
                                        </p:attrNameLst>
                                      </p:cBhvr>
                                      <p:tavLst>
                                        <p:tav tm="0" fmla="#ppt_y-sin(pi*$)/3">
                                          <p:val>
                                            <p:fltVal val="0.5"/>
                                          </p:val>
                                        </p:tav>
                                        <p:tav tm="100000">
                                          <p:val>
                                            <p:fltVal val="1"/>
                                          </p:val>
                                        </p:tav>
                                      </p:tavLst>
                                    </p:anim>
                                    <p:anim calcmode="lin" valueType="num">
                                      <p:cBhvr>
                                        <p:cTn id="83" dur="664" tmFilter="0, 0; 0.125,0.2665; 0.25,0.4; 0.375,0.465; 0.5,0.5;  0.625,0.535; 0.75,0.6; 0.875,0.7335; 1,1">
                                          <p:stCondLst>
                                            <p:cond delay="664"/>
                                          </p:stCondLst>
                                        </p:cTn>
                                        <p:tgtEl>
                                          <p:spTgt spid="8">
                                            <p:txEl>
                                              <p:pRg st="2" end="2"/>
                                            </p:txEl>
                                          </p:spTgt>
                                        </p:tgtEl>
                                        <p:attrNameLst>
                                          <p:attrName>ppt_y</p:attrName>
                                        </p:attrNameLst>
                                      </p:cBhvr>
                                      <p:tavLst>
                                        <p:tav tm="0" fmla="#ppt_y-sin(pi*$)/9">
                                          <p:val>
                                            <p:fltVal val="0"/>
                                          </p:val>
                                        </p:tav>
                                        <p:tav tm="100000">
                                          <p:val>
                                            <p:fltVal val="1"/>
                                          </p:val>
                                        </p:tav>
                                      </p:tavLst>
                                    </p:anim>
                                    <p:anim calcmode="lin" valueType="num">
                                      <p:cBhvr>
                                        <p:cTn id="84" dur="332" tmFilter="0, 0; 0.125,0.2665; 0.25,0.4; 0.375,0.465; 0.5,0.5;  0.625,0.535; 0.75,0.6; 0.875,0.7335; 1,1">
                                          <p:stCondLst>
                                            <p:cond delay="1324"/>
                                          </p:stCondLst>
                                        </p:cTn>
                                        <p:tgtEl>
                                          <p:spTgt spid="8">
                                            <p:txEl>
                                              <p:pRg st="2" end="2"/>
                                            </p:txEl>
                                          </p:spTgt>
                                        </p:tgtEl>
                                        <p:attrNameLst>
                                          <p:attrName>ppt_y</p:attrName>
                                        </p:attrNameLst>
                                      </p:cBhvr>
                                      <p:tavLst>
                                        <p:tav tm="0" fmla="#ppt_y-sin(pi*$)/27">
                                          <p:val>
                                            <p:fltVal val="0"/>
                                          </p:val>
                                        </p:tav>
                                        <p:tav tm="100000">
                                          <p:val>
                                            <p:fltVal val="1"/>
                                          </p:val>
                                        </p:tav>
                                      </p:tavLst>
                                    </p:anim>
                                    <p:anim calcmode="lin" valueType="num">
                                      <p:cBhvr>
                                        <p:cTn id="85" dur="164" tmFilter="0, 0; 0.125,0.2665; 0.25,0.4; 0.375,0.465; 0.5,0.5;  0.625,0.535; 0.75,0.6; 0.875,0.7335; 1,1">
                                          <p:stCondLst>
                                            <p:cond delay="1656"/>
                                          </p:stCondLst>
                                        </p:cTn>
                                        <p:tgtEl>
                                          <p:spTgt spid="8">
                                            <p:txEl>
                                              <p:pRg st="2" end="2"/>
                                            </p:txEl>
                                          </p:spTgt>
                                        </p:tgtEl>
                                        <p:attrNameLst>
                                          <p:attrName>ppt_y</p:attrName>
                                        </p:attrNameLst>
                                      </p:cBhvr>
                                      <p:tavLst>
                                        <p:tav tm="0" fmla="#ppt_y-sin(pi*$)/81">
                                          <p:val>
                                            <p:fltVal val="0"/>
                                          </p:val>
                                        </p:tav>
                                        <p:tav tm="100000">
                                          <p:val>
                                            <p:fltVal val="1"/>
                                          </p:val>
                                        </p:tav>
                                      </p:tavLst>
                                    </p:anim>
                                    <p:animScale>
                                      <p:cBhvr>
                                        <p:cTn id="86" dur="26">
                                          <p:stCondLst>
                                            <p:cond delay="650"/>
                                          </p:stCondLst>
                                        </p:cTn>
                                        <p:tgtEl>
                                          <p:spTgt spid="8">
                                            <p:txEl>
                                              <p:pRg st="2" end="2"/>
                                            </p:txEl>
                                          </p:spTgt>
                                        </p:tgtEl>
                                      </p:cBhvr>
                                      <p:to x="100000" y="60000"/>
                                    </p:animScale>
                                    <p:animScale>
                                      <p:cBhvr>
                                        <p:cTn id="87" dur="166" decel="50000">
                                          <p:stCondLst>
                                            <p:cond delay="676"/>
                                          </p:stCondLst>
                                        </p:cTn>
                                        <p:tgtEl>
                                          <p:spTgt spid="8">
                                            <p:txEl>
                                              <p:pRg st="2" end="2"/>
                                            </p:txEl>
                                          </p:spTgt>
                                        </p:tgtEl>
                                      </p:cBhvr>
                                      <p:to x="100000" y="100000"/>
                                    </p:animScale>
                                    <p:animScale>
                                      <p:cBhvr>
                                        <p:cTn id="88" dur="26">
                                          <p:stCondLst>
                                            <p:cond delay="1312"/>
                                          </p:stCondLst>
                                        </p:cTn>
                                        <p:tgtEl>
                                          <p:spTgt spid="8">
                                            <p:txEl>
                                              <p:pRg st="2" end="2"/>
                                            </p:txEl>
                                          </p:spTgt>
                                        </p:tgtEl>
                                      </p:cBhvr>
                                      <p:to x="100000" y="80000"/>
                                    </p:animScale>
                                    <p:animScale>
                                      <p:cBhvr>
                                        <p:cTn id="89" dur="166" decel="50000">
                                          <p:stCondLst>
                                            <p:cond delay="1338"/>
                                          </p:stCondLst>
                                        </p:cTn>
                                        <p:tgtEl>
                                          <p:spTgt spid="8">
                                            <p:txEl>
                                              <p:pRg st="2" end="2"/>
                                            </p:txEl>
                                          </p:spTgt>
                                        </p:tgtEl>
                                      </p:cBhvr>
                                      <p:to x="100000" y="100000"/>
                                    </p:animScale>
                                    <p:animScale>
                                      <p:cBhvr>
                                        <p:cTn id="90" dur="26">
                                          <p:stCondLst>
                                            <p:cond delay="1642"/>
                                          </p:stCondLst>
                                        </p:cTn>
                                        <p:tgtEl>
                                          <p:spTgt spid="8">
                                            <p:txEl>
                                              <p:pRg st="2" end="2"/>
                                            </p:txEl>
                                          </p:spTgt>
                                        </p:tgtEl>
                                      </p:cBhvr>
                                      <p:to x="100000" y="90000"/>
                                    </p:animScale>
                                    <p:animScale>
                                      <p:cBhvr>
                                        <p:cTn id="91" dur="166" decel="50000">
                                          <p:stCondLst>
                                            <p:cond delay="1668"/>
                                          </p:stCondLst>
                                        </p:cTn>
                                        <p:tgtEl>
                                          <p:spTgt spid="8">
                                            <p:txEl>
                                              <p:pRg st="2" end="2"/>
                                            </p:txEl>
                                          </p:spTgt>
                                        </p:tgtEl>
                                      </p:cBhvr>
                                      <p:to x="100000" y="100000"/>
                                    </p:animScale>
                                    <p:animScale>
                                      <p:cBhvr>
                                        <p:cTn id="92" dur="26">
                                          <p:stCondLst>
                                            <p:cond delay="1808"/>
                                          </p:stCondLst>
                                        </p:cTn>
                                        <p:tgtEl>
                                          <p:spTgt spid="8">
                                            <p:txEl>
                                              <p:pRg st="2" end="2"/>
                                            </p:txEl>
                                          </p:spTgt>
                                        </p:tgtEl>
                                      </p:cBhvr>
                                      <p:to x="100000" y="95000"/>
                                    </p:animScale>
                                    <p:animScale>
                                      <p:cBhvr>
                                        <p:cTn id="93" dur="166" decel="50000">
                                          <p:stCondLst>
                                            <p:cond delay="1834"/>
                                          </p:stCondLst>
                                        </p:cTn>
                                        <p:tgtEl>
                                          <p:spTgt spid="8">
                                            <p:txEl>
                                              <p:pRg st="2" end="2"/>
                                            </p:txEl>
                                          </p:spTgt>
                                        </p:tgtEl>
                                      </p:cBhvr>
                                      <p:to x="100000" y="100000"/>
                                    </p:animScale>
                                  </p:childTnLst>
                                </p:cTn>
                              </p:par>
                              <p:par>
                                <p:cTn id="94" presetID="26" presetClass="entr" presetSubtype="0" fill="hold" nodeType="withEffect">
                                  <p:stCondLst>
                                    <p:cond delay="0"/>
                                  </p:stCondLst>
                                  <p:childTnLst>
                                    <p:set>
                                      <p:cBhvr>
                                        <p:cTn id="95" dur="1" fill="hold">
                                          <p:stCondLst>
                                            <p:cond delay="0"/>
                                          </p:stCondLst>
                                        </p:cTn>
                                        <p:tgtEl>
                                          <p:spTgt spid="8">
                                            <p:txEl>
                                              <p:pRg st="3" end="3"/>
                                            </p:txEl>
                                          </p:spTgt>
                                        </p:tgtEl>
                                        <p:attrNameLst>
                                          <p:attrName>style.visibility</p:attrName>
                                        </p:attrNameLst>
                                      </p:cBhvr>
                                      <p:to>
                                        <p:strVal val="visible"/>
                                      </p:to>
                                    </p:set>
                                    <p:animEffect transition="in" filter="wipe(down)">
                                      <p:cBhvr>
                                        <p:cTn id="96" dur="580">
                                          <p:stCondLst>
                                            <p:cond delay="0"/>
                                          </p:stCondLst>
                                        </p:cTn>
                                        <p:tgtEl>
                                          <p:spTgt spid="8">
                                            <p:txEl>
                                              <p:pRg st="3" end="3"/>
                                            </p:txEl>
                                          </p:spTgt>
                                        </p:tgtEl>
                                      </p:cBhvr>
                                    </p:animEffect>
                                    <p:anim calcmode="lin" valueType="num">
                                      <p:cBhvr>
                                        <p:cTn id="97" dur="1822" tmFilter="0,0; 0.14,0.36; 0.43,0.73; 0.71,0.91; 1.0,1.0">
                                          <p:stCondLst>
                                            <p:cond delay="0"/>
                                          </p:stCondLst>
                                        </p:cTn>
                                        <p:tgtEl>
                                          <p:spTgt spid="8">
                                            <p:txEl>
                                              <p:pRg st="3" end="3"/>
                                            </p:txEl>
                                          </p:spTgt>
                                        </p:tgtEl>
                                        <p:attrNameLst>
                                          <p:attrName>ppt_x</p:attrName>
                                        </p:attrNameLst>
                                      </p:cBhvr>
                                      <p:tavLst>
                                        <p:tav tm="0">
                                          <p:val>
                                            <p:strVal val="#ppt_x-0.25"/>
                                          </p:val>
                                        </p:tav>
                                        <p:tav tm="100000">
                                          <p:val>
                                            <p:strVal val="#ppt_x"/>
                                          </p:val>
                                        </p:tav>
                                      </p:tavLst>
                                    </p:anim>
                                    <p:anim calcmode="lin" valueType="num">
                                      <p:cBhvr>
                                        <p:cTn id="98" dur="664" tmFilter="0.0,0.0; 0.25,0.07; 0.50,0.2; 0.75,0.467; 1.0,1.0">
                                          <p:stCondLst>
                                            <p:cond delay="0"/>
                                          </p:stCondLst>
                                        </p:cTn>
                                        <p:tgtEl>
                                          <p:spTgt spid="8">
                                            <p:txEl>
                                              <p:pRg st="3" end="3"/>
                                            </p:txEl>
                                          </p:spTgt>
                                        </p:tgtEl>
                                        <p:attrNameLst>
                                          <p:attrName>ppt_y</p:attrName>
                                        </p:attrNameLst>
                                      </p:cBhvr>
                                      <p:tavLst>
                                        <p:tav tm="0" fmla="#ppt_y-sin(pi*$)/3">
                                          <p:val>
                                            <p:fltVal val="0.5"/>
                                          </p:val>
                                        </p:tav>
                                        <p:tav tm="100000">
                                          <p:val>
                                            <p:fltVal val="1"/>
                                          </p:val>
                                        </p:tav>
                                      </p:tavLst>
                                    </p:anim>
                                    <p:anim calcmode="lin" valueType="num">
                                      <p:cBhvr>
                                        <p:cTn id="99" dur="664" tmFilter="0, 0; 0.125,0.2665; 0.25,0.4; 0.375,0.465; 0.5,0.5;  0.625,0.535; 0.75,0.6; 0.875,0.7335; 1,1">
                                          <p:stCondLst>
                                            <p:cond delay="664"/>
                                          </p:stCondLst>
                                        </p:cTn>
                                        <p:tgtEl>
                                          <p:spTgt spid="8">
                                            <p:txEl>
                                              <p:pRg st="3" end="3"/>
                                            </p:txEl>
                                          </p:spTgt>
                                        </p:tgtEl>
                                        <p:attrNameLst>
                                          <p:attrName>ppt_y</p:attrName>
                                        </p:attrNameLst>
                                      </p:cBhvr>
                                      <p:tavLst>
                                        <p:tav tm="0" fmla="#ppt_y-sin(pi*$)/9">
                                          <p:val>
                                            <p:fltVal val="0"/>
                                          </p:val>
                                        </p:tav>
                                        <p:tav tm="100000">
                                          <p:val>
                                            <p:fltVal val="1"/>
                                          </p:val>
                                        </p:tav>
                                      </p:tavLst>
                                    </p:anim>
                                    <p:anim calcmode="lin" valueType="num">
                                      <p:cBhvr>
                                        <p:cTn id="100" dur="332" tmFilter="0, 0; 0.125,0.2665; 0.25,0.4; 0.375,0.465; 0.5,0.5;  0.625,0.535; 0.75,0.6; 0.875,0.7335; 1,1">
                                          <p:stCondLst>
                                            <p:cond delay="1324"/>
                                          </p:stCondLst>
                                        </p:cTn>
                                        <p:tgtEl>
                                          <p:spTgt spid="8">
                                            <p:txEl>
                                              <p:pRg st="3" end="3"/>
                                            </p:txEl>
                                          </p:spTgt>
                                        </p:tgtEl>
                                        <p:attrNameLst>
                                          <p:attrName>ppt_y</p:attrName>
                                        </p:attrNameLst>
                                      </p:cBhvr>
                                      <p:tavLst>
                                        <p:tav tm="0" fmla="#ppt_y-sin(pi*$)/27">
                                          <p:val>
                                            <p:fltVal val="0"/>
                                          </p:val>
                                        </p:tav>
                                        <p:tav tm="100000">
                                          <p:val>
                                            <p:fltVal val="1"/>
                                          </p:val>
                                        </p:tav>
                                      </p:tavLst>
                                    </p:anim>
                                    <p:anim calcmode="lin" valueType="num">
                                      <p:cBhvr>
                                        <p:cTn id="101" dur="164" tmFilter="0, 0; 0.125,0.2665; 0.25,0.4; 0.375,0.465; 0.5,0.5;  0.625,0.535; 0.75,0.6; 0.875,0.7335; 1,1">
                                          <p:stCondLst>
                                            <p:cond delay="1656"/>
                                          </p:stCondLst>
                                        </p:cTn>
                                        <p:tgtEl>
                                          <p:spTgt spid="8">
                                            <p:txEl>
                                              <p:pRg st="3" end="3"/>
                                            </p:txEl>
                                          </p:spTgt>
                                        </p:tgtEl>
                                        <p:attrNameLst>
                                          <p:attrName>ppt_y</p:attrName>
                                        </p:attrNameLst>
                                      </p:cBhvr>
                                      <p:tavLst>
                                        <p:tav tm="0" fmla="#ppt_y-sin(pi*$)/81">
                                          <p:val>
                                            <p:fltVal val="0"/>
                                          </p:val>
                                        </p:tav>
                                        <p:tav tm="100000">
                                          <p:val>
                                            <p:fltVal val="1"/>
                                          </p:val>
                                        </p:tav>
                                      </p:tavLst>
                                    </p:anim>
                                    <p:animScale>
                                      <p:cBhvr>
                                        <p:cTn id="102" dur="26">
                                          <p:stCondLst>
                                            <p:cond delay="650"/>
                                          </p:stCondLst>
                                        </p:cTn>
                                        <p:tgtEl>
                                          <p:spTgt spid="8">
                                            <p:txEl>
                                              <p:pRg st="3" end="3"/>
                                            </p:txEl>
                                          </p:spTgt>
                                        </p:tgtEl>
                                      </p:cBhvr>
                                      <p:to x="100000" y="60000"/>
                                    </p:animScale>
                                    <p:animScale>
                                      <p:cBhvr>
                                        <p:cTn id="103" dur="166" decel="50000">
                                          <p:stCondLst>
                                            <p:cond delay="676"/>
                                          </p:stCondLst>
                                        </p:cTn>
                                        <p:tgtEl>
                                          <p:spTgt spid="8">
                                            <p:txEl>
                                              <p:pRg st="3" end="3"/>
                                            </p:txEl>
                                          </p:spTgt>
                                        </p:tgtEl>
                                      </p:cBhvr>
                                      <p:to x="100000" y="100000"/>
                                    </p:animScale>
                                    <p:animScale>
                                      <p:cBhvr>
                                        <p:cTn id="104" dur="26">
                                          <p:stCondLst>
                                            <p:cond delay="1312"/>
                                          </p:stCondLst>
                                        </p:cTn>
                                        <p:tgtEl>
                                          <p:spTgt spid="8">
                                            <p:txEl>
                                              <p:pRg st="3" end="3"/>
                                            </p:txEl>
                                          </p:spTgt>
                                        </p:tgtEl>
                                      </p:cBhvr>
                                      <p:to x="100000" y="80000"/>
                                    </p:animScale>
                                    <p:animScale>
                                      <p:cBhvr>
                                        <p:cTn id="105" dur="166" decel="50000">
                                          <p:stCondLst>
                                            <p:cond delay="1338"/>
                                          </p:stCondLst>
                                        </p:cTn>
                                        <p:tgtEl>
                                          <p:spTgt spid="8">
                                            <p:txEl>
                                              <p:pRg st="3" end="3"/>
                                            </p:txEl>
                                          </p:spTgt>
                                        </p:tgtEl>
                                      </p:cBhvr>
                                      <p:to x="100000" y="100000"/>
                                    </p:animScale>
                                    <p:animScale>
                                      <p:cBhvr>
                                        <p:cTn id="106" dur="26">
                                          <p:stCondLst>
                                            <p:cond delay="1642"/>
                                          </p:stCondLst>
                                        </p:cTn>
                                        <p:tgtEl>
                                          <p:spTgt spid="8">
                                            <p:txEl>
                                              <p:pRg st="3" end="3"/>
                                            </p:txEl>
                                          </p:spTgt>
                                        </p:tgtEl>
                                      </p:cBhvr>
                                      <p:to x="100000" y="90000"/>
                                    </p:animScale>
                                    <p:animScale>
                                      <p:cBhvr>
                                        <p:cTn id="107" dur="166" decel="50000">
                                          <p:stCondLst>
                                            <p:cond delay="1668"/>
                                          </p:stCondLst>
                                        </p:cTn>
                                        <p:tgtEl>
                                          <p:spTgt spid="8">
                                            <p:txEl>
                                              <p:pRg st="3" end="3"/>
                                            </p:txEl>
                                          </p:spTgt>
                                        </p:tgtEl>
                                      </p:cBhvr>
                                      <p:to x="100000" y="100000"/>
                                    </p:animScale>
                                    <p:animScale>
                                      <p:cBhvr>
                                        <p:cTn id="108" dur="26">
                                          <p:stCondLst>
                                            <p:cond delay="1808"/>
                                          </p:stCondLst>
                                        </p:cTn>
                                        <p:tgtEl>
                                          <p:spTgt spid="8">
                                            <p:txEl>
                                              <p:pRg st="3" end="3"/>
                                            </p:txEl>
                                          </p:spTgt>
                                        </p:tgtEl>
                                      </p:cBhvr>
                                      <p:to x="100000" y="95000"/>
                                    </p:animScale>
                                    <p:animScale>
                                      <p:cBhvr>
                                        <p:cTn id="109" dur="166" decel="50000">
                                          <p:stCondLst>
                                            <p:cond delay="1834"/>
                                          </p:stCondLst>
                                        </p:cTn>
                                        <p:tgtEl>
                                          <p:spTgt spid="8">
                                            <p:txEl>
                                              <p:pRg st="3" end="3"/>
                                            </p:txEl>
                                          </p:spTgt>
                                        </p:tgtEl>
                                      </p:cBhvr>
                                      <p:to x="100000" y="100000"/>
                                    </p:animScale>
                                  </p:childTnLst>
                                </p:cTn>
                              </p:par>
                              <p:par>
                                <p:cTn id="110" presetID="26" presetClass="entr" presetSubtype="0" fill="hold" nodeType="withEffect">
                                  <p:stCondLst>
                                    <p:cond delay="0"/>
                                  </p:stCondLst>
                                  <p:childTnLst>
                                    <p:set>
                                      <p:cBhvr>
                                        <p:cTn id="111" dur="1" fill="hold">
                                          <p:stCondLst>
                                            <p:cond delay="0"/>
                                          </p:stCondLst>
                                        </p:cTn>
                                        <p:tgtEl>
                                          <p:spTgt spid="8">
                                            <p:txEl>
                                              <p:pRg st="4" end="4"/>
                                            </p:txEl>
                                          </p:spTgt>
                                        </p:tgtEl>
                                        <p:attrNameLst>
                                          <p:attrName>style.visibility</p:attrName>
                                        </p:attrNameLst>
                                      </p:cBhvr>
                                      <p:to>
                                        <p:strVal val="visible"/>
                                      </p:to>
                                    </p:set>
                                    <p:animEffect transition="in" filter="wipe(down)">
                                      <p:cBhvr>
                                        <p:cTn id="112" dur="580">
                                          <p:stCondLst>
                                            <p:cond delay="0"/>
                                          </p:stCondLst>
                                        </p:cTn>
                                        <p:tgtEl>
                                          <p:spTgt spid="8">
                                            <p:txEl>
                                              <p:pRg st="4" end="4"/>
                                            </p:txEl>
                                          </p:spTgt>
                                        </p:tgtEl>
                                      </p:cBhvr>
                                    </p:animEffect>
                                    <p:anim calcmode="lin" valueType="num">
                                      <p:cBhvr>
                                        <p:cTn id="113" dur="1822" tmFilter="0,0; 0.14,0.36; 0.43,0.73; 0.71,0.91; 1.0,1.0">
                                          <p:stCondLst>
                                            <p:cond delay="0"/>
                                          </p:stCondLst>
                                        </p:cTn>
                                        <p:tgtEl>
                                          <p:spTgt spid="8">
                                            <p:txEl>
                                              <p:pRg st="4" end="4"/>
                                            </p:txEl>
                                          </p:spTgt>
                                        </p:tgtEl>
                                        <p:attrNameLst>
                                          <p:attrName>ppt_x</p:attrName>
                                        </p:attrNameLst>
                                      </p:cBhvr>
                                      <p:tavLst>
                                        <p:tav tm="0">
                                          <p:val>
                                            <p:strVal val="#ppt_x-0.25"/>
                                          </p:val>
                                        </p:tav>
                                        <p:tav tm="100000">
                                          <p:val>
                                            <p:strVal val="#ppt_x"/>
                                          </p:val>
                                        </p:tav>
                                      </p:tavLst>
                                    </p:anim>
                                    <p:anim calcmode="lin" valueType="num">
                                      <p:cBhvr>
                                        <p:cTn id="114" dur="664" tmFilter="0.0,0.0; 0.25,0.07; 0.50,0.2; 0.75,0.467; 1.0,1.0">
                                          <p:stCondLst>
                                            <p:cond delay="0"/>
                                          </p:stCondLst>
                                        </p:cTn>
                                        <p:tgtEl>
                                          <p:spTgt spid="8">
                                            <p:txEl>
                                              <p:pRg st="4" end="4"/>
                                            </p:txEl>
                                          </p:spTgt>
                                        </p:tgtEl>
                                        <p:attrNameLst>
                                          <p:attrName>ppt_y</p:attrName>
                                        </p:attrNameLst>
                                      </p:cBhvr>
                                      <p:tavLst>
                                        <p:tav tm="0" fmla="#ppt_y-sin(pi*$)/3">
                                          <p:val>
                                            <p:fltVal val="0.5"/>
                                          </p:val>
                                        </p:tav>
                                        <p:tav tm="100000">
                                          <p:val>
                                            <p:fltVal val="1"/>
                                          </p:val>
                                        </p:tav>
                                      </p:tavLst>
                                    </p:anim>
                                    <p:anim calcmode="lin" valueType="num">
                                      <p:cBhvr>
                                        <p:cTn id="115" dur="664" tmFilter="0, 0; 0.125,0.2665; 0.25,0.4; 0.375,0.465; 0.5,0.5;  0.625,0.535; 0.75,0.6; 0.875,0.7335; 1,1">
                                          <p:stCondLst>
                                            <p:cond delay="664"/>
                                          </p:stCondLst>
                                        </p:cTn>
                                        <p:tgtEl>
                                          <p:spTgt spid="8">
                                            <p:txEl>
                                              <p:pRg st="4" end="4"/>
                                            </p:txEl>
                                          </p:spTgt>
                                        </p:tgtEl>
                                        <p:attrNameLst>
                                          <p:attrName>ppt_y</p:attrName>
                                        </p:attrNameLst>
                                      </p:cBhvr>
                                      <p:tavLst>
                                        <p:tav tm="0" fmla="#ppt_y-sin(pi*$)/9">
                                          <p:val>
                                            <p:fltVal val="0"/>
                                          </p:val>
                                        </p:tav>
                                        <p:tav tm="100000">
                                          <p:val>
                                            <p:fltVal val="1"/>
                                          </p:val>
                                        </p:tav>
                                      </p:tavLst>
                                    </p:anim>
                                    <p:anim calcmode="lin" valueType="num">
                                      <p:cBhvr>
                                        <p:cTn id="116" dur="332" tmFilter="0, 0; 0.125,0.2665; 0.25,0.4; 0.375,0.465; 0.5,0.5;  0.625,0.535; 0.75,0.6; 0.875,0.7335; 1,1">
                                          <p:stCondLst>
                                            <p:cond delay="1324"/>
                                          </p:stCondLst>
                                        </p:cTn>
                                        <p:tgtEl>
                                          <p:spTgt spid="8">
                                            <p:txEl>
                                              <p:pRg st="4" end="4"/>
                                            </p:txEl>
                                          </p:spTgt>
                                        </p:tgtEl>
                                        <p:attrNameLst>
                                          <p:attrName>ppt_y</p:attrName>
                                        </p:attrNameLst>
                                      </p:cBhvr>
                                      <p:tavLst>
                                        <p:tav tm="0" fmla="#ppt_y-sin(pi*$)/27">
                                          <p:val>
                                            <p:fltVal val="0"/>
                                          </p:val>
                                        </p:tav>
                                        <p:tav tm="100000">
                                          <p:val>
                                            <p:fltVal val="1"/>
                                          </p:val>
                                        </p:tav>
                                      </p:tavLst>
                                    </p:anim>
                                    <p:anim calcmode="lin" valueType="num">
                                      <p:cBhvr>
                                        <p:cTn id="117" dur="164" tmFilter="0, 0; 0.125,0.2665; 0.25,0.4; 0.375,0.465; 0.5,0.5;  0.625,0.535; 0.75,0.6; 0.875,0.7335; 1,1">
                                          <p:stCondLst>
                                            <p:cond delay="1656"/>
                                          </p:stCondLst>
                                        </p:cTn>
                                        <p:tgtEl>
                                          <p:spTgt spid="8">
                                            <p:txEl>
                                              <p:pRg st="4" end="4"/>
                                            </p:txEl>
                                          </p:spTgt>
                                        </p:tgtEl>
                                        <p:attrNameLst>
                                          <p:attrName>ppt_y</p:attrName>
                                        </p:attrNameLst>
                                      </p:cBhvr>
                                      <p:tavLst>
                                        <p:tav tm="0" fmla="#ppt_y-sin(pi*$)/81">
                                          <p:val>
                                            <p:fltVal val="0"/>
                                          </p:val>
                                        </p:tav>
                                        <p:tav tm="100000">
                                          <p:val>
                                            <p:fltVal val="1"/>
                                          </p:val>
                                        </p:tav>
                                      </p:tavLst>
                                    </p:anim>
                                    <p:animScale>
                                      <p:cBhvr>
                                        <p:cTn id="118" dur="26">
                                          <p:stCondLst>
                                            <p:cond delay="650"/>
                                          </p:stCondLst>
                                        </p:cTn>
                                        <p:tgtEl>
                                          <p:spTgt spid="8">
                                            <p:txEl>
                                              <p:pRg st="4" end="4"/>
                                            </p:txEl>
                                          </p:spTgt>
                                        </p:tgtEl>
                                      </p:cBhvr>
                                      <p:to x="100000" y="60000"/>
                                    </p:animScale>
                                    <p:animScale>
                                      <p:cBhvr>
                                        <p:cTn id="119" dur="166" decel="50000">
                                          <p:stCondLst>
                                            <p:cond delay="676"/>
                                          </p:stCondLst>
                                        </p:cTn>
                                        <p:tgtEl>
                                          <p:spTgt spid="8">
                                            <p:txEl>
                                              <p:pRg st="4" end="4"/>
                                            </p:txEl>
                                          </p:spTgt>
                                        </p:tgtEl>
                                      </p:cBhvr>
                                      <p:to x="100000" y="100000"/>
                                    </p:animScale>
                                    <p:animScale>
                                      <p:cBhvr>
                                        <p:cTn id="120" dur="26">
                                          <p:stCondLst>
                                            <p:cond delay="1312"/>
                                          </p:stCondLst>
                                        </p:cTn>
                                        <p:tgtEl>
                                          <p:spTgt spid="8">
                                            <p:txEl>
                                              <p:pRg st="4" end="4"/>
                                            </p:txEl>
                                          </p:spTgt>
                                        </p:tgtEl>
                                      </p:cBhvr>
                                      <p:to x="100000" y="80000"/>
                                    </p:animScale>
                                    <p:animScale>
                                      <p:cBhvr>
                                        <p:cTn id="121" dur="166" decel="50000">
                                          <p:stCondLst>
                                            <p:cond delay="1338"/>
                                          </p:stCondLst>
                                        </p:cTn>
                                        <p:tgtEl>
                                          <p:spTgt spid="8">
                                            <p:txEl>
                                              <p:pRg st="4" end="4"/>
                                            </p:txEl>
                                          </p:spTgt>
                                        </p:tgtEl>
                                      </p:cBhvr>
                                      <p:to x="100000" y="100000"/>
                                    </p:animScale>
                                    <p:animScale>
                                      <p:cBhvr>
                                        <p:cTn id="122" dur="26">
                                          <p:stCondLst>
                                            <p:cond delay="1642"/>
                                          </p:stCondLst>
                                        </p:cTn>
                                        <p:tgtEl>
                                          <p:spTgt spid="8">
                                            <p:txEl>
                                              <p:pRg st="4" end="4"/>
                                            </p:txEl>
                                          </p:spTgt>
                                        </p:tgtEl>
                                      </p:cBhvr>
                                      <p:to x="100000" y="90000"/>
                                    </p:animScale>
                                    <p:animScale>
                                      <p:cBhvr>
                                        <p:cTn id="123" dur="166" decel="50000">
                                          <p:stCondLst>
                                            <p:cond delay="1668"/>
                                          </p:stCondLst>
                                        </p:cTn>
                                        <p:tgtEl>
                                          <p:spTgt spid="8">
                                            <p:txEl>
                                              <p:pRg st="4" end="4"/>
                                            </p:txEl>
                                          </p:spTgt>
                                        </p:tgtEl>
                                      </p:cBhvr>
                                      <p:to x="100000" y="100000"/>
                                    </p:animScale>
                                    <p:animScale>
                                      <p:cBhvr>
                                        <p:cTn id="124" dur="26">
                                          <p:stCondLst>
                                            <p:cond delay="1808"/>
                                          </p:stCondLst>
                                        </p:cTn>
                                        <p:tgtEl>
                                          <p:spTgt spid="8">
                                            <p:txEl>
                                              <p:pRg st="4" end="4"/>
                                            </p:txEl>
                                          </p:spTgt>
                                        </p:tgtEl>
                                      </p:cBhvr>
                                      <p:to x="100000" y="95000"/>
                                    </p:animScale>
                                    <p:animScale>
                                      <p:cBhvr>
                                        <p:cTn id="125" dur="166" decel="50000">
                                          <p:stCondLst>
                                            <p:cond delay="1834"/>
                                          </p:stCondLst>
                                        </p:cTn>
                                        <p:tgtEl>
                                          <p:spTgt spid="8">
                                            <p:txEl>
                                              <p:pRg st="4" end="4"/>
                                            </p:txEl>
                                          </p:spTgt>
                                        </p:tgtEl>
                                      </p:cBhvr>
                                      <p:to x="100000" y="100000"/>
                                    </p:animScale>
                                  </p:childTnLst>
                                </p:cTn>
                              </p:par>
                              <p:par>
                                <p:cTn id="126" presetID="26" presetClass="entr" presetSubtype="0" fill="hold" nodeType="withEffect">
                                  <p:stCondLst>
                                    <p:cond delay="0"/>
                                  </p:stCondLst>
                                  <p:childTnLst>
                                    <p:set>
                                      <p:cBhvr>
                                        <p:cTn id="127" dur="1" fill="hold">
                                          <p:stCondLst>
                                            <p:cond delay="0"/>
                                          </p:stCondLst>
                                        </p:cTn>
                                        <p:tgtEl>
                                          <p:spTgt spid="8">
                                            <p:txEl>
                                              <p:pRg st="5" end="5"/>
                                            </p:txEl>
                                          </p:spTgt>
                                        </p:tgtEl>
                                        <p:attrNameLst>
                                          <p:attrName>style.visibility</p:attrName>
                                        </p:attrNameLst>
                                      </p:cBhvr>
                                      <p:to>
                                        <p:strVal val="visible"/>
                                      </p:to>
                                    </p:set>
                                    <p:animEffect transition="in" filter="wipe(down)">
                                      <p:cBhvr>
                                        <p:cTn id="128" dur="580">
                                          <p:stCondLst>
                                            <p:cond delay="0"/>
                                          </p:stCondLst>
                                        </p:cTn>
                                        <p:tgtEl>
                                          <p:spTgt spid="8">
                                            <p:txEl>
                                              <p:pRg st="5" end="5"/>
                                            </p:txEl>
                                          </p:spTgt>
                                        </p:tgtEl>
                                      </p:cBhvr>
                                    </p:animEffect>
                                    <p:anim calcmode="lin" valueType="num">
                                      <p:cBhvr>
                                        <p:cTn id="129" dur="1822" tmFilter="0,0; 0.14,0.36; 0.43,0.73; 0.71,0.91; 1.0,1.0">
                                          <p:stCondLst>
                                            <p:cond delay="0"/>
                                          </p:stCondLst>
                                        </p:cTn>
                                        <p:tgtEl>
                                          <p:spTgt spid="8">
                                            <p:txEl>
                                              <p:pRg st="5" end="5"/>
                                            </p:txEl>
                                          </p:spTgt>
                                        </p:tgtEl>
                                        <p:attrNameLst>
                                          <p:attrName>ppt_x</p:attrName>
                                        </p:attrNameLst>
                                      </p:cBhvr>
                                      <p:tavLst>
                                        <p:tav tm="0">
                                          <p:val>
                                            <p:strVal val="#ppt_x-0.25"/>
                                          </p:val>
                                        </p:tav>
                                        <p:tav tm="100000">
                                          <p:val>
                                            <p:strVal val="#ppt_x"/>
                                          </p:val>
                                        </p:tav>
                                      </p:tavLst>
                                    </p:anim>
                                    <p:anim calcmode="lin" valueType="num">
                                      <p:cBhvr>
                                        <p:cTn id="130" dur="664" tmFilter="0.0,0.0; 0.25,0.07; 0.50,0.2; 0.75,0.467; 1.0,1.0">
                                          <p:stCondLst>
                                            <p:cond delay="0"/>
                                          </p:stCondLst>
                                        </p:cTn>
                                        <p:tgtEl>
                                          <p:spTgt spid="8">
                                            <p:txEl>
                                              <p:pRg st="5" end="5"/>
                                            </p:txEl>
                                          </p:spTgt>
                                        </p:tgtEl>
                                        <p:attrNameLst>
                                          <p:attrName>ppt_y</p:attrName>
                                        </p:attrNameLst>
                                      </p:cBhvr>
                                      <p:tavLst>
                                        <p:tav tm="0" fmla="#ppt_y-sin(pi*$)/3">
                                          <p:val>
                                            <p:fltVal val="0.5"/>
                                          </p:val>
                                        </p:tav>
                                        <p:tav tm="100000">
                                          <p:val>
                                            <p:fltVal val="1"/>
                                          </p:val>
                                        </p:tav>
                                      </p:tavLst>
                                    </p:anim>
                                    <p:anim calcmode="lin" valueType="num">
                                      <p:cBhvr>
                                        <p:cTn id="131" dur="664" tmFilter="0, 0; 0.125,0.2665; 0.25,0.4; 0.375,0.465; 0.5,0.5;  0.625,0.535; 0.75,0.6; 0.875,0.7335; 1,1">
                                          <p:stCondLst>
                                            <p:cond delay="664"/>
                                          </p:stCondLst>
                                        </p:cTn>
                                        <p:tgtEl>
                                          <p:spTgt spid="8">
                                            <p:txEl>
                                              <p:pRg st="5" end="5"/>
                                            </p:txEl>
                                          </p:spTgt>
                                        </p:tgtEl>
                                        <p:attrNameLst>
                                          <p:attrName>ppt_y</p:attrName>
                                        </p:attrNameLst>
                                      </p:cBhvr>
                                      <p:tavLst>
                                        <p:tav tm="0" fmla="#ppt_y-sin(pi*$)/9">
                                          <p:val>
                                            <p:fltVal val="0"/>
                                          </p:val>
                                        </p:tav>
                                        <p:tav tm="100000">
                                          <p:val>
                                            <p:fltVal val="1"/>
                                          </p:val>
                                        </p:tav>
                                      </p:tavLst>
                                    </p:anim>
                                    <p:anim calcmode="lin" valueType="num">
                                      <p:cBhvr>
                                        <p:cTn id="132" dur="332" tmFilter="0, 0; 0.125,0.2665; 0.25,0.4; 0.375,0.465; 0.5,0.5;  0.625,0.535; 0.75,0.6; 0.875,0.7335; 1,1">
                                          <p:stCondLst>
                                            <p:cond delay="1324"/>
                                          </p:stCondLst>
                                        </p:cTn>
                                        <p:tgtEl>
                                          <p:spTgt spid="8">
                                            <p:txEl>
                                              <p:pRg st="5" end="5"/>
                                            </p:txEl>
                                          </p:spTgt>
                                        </p:tgtEl>
                                        <p:attrNameLst>
                                          <p:attrName>ppt_y</p:attrName>
                                        </p:attrNameLst>
                                      </p:cBhvr>
                                      <p:tavLst>
                                        <p:tav tm="0" fmla="#ppt_y-sin(pi*$)/27">
                                          <p:val>
                                            <p:fltVal val="0"/>
                                          </p:val>
                                        </p:tav>
                                        <p:tav tm="100000">
                                          <p:val>
                                            <p:fltVal val="1"/>
                                          </p:val>
                                        </p:tav>
                                      </p:tavLst>
                                    </p:anim>
                                    <p:anim calcmode="lin" valueType="num">
                                      <p:cBhvr>
                                        <p:cTn id="133" dur="164" tmFilter="0, 0; 0.125,0.2665; 0.25,0.4; 0.375,0.465; 0.5,0.5;  0.625,0.535; 0.75,0.6; 0.875,0.7335; 1,1">
                                          <p:stCondLst>
                                            <p:cond delay="1656"/>
                                          </p:stCondLst>
                                        </p:cTn>
                                        <p:tgtEl>
                                          <p:spTgt spid="8">
                                            <p:txEl>
                                              <p:pRg st="5" end="5"/>
                                            </p:txEl>
                                          </p:spTgt>
                                        </p:tgtEl>
                                        <p:attrNameLst>
                                          <p:attrName>ppt_y</p:attrName>
                                        </p:attrNameLst>
                                      </p:cBhvr>
                                      <p:tavLst>
                                        <p:tav tm="0" fmla="#ppt_y-sin(pi*$)/81">
                                          <p:val>
                                            <p:fltVal val="0"/>
                                          </p:val>
                                        </p:tav>
                                        <p:tav tm="100000">
                                          <p:val>
                                            <p:fltVal val="1"/>
                                          </p:val>
                                        </p:tav>
                                      </p:tavLst>
                                    </p:anim>
                                    <p:animScale>
                                      <p:cBhvr>
                                        <p:cTn id="134" dur="26">
                                          <p:stCondLst>
                                            <p:cond delay="650"/>
                                          </p:stCondLst>
                                        </p:cTn>
                                        <p:tgtEl>
                                          <p:spTgt spid="8">
                                            <p:txEl>
                                              <p:pRg st="5" end="5"/>
                                            </p:txEl>
                                          </p:spTgt>
                                        </p:tgtEl>
                                      </p:cBhvr>
                                      <p:to x="100000" y="60000"/>
                                    </p:animScale>
                                    <p:animScale>
                                      <p:cBhvr>
                                        <p:cTn id="135" dur="166" decel="50000">
                                          <p:stCondLst>
                                            <p:cond delay="676"/>
                                          </p:stCondLst>
                                        </p:cTn>
                                        <p:tgtEl>
                                          <p:spTgt spid="8">
                                            <p:txEl>
                                              <p:pRg st="5" end="5"/>
                                            </p:txEl>
                                          </p:spTgt>
                                        </p:tgtEl>
                                      </p:cBhvr>
                                      <p:to x="100000" y="100000"/>
                                    </p:animScale>
                                    <p:animScale>
                                      <p:cBhvr>
                                        <p:cTn id="136" dur="26">
                                          <p:stCondLst>
                                            <p:cond delay="1312"/>
                                          </p:stCondLst>
                                        </p:cTn>
                                        <p:tgtEl>
                                          <p:spTgt spid="8">
                                            <p:txEl>
                                              <p:pRg st="5" end="5"/>
                                            </p:txEl>
                                          </p:spTgt>
                                        </p:tgtEl>
                                      </p:cBhvr>
                                      <p:to x="100000" y="80000"/>
                                    </p:animScale>
                                    <p:animScale>
                                      <p:cBhvr>
                                        <p:cTn id="137" dur="166" decel="50000">
                                          <p:stCondLst>
                                            <p:cond delay="1338"/>
                                          </p:stCondLst>
                                        </p:cTn>
                                        <p:tgtEl>
                                          <p:spTgt spid="8">
                                            <p:txEl>
                                              <p:pRg st="5" end="5"/>
                                            </p:txEl>
                                          </p:spTgt>
                                        </p:tgtEl>
                                      </p:cBhvr>
                                      <p:to x="100000" y="100000"/>
                                    </p:animScale>
                                    <p:animScale>
                                      <p:cBhvr>
                                        <p:cTn id="138" dur="26">
                                          <p:stCondLst>
                                            <p:cond delay="1642"/>
                                          </p:stCondLst>
                                        </p:cTn>
                                        <p:tgtEl>
                                          <p:spTgt spid="8">
                                            <p:txEl>
                                              <p:pRg st="5" end="5"/>
                                            </p:txEl>
                                          </p:spTgt>
                                        </p:tgtEl>
                                      </p:cBhvr>
                                      <p:to x="100000" y="90000"/>
                                    </p:animScale>
                                    <p:animScale>
                                      <p:cBhvr>
                                        <p:cTn id="139" dur="166" decel="50000">
                                          <p:stCondLst>
                                            <p:cond delay="1668"/>
                                          </p:stCondLst>
                                        </p:cTn>
                                        <p:tgtEl>
                                          <p:spTgt spid="8">
                                            <p:txEl>
                                              <p:pRg st="5" end="5"/>
                                            </p:txEl>
                                          </p:spTgt>
                                        </p:tgtEl>
                                      </p:cBhvr>
                                      <p:to x="100000" y="100000"/>
                                    </p:animScale>
                                    <p:animScale>
                                      <p:cBhvr>
                                        <p:cTn id="140" dur="26">
                                          <p:stCondLst>
                                            <p:cond delay="1808"/>
                                          </p:stCondLst>
                                        </p:cTn>
                                        <p:tgtEl>
                                          <p:spTgt spid="8">
                                            <p:txEl>
                                              <p:pRg st="5" end="5"/>
                                            </p:txEl>
                                          </p:spTgt>
                                        </p:tgtEl>
                                      </p:cBhvr>
                                      <p:to x="100000" y="95000"/>
                                    </p:animScale>
                                    <p:animScale>
                                      <p:cBhvr>
                                        <p:cTn id="141" dur="166" decel="50000">
                                          <p:stCondLst>
                                            <p:cond delay="1834"/>
                                          </p:stCondLst>
                                        </p:cTn>
                                        <p:tgtEl>
                                          <p:spTgt spid="8">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A"/>
          </a:p>
        </p:txBody>
      </p:sp>
      <p:sp>
        <p:nvSpPr>
          <p:cNvPr id="3" name="Text Placeholder 2"/>
          <p:cNvSpPr>
            <a:spLocks noGrp="1"/>
          </p:cNvSpPr>
          <p:nvPr>
            <p:ph type="body" idx="1"/>
          </p:nvPr>
        </p:nvSpPr>
        <p:spPr/>
        <p:txBody>
          <a:bodyPr/>
          <a:lstStyle/>
          <a:p>
            <a:r>
              <a:rPr lang="en-US" dirty="0" smtClean="0">
                <a:effectLst/>
              </a:rPr>
              <a:t>BROWSER COMPATIBILITY TESTING :</a:t>
            </a:r>
            <a:endParaRPr lang="en-ZA" dirty="0"/>
          </a:p>
        </p:txBody>
      </p:sp>
      <p:sp>
        <p:nvSpPr>
          <p:cNvPr id="4" name="Content Placeholder 3"/>
          <p:cNvSpPr>
            <a:spLocks noGrp="1"/>
          </p:cNvSpPr>
          <p:nvPr>
            <p:ph sz="half" idx="2"/>
          </p:nvPr>
        </p:nvSpPr>
        <p:spPr/>
        <p:txBody>
          <a:bodyPr/>
          <a:lstStyle/>
          <a:p>
            <a:pPr>
              <a:buFont typeface="Wingdings" panose="05000000000000000000" pitchFamily="2" charset="2"/>
              <a:buChar char="Ø"/>
            </a:pPr>
            <a:r>
              <a:rPr lang="en-US" i="1" dirty="0">
                <a:effectLst/>
              </a:rPr>
              <a:t>Verify that the websites run efficiently on most web browsers</a:t>
            </a:r>
            <a:endParaRPr lang="en-ZA" dirty="0"/>
          </a:p>
        </p:txBody>
      </p:sp>
      <p:sp>
        <p:nvSpPr>
          <p:cNvPr id="5" name="Text Placeholder 4"/>
          <p:cNvSpPr>
            <a:spLocks noGrp="1"/>
          </p:cNvSpPr>
          <p:nvPr>
            <p:ph type="body" sz="quarter" idx="3"/>
          </p:nvPr>
        </p:nvSpPr>
        <p:spPr/>
        <p:txBody>
          <a:bodyPr/>
          <a:lstStyle/>
          <a:p>
            <a:r>
              <a:rPr lang="en-US" dirty="0" smtClean="0">
                <a:effectLst/>
              </a:rPr>
              <a:t>INTERFACE TESTING :</a:t>
            </a:r>
            <a:endParaRPr lang="en-ZA" dirty="0"/>
          </a:p>
        </p:txBody>
      </p:sp>
      <p:sp>
        <p:nvSpPr>
          <p:cNvPr id="6" name="Content Placeholder 5"/>
          <p:cNvSpPr>
            <a:spLocks noGrp="1"/>
          </p:cNvSpPr>
          <p:nvPr>
            <p:ph sz="quarter" idx="4"/>
          </p:nvPr>
        </p:nvSpPr>
        <p:spPr>
          <a:xfrm>
            <a:off x="6172200" y="2912231"/>
            <a:ext cx="5095357" cy="3655993"/>
          </a:xfrm>
        </p:spPr>
        <p:txBody>
          <a:bodyPr>
            <a:normAutofit fontScale="92500" lnSpcReduction="20000"/>
          </a:bodyPr>
          <a:lstStyle/>
          <a:p>
            <a:r>
              <a:rPr lang="en-US" i="1" dirty="0" smtClean="0">
                <a:effectLst/>
              </a:rPr>
              <a:t>VERIFY EASE OF NAVIGATION THROUGH A SAMPLE SET OF SCREENS.</a:t>
            </a:r>
            <a:endParaRPr lang="en-ZA" dirty="0" smtClean="0">
              <a:effectLst/>
            </a:endParaRPr>
          </a:p>
          <a:p>
            <a:r>
              <a:rPr lang="en-US" i="1" dirty="0" smtClean="0">
                <a:effectLst/>
              </a:rPr>
              <a:t>VERIFY SAMPLE SCREENS CONFORM TO GUI STANDARDS.</a:t>
            </a:r>
            <a:endParaRPr lang="en-ZA" dirty="0" smtClean="0">
              <a:effectLst/>
            </a:endParaRPr>
          </a:p>
          <a:p>
            <a:r>
              <a:rPr lang="en-US" i="1" dirty="0" smtClean="0">
                <a:effectLst/>
              </a:rPr>
              <a:t>VERIFY THE SYSTEM SHALL BE EASY-TO-USE AND SHALL BE APPROPRIATE FOR THE TARGET MARKET OF COMPUTER-LITERATE STUDENTS AND PROFESSORS</a:t>
            </a:r>
            <a:endParaRPr lang="en-ZA" dirty="0" smtClean="0">
              <a:effectLst/>
            </a:endParaRPr>
          </a:p>
          <a:p>
            <a:r>
              <a:rPr lang="en-US" i="1" dirty="0" smtClean="0">
                <a:effectLst/>
              </a:rPr>
              <a:t>VERIFY THE DESKTOP USER-INTERFACE SHALL BE WINDOWS COMPLIANT.</a:t>
            </a:r>
            <a:endParaRPr lang="en-ZA" dirty="0" smtClean="0">
              <a:effectLst/>
            </a:endParaRPr>
          </a:p>
          <a:p>
            <a:endParaRPr lang="en-ZA" dirty="0"/>
          </a:p>
        </p:txBody>
      </p:sp>
    </p:spTree>
    <p:extLst>
      <p:ext uri="{BB962C8B-B14F-4D97-AF65-F5344CB8AC3E}">
        <p14:creationId xmlns:p14="http://schemas.microsoft.com/office/powerpoint/2010/main" val="86059301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80">
                                          <p:stCondLst>
                                            <p:cond delay="0"/>
                                          </p:stCondLst>
                                        </p:cTn>
                                        <p:tgtEl>
                                          <p:spTgt spid="4">
                                            <p:txEl>
                                              <p:pRg st="0" end="0"/>
                                            </p:txEl>
                                          </p:spTgt>
                                        </p:tgtEl>
                                      </p:cBhvr>
                                    </p:animEffect>
                                    <p:anim calcmode="lin" valueType="num">
                                      <p:cBhvr>
                                        <p:cTn id="8"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xEl>
                                              <p:pRg st="0" end="0"/>
                                            </p:txEl>
                                          </p:spTgt>
                                        </p:tgtEl>
                                      </p:cBhvr>
                                      <p:to x="100000" y="60000"/>
                                    </p:animScale>
                                    <p:animScale>
                                      <p:cBhvr>
                                        <p:cTn id="14" dur="166" decel="50000">
                                          <p:stCondLst>
                                            <p:cond delay="676"/>
                                          </p:stCondLst>
                                        </p:cTn>
                                        <p:tgtEl>
                                          <p:spTgt spid="4">
                                            <p:txEl>
                                              <p:pRg st="0" end="0"/>
                                            </p:txEl>
                                          </p:spTgt>
                                        </p:tgtEl>
                                      </p:cBhvr>
                                      <p:to x="100000" y="100000"/>
                                    </p:animScale>
                                    <p:animScale>
                                      <p:cBhvr>
                                        <p:cTn id="15" dur="26">
                                          <p:stCondLst>
                                            <p:cond delay="1312"/>
                                          </p:stCondLst>
                                        </p:cTn>
                                        <p:tgtEl>
                                          <p:spTgt spid="4">
                                            <p:txEl>
                                              <p:pRg st="0" end="0"/>
                                            </p:txEl>
                                          </p:spTgt>
                                        </p:tgtEl>
                                      </p:cBhvr>
                                      <p:to x="100000" y="80000"/>
                                    </p:animScale>
                                    <p:animScale>
                                      <p:cBhvr>
                                        <p:cTn id="16" dur="166" decel="50000">
                                          <p:stCondLst>
                                            <p:cond delay="1338"/>
                                          </p:stCondLst>
                                        </p:cTn>
                                        <p:tgtEl>
                                          <p:spTgt spid="4">
                                            <p:txEl>
                                              <p:pRg st="0" end="0"/>
                                            </p:txEl>
                                          </p:spTgt>
                                        </p:tgtEl>
                                      </p:cBhvr>
                                      <p:to x="100000" y="100000"/>
                                    </p:animScale>
                                    <p:animScale>
                                      <p:cBhvr>
                                        <p:cTn id="17" dur="26">
                                          <p:stCondLst>
                                            <p:cond delay="1642"/>
                                          </p:stCondLst>
                                        </p:cTn>
                                        <p:tgtEl>
                                          <p:spTgt spid="4">
                                            <p:txEl>
                                              <p:pRg st="0" end="0"/>
                                            </p:txEl>
                                          </p:spTgt>
                                        </p:tgtEl>
                                      </p:cBhvr>
                                      <p:to x="100000" y="90000"/>
                                    </p:animScale>
                                    <p:animScale>
                                      <p:cBhvr>
                                        <p:cTn id="18" dur="166" decel="50000">
                                          <p:stCondLst>
                                            <p:cond delay="1668"/>
                                          </p:stCondLst>
                                        </p:cTn>
                                        <p:tgtEl>
                                          <p:spTgt spid="4">
                                            <p:txEl>
                                              <p:pRg st="0" end="0"/>
                                            </p:txEl>
                                          </p:spTgt>
                                        </p:tgtEl>
                                      </p:cBhvr>
                                      <p:to x="100000" y="100000"/>
                                    </p:animScale>
                                    <p:animScale>
                                      <p:cBhvr>
                                        <p:cTn id="19" dur="26">
                                          <p:stCondLst>
                                            <p:cond delay="1808"/>
                                          </p:stCondLst>
                                        </p:cTn>
                                        <p:tgtEl>
                                          <p:spTgt spid="4">
                                            <p:txEl>
                                              <p:pRg st="0" end="0"/>
                                            </p:txEl>
                                          </p:spTgt>
                                        </p:tgtEl>
                                      </p:cBhvr>
                                      <p:to x="100000" y="95000"/>
                                    </p:animScale>
                                    <p:animScale>
                                      <p:cBhvr>
                                        <p:cTn id="20" dur="166" decel="50000">
                                          <p:stCondLst>
                                            <p:cond delay="1834"/>
                                          </p:stCondLst>
                                        </p:cTn>
                                        <p:tgtEl>
                                          <p:spTgt spid="4">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wipe(down)">
                                      <p:cBhvr>
                                        <p:cTn id="25" dur="580">
                                          <p:stCondLst>
                                            <p:cond delay="0"/>
                                          </p:stCondLst>
                                        </p:cTn>
                                        <p:tgtEl>
                                          <p:spTgt spid="6">
                                            <p:txEl>
                                              <p:pRg st="0" end="0"/>
                                            </p:txEl>
                                          </p:spTgt>
                                        </p:tgtEl>
                                      </p:cBhvr>
                                    </p:animEffect>
                                    <p:anim calcmode="lin" valueType="num">
                                      <p:cBhvr>
                                        <p:cTn id="26" dur="1822" tmFilter="0,0; 0.14,0.36; 0.43,0.73; 0.71,0.91; 1.0,1.0">
                                          <p:stCondLst>
                                            <p:cond delay="0"/>
                                          </p:stCondLst>
                                        </p:cTn>
                                        <p:tgtEl>
                                          <p:spTgt spid="6">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6">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6">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6">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6">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6">
                                            <p:txEl>
                                              <p:pRg st="0" end="0"/>
                                            </p:txEl>
                                          </p:spTgt>
                                        </p:tgtEl>
                                      </p:cBhvr>
                                      <p:to x="100000" y="60000"/>
                                    </p:animScale>
                                    <p:animScale>
                                      <p:cBhvr>
                                        <p:cTn id="32" dur="166" decel="50000">
                                          <p:stCondLst>
                                            <p:cond delay="676"/>
                                          </p:stCondLst>
                                        </p:cTn>
                                        <p:tgtEl>
                                          <p:spTgt spid="6">
                                            <p:txEl>
                                              <p:pRg st="0" end="0"/>
                                            </p:txEl>
                                          </p:spTgt>
                                        </p:tgtEl>
                                      </p:cBhvr>
                                      <p:to x="100000" y="100000"/>
                                    </p:animScale>
                                    <p:animScale>
                                      <p:cBhvr>
                                        <p:cTn id="33" dur="26">
                                          <p:stCondLst>
                                            <p:cond delay="1312"/>
                                          </p:stCondLst>
                                        </p:cTn>
                                        <p:tgtEl>
                                          <p:spTgt spid="6">
                                            <p:txEl>
                                              <p:pRg st="0" end="0"/>
                                            </p:txEl>
                                          </p:spTgt>
                                        </p:tgtEl>
                                      </p:cBhvr>
                                      <p:to x="100000" y="80000"/>
                                    </p:animScale>
                                    <p:animScale>
                                      <p:cBhvr>
                                        <p:cTn id="34" dur="166" decel="50000">
                                          <p:stCondLst>
                                            <p:cond delay="1338"/>
                                          </p:stCondLst>
                                        </p:cTn>
                                        <p:tgtEl>
                                          <p:spTgt spid="6">
                                            <p:txEl>
                                              <p:pRg st="0" end="0"/>
                                            </p:txEl>
                                          </p:spTgt>
                                        </p:tgtEl>
                                      </p:cBhvr>
                                      <p:to x="100000" y="100000"/>
                                    </p:animScale>
                                    <p:animScale>
                                      <p:cBhvr>
                                        <p:cTn id="35" dur="26">
                                          <p:stCondLst>
                                            <p:cond delay="1642"/>
                                          </p:stCondLst>
                                        </p:cTn>
                                        <p:tgtEl>
                                          <p:spTgt spid="6">
                                            <p:txEl>
                                              <p:pRg st="0" end="0"/>
                                            </p:txEl>
                                          </p:spTgt>
                                        </p:tgtEl>
                                      </p:cBhvr>
                                      <p:to x="100000" y="90000"/>
                                    </p:animScale>
                                    <p:animScale>
                                      <p:cBhvr>
                                        <p:cTn id="36" dur="166" decel="50000">
                                          <p:stCondLst>
                                            <p:cond delay="1668"/>
                                          </p:stCondLst>
                                        </p:cTn>
                                        <p:tgtEl>
                                          <p:spTgt spid="6">
                                            <p:txEl>
                                              <p:pRg st="0" end="0"/>
                                            </p:txEl>
                                          </p:spTgt>
                                        </p:tgtEl>
                                      </p:cBhvr>
                                      <p:to x="100000" y="100000"/>
                                    </p:animScale>
                                    <p:animScale>
                                      <p:cBhvr>
                                        <p:cTn id="37" dur="26">
                                          <p:stCondLst>
                                            <p:cond delay="1808"/>
                                          </p:stCondLst>
                                        </p:cTn>
                                        <p:tgtEl>
                                          <p:spTgt spid="6">
                                            <p:txEl>
                                              <p:pRg st="0" end="0"/>
                                            </p:txEl>
                                          </p:spTgt>
                                        </p:tgtEl>
                                      </p:cBhvr>
                                      <p:to x="100000" y="95000"/>
                                    </p:animScale>
                                    <p:animScale>
                                      <p:cBhvr>
                                        <p:cTn id="38" dur="166" decel="50000">
                                          <p:stCondLst>
                                            <p:cond delay="1834"/>
                                          </p:stCondLst>
                                        </p:cTn>
                                        <p:tgtEl>
                                          <p:spTgt spid="6">
                                            <p:txEl>
                                              <p:pRg st="0" end="0"/>
                                            </p:txEl>
                                          </p:spTgt>
                                        </p:tgtEl>
                                      </p:cBhvr>
                                      <p:to x="100000" y="100000"/>
                                    </p:animScale>
                                  </p:childTnLst>
                                </p:cTn>
                              </p:par>
                              <p:par>
                                <p:cTn id="39" presetID="26" presetClass="entr" presetSubtype="0" fill="hold" nodeType="withEffect">
                                  <p:stCondLst>
                                    <p:cond delay="0"/>
                                  </p:stCondLst>
                                  <p:childTnLst>
                                    <p:set>
                                      <p:cBhvr>
                                        <p:cTn id="40" dur="1" fill="hold">
                                          <p:stCondLst>
                                            <p:cond delay="0"/>
                                          </p:stCondLst>
                                        </p:cTn>
                                        <p:tgtEl>
                                          <p:spTgt spid="6">
                                            <p:txEl>
                                              <p:pRg st="1" end="1"/>
                                            </p:txEl>
                                          </p:spTgt>
                                        </p:tgtEl>
                                        <p:attrNameLst>
                                          <p:attrName>style.visibility</p:attrName>
                                        </p:attrNameLst>
                                      </p:cBhvr>
                                      <p:to>
                                        <p:strVal val="visible"/>
                                      </p:to>
                                    </p:set>
                                    <p:animEffect transition="in" filter="wipe(down)">
                                      <p:cBhvr>
                                        <p:cTn id="41" dur="580">
                                          <p:stCondLst>
                                            <p:cond delay="0"/>
                                          </p:stCondLst>
                                        </p:cTn>
                                        <p:tgtEl>
                                          <p:spTgt spid="6">
                                            <p:txEl>
                                              <p:pRg st="1" end="1"/>
                                            </p:txEl>
                                          </p:spTgt>
                                        </p:tgtEl>
                                      </p:cBhvr>
                                    </p:animEffect>
                                    <p:anim calcmode="lin" valueType="num">
                                      <p:cBhvr>
                                        <p:cTn id="42" dur="1822" tmFilter="0,0; 0.14,0.36; 0.43,0.73; 0.71,0.91; 1.0,1.0">
                                          <p:stCondLst>
                                            <p:cond delay="0"/>
                                          </p:stCondLst>
                                        </p:cTn>
                                        <p:tgtEl>
                                          <p:spTgt spid="6">
                                            <p:txEl>
                                              <p:pRg st="1" end="1"/>
                                            </p:txEl>
                                          </p:spTgt>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6">
                                            <p:txEl>
                                              <p:pRg st="1" end="1"/>
                                            </p:txEl>
                                          </p:spTgt>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6">
                                            <p:txEl>
                                              <p:pRg st="1" end="1"/>
                                            </p:txEl>
                                          </p:spTgt>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6">
                                            <p:txEl>
                                              <p:pRg st="1" end="1"/>
                                            </p:txEl>
                                          </p:spTgt>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6">
                                            <p:txEl>
                                              <p:pRg st="1" end="1"/>
                                            </p:txEl>
                                          </p:spTgt>
                                        </p:tgtEl>
                                        <p:attrNameLst>
                                          <p:attrName>ppt_y</p:attrName>
                                        </p:attrNameLst>
                                      </p:cBhvr>
                                      <p:tavLst>
                                        <p:tav tm="0" fmla="#ppt_y-sin(pi*$)/81">
                                          <p:val>
                                            <p:fltVal val="0"/>
                                          </p:val>
                                        </p:tav>
                                        <p:tav tm="100000">
                                          <p:val>
                                            <p:fltVal val="1"/>
                                          </p:val>
                                        </p:tav>
                                      </p:tavLst>
                                    </p:anim>
                                    <p:animScale>
                                      <p:cBhvr>
                                        <p:cTn id="47" dur="26">
                                          <p:stCondLst>
                                            <p:cond delay="650"/>
                                          </p:stCondLst>
                                        </p:cTn>
                                        <p:tgtEl>
                                          <p:spTgt spid="6">
                                            <p:txEl>
                                              <p:pRg st="1" end="1"/>
                                            </p:txEl>
                                          </p:spTgt>
                                        </p:tgtEl>
                                      </p:cBhvr>
                                      <p:to x="100000" y="60000"/>
                                    </p:animScale>
                                    <p:animScale>
                                      <p:cBhvr>
                                        <p:cTn id="48" dur="166" decel="50000">
                                          <p:stCondLst>
                                            <p:cond delay="676"/>
                                          </p:stCondLst>
                                        </p:cTn>
                                        <p:tgtEl>
                                          <p:spTgt spid="6">
                                            <p:txEl>
                                              <p:pRg st="1" end="1"/>
                                            </p:txEl>
                                          </p:spTgt>
                                        </p:tgtEl>
                                      </p:cBhvr>
                                      <p:to x="100000" y="100000"/>
                                    </p:animScale>
                                    <p:animScale>
                                      <p:cBhvr>
                                        <p:cTn id="49" dur="26">
                                          <p:stCondLst>
                                            <p:cond delay="1312"/>
                                          </p:stCondLst>
                                        </p:cTn>
                                        <p:tgtEl>
                                          <p:spTgt spid="6">
                                            <p:txEl>
                                              <p:pRg st="1" end="1"/>
                                            </p:txEl>
                                          </p:spTgt>
                                        </p:tgtEl>
                                      </p:cBhvr>
                                      <p:to x="100000" y="80000"/>
                                    </p:animScale>
                                    <p:animScale>
                                      <p:cBhvr>
                                        <p:cTn id="50" dur="166" decel="50000">
                                          <p:stCondLst>
                                            <p:cond delay="1338"/>
                                          </p:stCondLst>
                                        </p:cTn>
                                        <p:tgtEl>
                                          <p:spTgt spid="6">
                                            <p:txEl>
                                              <p:pRg st="1" end="1"/>
                                            </p:txEl>
                                          </p:spTgt>
                                        </p:tgtEl>
                                      </p:cBhvr>
                                      <p:to x="100000" y="100000"/>
                                    </p:animScale>
                                    <p:animScale>
                                      <p:cBhvr>
                                        <p:cTn id="51" dur="26">
                                          <p:stCondLst>
                                            <p:cond delay="1642"/>
                                          </p:stCondLst>
                                        </p:cTn>
                                        <p:tgtEl>
                                          <p:spTgt spid="6">
                                            <p:txEl>
                                              <p:pRg st="1" end="1"/>
                                            </p:txEl>
                                          </p:spTgt>
                                        </p:tgtEl>
                                      </p:cBhvr>
                                      <p:to x="100000" y="90000"/>
                                    </p:animScale>
                                    <p:animScale>
                                      <p:cBhvr>
                                        <p:cTn id="52" dur="166" decel="50000">
                                          <p:stCondLst>
                                            <p:cond delay="1668"/>
                                          </p:stCondLst>
                                        </p:cTn>
                                        <p:tgtEl>
                                          <p:spTgt spid="6">
                                            <p:txEl>
                                              <p:pRg st="1" end="1"/>
                                            </p:txEl>
                                          </p:spTgt>
                                        </p:tgtEl>
                                      </p:cBhvr>
                                      <p:to x="100000" y="100000"/>
                                    </p:animScale>
                                    <p:animScale>
                                      <p:cBhvr>
                                        <p:cTn id="53" dur="26">
                                          <p:stCondLst>
                                            <p:cond delay="1808"/>
                                          </p:stCondLst>
                                        </p:cTn>
                                        <p:tgtEl>
                                          <p:spTgt spid="6">
                                            <p:txEl>
                                              <p:pRg st="1" end="1"/>
                                            </p:txEl>
                                          </p:spTgt>
                                        </p:tgtEl>
                                      </p:cBhvr>
                                      <p:to x="100000" y="95000"/>
                                    </p:animScale>
                                    <p:animScale>
                                      <p:cBhvr>
                                        <p:cTn id="54" dur="166" decel="50000">
                                          <p:stCondLst>
                                            <p:cond delay="1834"/>
                                          </p:stCondLst>
                                        </p:cTn>
                                        <p:tgtEl>
                                          <p:spTgt spid="6">
                                            <p:txEl>
                                              <p:pRg st="1" end="1"/>
                                            </p:txEl>
                                          </p:spTgt>
                                        </p:tgtEl>
                                      </p:cBhvr>
                                      <p:to x="100000" y="100000"/>
                                    </p:animScale>
                                  </p:childTnLst>
                                </p:cTn>
                              </p:par>
                              <p:par>
                                <p:cTn id="55" presetID="26" presetClass="entr" presetSubtype="0" fill="hold" nodeType="withEffect">
                                  <p:stCondLst>
                                    <p:cond delay="0"/>
                                  </p:stCondLst>
                                  <p:childTnLst>
                                    <p:set>
                                      <p:cBhvr>
                                        <p:cTn id="56" dur="1" fill="hold">
                                          <p:stCondLst>
                                            <p:cond delay="0"/>
                                          </p:stCondLst>
                                        </p:cTn>
                                        <p:tgtEl>
                                          <p:spTgt spid="6">
                                            <p:txEl>
                                              <p:pRg st="2" end="2"/>
                                            </p:txEl>
                                          </p:spTgt>
                                        </p:tgtEl>
                                        <p:attrNameLst>
                                          <p:attrName>style.visibility</p:attrName>
                                        </p:attrNameLst>
                                      </p:cBhvr>
                                      <p:to>
                                        <p:strVal val="visible"/>
                                      </p:to>
                                    </p:set>
                                    <p:animEffect transition="in" filter="wipe(down)">
                                      <p:cBhvr>
                                        <p:cTn id="57" dur="580">
                                          <p:stCondLst>
                                            <p:cond delay="0"/>
                                          </p:stCondLst>
                                        </p:cTn>
                                        <p:tgtEl>
                                          <p:spTgt spid="6">
                                            <p:txEl>
                                              <p:pRg st="2" end="2"/>
                                            </p:txEl>
                                          </p:spTgt>
                                        </p:tgtEl>
                                      </p:cBhvr>
                                    </p:animEffect>
                                    <p:anim calcmode="lin" valueType="num">
                                      <p:cBhvr>
                                        <p:cTn id="58" dur="1822" tmFilter="0,0; 0.14,0.36; 0.43,0.73; 0.71,0.91; 1.0,1.0">
                                          <p:stCondLst>
                                            <p:cond delay="0"/>
                                          </p:stCondLst>
                                        </p:cTn>
                                        <p:tgtEl>
                                          <p:spTgt spid="6">
                                            <p:txEl>
                                              <p:pRg st="2" end="2"/>
                                            </p:txEl>
                                          </p:spTgt>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6">
                                            <p:txEl>
                                              <p:pRg st="2" end="2"/>
                                            </p:txEl>
                                          </p:spTgt>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6">
                                            <p:txEl>
                                              <p:pRg st="2" end="2"/>
                                            </p:txEl>
                                          </p:spTgt>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6">
                                            <p:txEl>
                                              <p:pRg st="2" end="2"/>
                                            </p:txEl>
                                          </p:spTgt>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6">
                                            <p:txEl>
                                              <p:pRg st="2" end="2"/>
                                            </p:txEl>
                                          </p:spTgt>
                                        </p:tgtEl>
                                        <p:attrNameLst>
                                          <p:attrName>ppt_y</p:attrName>
                                        </p:attrNameLst>
                                      </p:cBhvr>
                                      <p:tavLst>
                                        <p:tav tm="0" fmla="#ppt_y-sin(pi*$)/81">
                                          <p:val>
                                            <p:fltVal val="0"/>
                                          </p:val>
                                        </p:tav>
                                        <p:tav tm="100000">
                                          <p:val>
                                            <p:fltVal val="1"/>
                                          </p:val>
                                        </p:tav>
                                      </p:tavLst>
                                    </p:anim>
                                    <p:animScale>
                                      <p:cBhvr>
                                        <p:cTn id="63" dur="26">
                                          <p:stCondLst>
                                            <p:cond delay="650"/>
                                          </p:stCondLst>
                                        </p:cTn>
                                        <p:tgtEl>
                                          <p:spTgt spid="6">
                                            <p:txEl>
                                              <p:pRg st="2" end="2"/>
                                            </p:txEl>
                                          </p:spTgt>
                                        </p:tgtEl>
                                      </p:cBhvr>
                                      <p:to x="100000" y="60000"/>
                                    </p:animScale>
                                    <p:animScale>
                                      <p:cBhvr>
                                        <p:cTn id="64" dur="166" decel="50000">
                                          <p:stCondLst>
                                            <p:cond delay="676"/>
                                          </p:stCondLst>
                                        </p:cTn>
                                        <p:tgtEl>
                                          <p:spTgt spid="6">
                                            <p:txEl>
                                              <p:pRg st="2" end="2"/>
                                            </p:txEl>
                                          </p:spTgt>
                                        </p:tgtEl>
                                      </p:cBhvr>
                                      <p:to x="100000" y="100000"/>
                                    </p:animScale>
                                    <p:animScale>
                                      <p:cBhvr>
                                        <p:cTn id="65" dur="26">
                                          <p:stCondLst>
                                            <p:cond delay="1312"/>
                                          </p:stCondLst>
                                        </p:cTn>
                                        <p:tgtEl>
                                          <p:spTgt spid="6">
                                            <p:txEl>
                                              <p:pRg st="2" end="2"/>
                                            </p:txEl>
                                          </p:spTgt>
                                        </p:tgtEl>
                                      </p:cBhvr>
                                      <p:to x="100000" y="80000"/>
                                    </p:animScale>
                                    <p:animScale>
                                      <p:cBhvr>
                                        <p:cTn id="66" dur="166" decel="50000">
                                          <p:stCondLst>
                                            <p:cond delay="1338"/>
                                          </p:stCondLst>
                                        </p:cTn>
                                        <p:tgtEl>
                                          <p:spTgt spid="6">
                                            <p:txEl>
                                              <p:pRg st="2" end="2"/>
                                            </p:txEl>
                                          </p:spTgt>
                                        </p:tgtEl>
                                      </p:cBhvr>
                                      <p:to x="100000" y="100000"/>
                                    </p:animScale>
                                    <p:animScale>
                                      <p:cBhvr>
                                        <p:cTn id="67" dur="26">
                                          <p:stCondLst>
                                            <p:cond delay="1642"/>
                                          </p:stCondLst>
                                        </p:cTn>
                                        <p:tgtEl>
                                          <p:spTgt spid="6">
                                            <p:txEl>
                                              <p:pRg st="2" end="2"/>
                                            </p:txEl>
                                          </p:spTgt>
                                        </p:tgtEl>
                                      </p:cBhvr>
                                      <p:to x="100000" y="90000"/>
                                    </p:animScale>
                                    <p:animScale>
                                      <p:cBhvr>
                                        <p:cTn id="68" dur="166" decel="50000">
                                          <p:stCondLst>
                                            <p:cond delay="1668"/>
                                          </p:stCondLst>
                                        </p:cTn>
                                        <p:tgtEl>
                                          <p:spTgt spid="6">
                                            <p:txEl>
                                              <p:pRg st="2" end="2"/>
                                            </p:txEl>
                                          </p:spTgt>
                                        </p:tgtEl>
                                      </p:cBhvr>
                                      <p:to x="100000" y="100000"/>
                                    </p:animScale>
                                    <p:animScale>
                                      <p:cBhvr>
                                        <p:cTn id="69" dur="26">
                                          <p:stCondLst>
                                            <p:cond delay="1808"/>
                                          </p:stCondLst>
                                        </p:cTn>
                                        <p:tgtEl>
                                          <p:spTgt spid="6">
                                            <p:txEl>
                                              <p:pRg st="2" end="2"/>
                                            </p:txEl>
                                          </p:spTgt>
                                        </p:tgtEl>
                                      </p:cBhvr>
                                      <p:to x="100000" y="95000"/>
                                    </p:animScale>
                                    <p:animScale>
                                      <p:cBhvr>
                                        <p:cTn id="70" dur="166" decel="50000">
                                          <p:stCondLst>
                                            <p:cond delay="1834"/>
                                          </p:stCondLst>
                                        </p:cTn>
                                        <p:tgtEl>
                                          <p:spTgt spid="6">
                                            <p:txEl>
                                              <p:pRg st="2" end="2"/>
                                            </p:txEl>
                                          </p:spTgt>
                                        </p:tgtEl>
                                      </p:cBhvr>
                                      <p:to x="100000" y="100000"/>
                                    </p:animScale>
                                  </p:childTnLst>
                                </p:cTn>
                              </p:par>
                              <p:par>
                                <p:cTn id="71" presetID="26" presetClass="entr" presetSubtype="0" fill="hold" nodeType="withEffect">
                                  <p:stCondLst>
                                    <p:cond delay="0"/>
                                  </p:stCondLst>
                                  <p:childTnLst>
                                    <p:set>
                                      <p:cBhvr>
                                        <p:cTn id="72" dur="1" fill="hold">
                                          <p:stCondLst>
                                            <p:cond delay="0"/>
                                          </p:stCondLst>
                                        </p:cTn>
                                        <p:tgtEl>
                                          <p:spTgt spid="6">
                                            <p:txEl>
                                              <p:pRg st="3" end="3"/>
                                            </p:txEl>
                                          </p:spTgt>
                                        </p:tgtEl>
                                        <p:attrNameLst>
                                          <p:attrName>style.visibility</p:attrName>
                                        </p:attrNameLst>
                                      </p:cBhvr>
                                      <p:to>
                                        <p:strVal val="visible"/>
                                      </p:to>
                                    </p:set>
                                    <p:animEffect transition="in" filter="wipe(down)">
                                      <p:cBhvr>
                                        <p:cTn id="73" dur="580">
                                          <p:stCondLst>
                                            <p:cond delay="0"/>
                                          </p:stCondLst>
                                        </p:cTn>
                                        <p:tgtEl>
                                          <p:spTgt spid="6">
                                            <p:txEl>
                                              <p:pRg st="3" end="3"/>
                                            </p:txEl>
                                          </p:spTgt>
                                        </p:tgtEl>
                                      </p:cBhvr>
                                    </p:animEffect>
                                    <p:anim calcmode="lin" valueType="num">
                                      <p:cBhvr>
                                        <p:cTn id="74" dur="1822" tmFilter="0,0; 0.14,0.36; 0.43,0.73; 0.71,0.91; 1.0,1.0">
                                          <p:stCondLst>
                                            <p:cond delay="0"/>
                                          </p:stCondLst>
                                        </p:cTn>
                                        <p:tgtEl>
                                          <p:spTgt spid="6">
                                            <p:txEl>
                                              <p:pRg st="3" end="3"/>
                                            </p:txEl>
                                          </p:spTgt>
                                        </p:tgtEl>
                                        <p:attrNameLst>
                                          <p:attrName>ppt_x</p:attrName>
                                        </p:attrNameLst>
                                      </p:cBhvr>
                                      <p:tavLst>
                                        <p:tav tm="0">
                                          <p:val>
                                            <p:strVal val="#ppt_x-0.25"/>
                                          </p:val>
                                        </p:tav>
                                        <p:tav tm="100000">
                                          <p:val>
                                            <p:strVal val="#ppt_x"/>
                                          </p:val>
                                        </p:tav>
                                      </p:tavLst>
                                    </p:anim>
                                    <p:anim calcmode="lin" valueType="num">
                                      <p:cBhvr>
                                        <p:cTn id="75" dur="664" tmFilter="0.0,0.0; 0.25,0.07; 0.50,0.2; 0.75,0.467; 1.0,1.0">
                                          <p:stCondLst>
                                            <p:cond delay="0"/>
                                          </p:stCondLst>
                                        </p:cTn>
                                        <p:tgtEl>
                                          <p:spTgt spid="6">
                                            <p:txEl>
                                              <p:pRg st="3" end="3"/>
                                            </p:txEl>
                                          </p:spTgt>
                                        </p:tgtEl>
                                        <p:attrNameLst>
                                          <p:attrName>ppt_y</p:attrName>
                                        </p:attrNameLst>
                                      </p:cBhvr>
                                      <p:tavLst>
                                        <p:tav tm="0" fmla="#ppt_y-sin(pi*$)/3">
                                          <p:val>
                                            <p:fltVal val="0.5"/>
                                          </p:val>
                                        </p:tav>
                                        <p:tav tm="100000">
                                          <p:val>
                                            <p:fltVal val="1"/>
                                          </p:val>
                                        </p:tav>
                                      </p:tavLst>
                                    </p:anim>
                                    <p:anim calcmode="lin" valueType="num">
                                      <p:cBhvr>
                                        <p:cTn id="76" dur="664" tmFilter="0, 0; 0.125,0.2665; 0.25,0.4; 0.375,0.465; 0.5,0.5;  0.625,0.535; 0.75,0.6; 0.875,0.7335; 1,1">
                                          <p:stCondLst>
                                            <p:cond delay="664"/>
                                          </p:stCondLst>
                                        </p:cTn>
                                        <p:tgtEl>
                                          <p:spTgt spid="6">
                                            <p:txEl>
                                              <p:pRg st="3" end="3"/>
                                            </p:txEl>
                                          </p:spTgt>
                                        </p:tgtEl>
                                        <p:attrNameLst>
                                          <p:attrName>ppt_y</p:attrName>
                                        </p:attrNameLst>
                                      </p:cBhvr>
                                      <p:tavLst>
                                        <p:tav tm="0" fmla="#ppt_y-sin(pi*$)/9">
                                          <p:val>
                                            <p:fltVal val="0"/>
                                          </p:val>
                                        </p:tav>
                                        <p:tav tm="100000">
                                          <p:val>
                                            <p:fltVal val="1"/>
                                          </p:val>
                                        </p:tav>
                                      </p:tavLst>
                                    </p:anim>
                                    <p:anim calcmode="lin" valueType="num">
                                      <p:cBhvr>
                                        <p:cTn id="77" dur="332" tmFilter="0, 0; 0.125,0.2665; 0.25,0.4; 0.375,0.465; 0.5,0.5;  0.625,0.535; 0.75,0.6; 0.875,0.7335; 1,1">
                                          <p:stCondLst>
                                            <p:cond delay="1324"/>
                                          </p:stCondLst>
                                        </p:cTn>
                                        <p:tgtEl>
                                          <p:spTgt spid="6">
                                            <p:txEl>
                                              <p:pRg st="3" end="3"/>
                                            </p:txEl>
                                          </p:spTgt>
                                        </p:tgtEl>
                                        <p:attrNameLst>
                                          <p:attrName>ppt_y</p:attrName>
                                        </p:attrNameLst>
                                      </p:cBhvr>
                                      <p:tavLst>
                                        <p:tav tm="0" fmla="#ppt_y-sin(pi*$)/27">
                                          <p:val>
                                            <p:fltVal val="0"/>
                                          </p:val>
                                        </p:tav>
                                        <p:tav tm="100000">
                                          <p:val>
                                            <p:fltVal val="1"/>
                                          </p:val>
                                        </p:tav>
                                      </p:tavLst>
                                    </p:anim>
                                    <p:anim calcmode="lin" valueType="num">
                                      <p:cBhvr>
                                        <p:cTn id="78" dur="164" tmFilter="0, 0; 0.125,0.2665; 0.25,0.4; 0.375,0.465; 0.5,0.5;  0.625,0.535; 0.75,0.6; 0.875,0.7335; 1,1">
                                          <p:stCondLst>
                                            <p:cond delay="1656"/>
                                          </p:stCondLst>
                                        </p:cTn>
                                        <p:tgtEl>
                                          <p:spTgt spid="6">
                                            <p:txEl>
                                              <p:pRg st="3" end="3"/>
                                            </p:txEl>
                                          </p:spTgt>
                                        </p:tgtEl>
                                        <p:attrNameLst>
                                          <p:attrName>ppt_y</p:attrName>
                                        </p:attrNameLst>
                                      </p:cBhvr>
                                      <p:tavLst>
                                        <p:tav tm="0" fmla="#ppt_y-sin(pi*$)/81">
                                          <p:val>
                                            <p:fltVal val="0"/>
                                          </p:val>
                                        </p:tav>
                                        <p:tav tm="100000">
                                          <p:val>
                                            <p:fltVal val="1"/>
                                          </p:val>
                                        </p:tav>
                                      </p:tavLst>
                                    </p:anim>
                                    <p:animScale>
                                      <p:cBhvr>
                                        <p:cTn id="79" dur="26">
                                          <p:stCondLst>
                                            <p:cond delay="650"/>
                                          </p:stCondLst>
                                        </p:cTn>
                                        <p:tgtEl>
                                          <p:spTgt spid="6">
                                            <p:txEl>
                                              <p:pRg st="3" end="3"/>
                                            </p:txEl>
                                          </p:spTgt>
                                        </p:tgtEl>
                                      </p:cBhvr>
                                      <p:to x="100000" y="60000"/>
                                    </p:animScale>
                                    <p:animScale>
                                      <p:cBhvr>
                                        <p:cTn id="80" dur="166" decel="50000">
                                          <p:stCondLst>
                                            <p:cond delay="676"/>
                                          </p:stCondLst>
                                        </p:cTn>
                                        <p:tgtEl>
                                          <p:spTgt spid="6">
                                            <p:txEl>
                                              <p:pRg st="3" end="3"/>
                                            </p:txEl>
                                          </p:spTgt>
                                        </p:tgtEl>
                                      </p:cBhvr>
                                      <p:to x="100000" y="100000"/>
                                    </p:animScale>
                                    <p:animScale>
                                      <p:cBhvr>
                                        <p:cTn id="81" dur="26">
                                          <p:stCondLst>
                                            <p:cond delay="1312"/>
                                          </p:stCondLst>
                                        </p:cTn>
                                        <p:tgtEl>
                                          <p:spTgt spid="6">
                                            <p:txEl>
                                              <p:pRg st="3" end="3"/>
                                            </p:txEl>
                                          </p:spTgt>
                                        </p:tgtEl>
                                      </p:cBhvr>
                                      <p:to x="100000" y="80000"/>
                                    </p:animScale>
                                    <p:animScale>
                                      <p:cBhvr>
                                        <p:cTn id="82" dur="166" decel="50000">
                                          <p:stCondLst>
                                            <p:cond delay="1338"/>
                                          </p:stCondLst>
                                        </p:cTn>
                                        <p:tgtEl>
                                          <p:spTgt spid="6">
                                            <p:txEl>
                                              <p:pRg st="3" end="3"/>
                                            </p:txEl>
                                          </p:spTgt>
                                        </p:tgtEl>
                                      </p:cBhvr>
                                      <p:to x="100000" y="100000"/>
                                    </p:animScale>
                                    <p:animScale>
                                      <p:cBhvr>
                                        <p:cTn id="83" dur="26">
                                          <p:stCondLst>
                                            <p:cond delay="1642"/>
                                          </p:stCondLst>
                                        </p:cTn>
                                        <p:tgtEl>
                                          <p:spTgt spid="6">
                                            <p:txEl>
                                              <p:pRg st="3" end="3"/>
                                            </p:txEl>
                                          </p:spTgt>
                                        </p:tgtEl>
                                      </p:cBhvr>
                                      <p:to x="100000" y="90000"/>
                                    </p:animScale>
                                    <p:animScale>
                                      <p:cBhvr>
                                        <p:cTn id="84" dur="166" decel="50000">
                                          <p:stCondLst>
                                            <p:cond delay="1668"/>
                                          </p:stCondLst>
                                        </p:cTn>
                                        <p:tgtEl>
                                          <p:spTgt spid="6">
                                            <p:txEl>
                                              <p:pRg st="3" end="3"/>
                                            </p:txEl>
                                          </p:spTgt>
                                        </p:tgtEl>
                                      </p:cBhvr>
                                      <p:to x="100000" y="100000"/>
                                    </p:animScale>
                                    <p:animScale>
                                      <p:cBhvr>
                                        <p:cTn id="85" dur="26">
                                          <p:stCondLst>
                                            <p:cond delay="1808"/>
                                          </p:stCondLst>
                                        </p:cTn>
                                        <p:tgtEl>
                                          <p:spTgt spid="6">
                                            <p:txEl>
                                              <p:pRg st="3" end="3"/>
                                            </p:txEl>
                                          </p:spTgt>
                                        </p:tgtEl>
                                      </p:cBhvr>
                                      <p:to x="100000" y="95000"/>
                                    </p:animScale>
                                    <p:animScale>
                                      <p:cBhvr>
                                        <p:cTn id="86" dur="166" decel="50000">
                                          <p:stCondLst>
                                            <p:cond delay="1834"/>
                                          </p:stCondLst>
                                        </p:cTn>
                                        <p:tgtEl>
                                          <p:spTgt spid="6">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aphicFrame>
        <p:nvGraphicFramePr>
          <p:cNvPr id="9" name="Object 8"/>
          <p:cNvGraphicFramePr>
            <a:graphicFrameLocks noChangeAspect="1"/>
          </p:cNvGraphicFramePr>
          <p:nvPr>
            <p:extLst>
              <p:ext uri="{D42A27DB-BD31-4B8C-83A1-F6EECF244321}">
                <p14:modId xmlns:p14="http://schemas.microsoft.com/office/powerpoint/2010/main" val="774655572"/>
              </p:ext>
            </p:extLst>
          </p:nvPr>
        </p:nvGraphicFramePr>
        <p:xfrm>
          <a:off x="347729" y="180210"/>
          <a:ext cx="11533371" cy="6516804"/>
        </p:xfrm>
        <a:graphic>
          <a:graphicData uri="http://schemas.openxmlformats.org/presentationml/2006/ole">
            <mc:AlternateContent xmlns:mc="http://schemas.openxmlformats.org/markup-compatibility/2006">
              <mc:Choice xmlns:v="urn:schemas-microsoft-com:vml" Requires="v">
                <p:oleObj spid="_x0000_s1030" name="Worksheet" r:id="rId3" imgW="12306127" imgH="6953211" progId="Excel.Sheet.12">
                  <p:embed/>
                </p:oleObj>
              </mc:Choice>
              <mc:Fallback>
                <p:oleObj name="Worksheet" r:id="rId3" imgW="12306127" imgH="6953211" progId="Excel.Sheet.12">
                  <p:embed/>
                  <p:pic>
                    <p:nvPicPr>
                      <p:cNvPr id="0" name=""/>
                      <p:cNvPicPr/>
                      <p:nvPr/>
                    </p:nvPicPr>
                    <p:blipFill>
                      <a:blip r:embed="rId4"/>
                      <a:stretch>
                        <a:fillRect/>
                      </a:stretch>
                    </p:blipFill>
                    <p:spPr>
                      <a:xfrm>
                        <a:off x="347729" y="180210"/>
                        <a:ext cx="11533371" cy="6516804"/>
                      </a:xfrm>
                      <a:prstGeom prst="rect">
                        <a:avLst/>
                      </a:prstGeom>
                    </p:spPr>
                  </p:pic>
                </p:oleObj>
              </mc:Fallback>
            </mc:AlternateContent>
          </a:graphicData>
        </a:graphic>
      </p:graphicFrame>
    </p:spTree>
    <p:extLst>
      <p:ext uri="{BB962C8B-B14F-4D97-AF65-F5344CB8AC3E}">
        <p14:creationId xmlns:p14="http://schemas.microsoft.com/office/powerpoint/2010/main" val="132562279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p:cNvGraphicFramePr>
            <a:graphicFrameLocks noChangeAspect="1"/>
          </p:cNvGraphicFramePr>
          <p:nvPr>
            <p:extLst>
              <p:ext uri="{D42A27DB-BD31-4B8C-83A1-F6EECF244321}">
                <p14:modId xmlns:p14="http://schemas.microsoft.com/office/powerpoint/2010/main" val="2206116062"/>
              </p:ext>
            </p:extLst>
          </p:nvPr>
        </p:nvGraphicFramePr>
        <p:xfrm>
          <a:off x="390505" y="1447800"/>
          <a:ext cx="12196692" cy="3528059"/>
        </p:xfrm>
        <a:graphic>
          <a:graphicData uri="http://schemas.openxmlformats.org/presentationml/2006/ole">
            <mc:AlternateContent xmlns:mc="http://schemas.openxmlformats.org/markup-compatibility/2006">
              <mc:Choice xmlns:v="urn:schemas-microsoft-com:vml" Requires="v">
                <p:oleObj spid="_x0000_s2053" name="Worksheet" r:id="rId3" imgW="11887047" imgH="3438521" progId="Excel.Sheet.12">
                  <p:link updateAutomatic="1"/>
                </p:oleObj>
              </mc:Choice>
              <mc:Fallback>
                <p:oleObj name="Worksheet" r:id="rId3" imgW="11887047" imgH="3438521" progId="Excel.Sheet.12">
                  <p:link updateAutomatic="1"/>
                  <p:pic>
                    <p:nvPicPr>
                      <p:cNvPr id="0" name=""/>
                      <p:cNvPicPr/>
                      <p:nvPr/>
                    </p:nvPicPr>
                    <p:blipFill>
                      <a:blip r:embed="rId4"/>
                      <a:stretch>
                        <a:fillRect/>
                      </a:stretch>
                    </p:blipFill>
                    <p:spPr>
                      <a:xfrm>
                        <a:off x="390505" y="1447800"/>
                        <a:ext cx="12196692" cy="3528059"/>
                      </a:xfrm>
                      <a:prstGeom prst="rect">
                        <a:avLst/>
                      </a:prstGeom>
                    </p:spPr>
                  </p:pic>
                </p:oleObj>
              </mc:Fallback>
            </mc:AlternateContent>
          </a:graphicData>
        </a:graphic>
      </p:graphicFrame>
    </p:spTree>
    <p:extLst>
      <p:ext uri="{BB962C8B-B14F-4D97-AF65-F5344CB8AC3E}">
        <p14:creationId xmlns:p14="http://schemas.microsoft.com/office/powerpoint/2010/main" val="349123931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ZA" dirty="0" smtClean="0"/>
              <a:t>Test environment</a:t>
            </a:r>
            <a:endParaRPr lang="en-ZA"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2150" y="1700520"/>
            <a:ext cx="7858125" cy="4106504"/>
          </a:xfrm>
        </p:spPr>
      </p:pic>
    </p:spTree>
    <p:extLst>
      <p:ext uri="{BB962C8B-B14F-4D97-AF65-F5344CB8AC3E}">
        <p14:creationId xmlns:p14="http://schemas.microsoft.com/office/powerpoint/2010/main" val="404317092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ZA" dirty="0" smtClean="0"/>
              <a:t>TEST DELIVERABLES </a:t>
            </a:r>
            <a:endParaRPr lang="en-ZA" dirty="0"/>
          </a:p>
        </p:txBody>
      </p:sp>
      <p:graphicFrame>
        <p:nvGraphicFramePr>
          <p:cNvPr id="10" name="Table 9"/>
          <p:cNvGraphicFramePr>
            <a:graphicFrameLocks noGrp="1"/>
          </p:cNvGraphicFramePr>
          <p:nvPr>
            <p:extLst>
              <p:ext uri="{D42A27DB-BD31-4B8C-83A1-F6EECF244321}">
                <p14:modId xmlns:p14="http://schemas.microsoft.com/office/powerpoint/2010/main" val="3040551212"/>
              </p:ext>
            </p:extLst>
          </p:nvPr>
        </p:nvGraphicFramePr>
        <p:xfrm>
          <a:off x="1455313" y="1571222"/>
          <a:ext cx="9812244" cy="4984126"/>
        </p:xfrm>
        <a:graphic>
          <a:graphicData uri="http://schemas.openxmlformats.org/drawingml/2006/table">
            <a:tbl>
              <a:tblPr firstRow="1" firstCol="1" bandRow="1">
                <a:tableStyleId>{5C22544A-7EE6-4342-B048-85BDC9FD1C3A}</a:tableStyleId>
              </a:tblPr>
              <a:tblGrid>
                <a:gridCol w="2845755"/>
                <a:gridCol w="3192550"/>
                <a:gridCol w="2039967"/>
                <a:gridCol w="1733972"/>
              </a:tblGrid>
              <a:tr h="411792">
                <a:tc>
                  <a:txBody>
                    <a:bodyPr/>
                    <a:lstStyle/>
                    <a:p>
                      <a:pPr>
                        <a:lnSpc>
                          <a:spcPct val="107000"/>
                        </a:lnSpc>
                        <a:spcAft>
                          <a:spcPts val="800"/>
                        </a:spcAft>
                      </a:pPr>
                      <a:r>
                        <a:rPr lang="en-US" sz="1100">
                          <a:effectLst/>
                        </a:rPr>
                        <a:t>deliverables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Owner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review</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Due date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844895">
                <a:tc>
                  <a:txBody>
                    <a:bodyPr/>
                    <a:lstStyle/>
                    <a:p>
                      <a:pPr>
                        <a:lnSpc>
                          <a:spcPct val="107000"/>
                        </a:lnSpc>
                        <a:spcAft>
                          <a:spcPts val="800"/>
                        </a:spcAft>
                      </a:pPr>
                      <a:r>
                        <a:rPr lang="en-US" sz="1100">
                          <a:effectLst/>
                        </a:rPr>
                        <a:t>Requirement analysis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Shante Chetty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management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3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11792">
                <a:tc>
                  <a:txBody>
                    <a:bodyPr/>
                    <a:lstStyle/>
                    <a:p>
                      <a:pPr>
                        <a:lnSpc>
                          <a:spcPct val="107000"/>
                        </a:lnSpc>
                        <a:spcAft>
                          <a:spcPts val="800"/>
                        </a:spcAft>
                      </a:pPr>
                      <a:r>
                        <a:rPr lang="en-US" sz="1100">
                          <a:effectLst/>
                        </a:rPr>
                        <a:t>Test plan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Judith Matlala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management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7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11792">
                <a:tc>
                  <a:txBody>
                    <a:bodyPr/>
                    <a:lstStyle/>
                    <a:p>
                      <a:pPr>
                        <a:lnSpc>
                          <a:spcPct val="107000"/>
                        </a:lnSpc>
                        <a:spcAft>
                          <a:spcPts val="800"/>
                        </a:spcAft>
                      </a:pPr>
                      <a:r>
                        <a:rPr lang="en-US" sz="1100">
                          <a:effectLst/>
                        </a:rPr>
                        <a:t>Test case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Nokuthula Makhanya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Internal team</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13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844895">
                <a:tc>
                  <a:txBody>
                    <a:bodyPr/>
                    <a:lstStyle/>
                    <a:p>
                      <a:pPr>
                        <a:lnSpc>
                          <a:spcPct val="107000"/>
                        </a:lnSpc>
                        <a:spcAft>
                          <a:spcPts val="800"/>
                        </a:spcAft>
                      </a:pPr>
                      <a:r>
                        <a:rPr lang="en-US" sz="1100">
                          <a:effectLst/>
                        </a:rPr>
                        <a:t>Test environmental setup</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Lehlohonolo Mafabatho</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Internal team</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16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11792">
                <a:tc>
                  <a:txBody>
                    <a:bodyPr/>
                    <a:lstStyle/>
                    <a:p>
                      <a:pPr>
                        <a:lnSpc>
                          <a:spcPct val="107000"/>
                        </a:lnSpc>
                        <a:spcAft>
                          <a:spcPts val="800"/>
                        </a:spcAft>
                      </a:pPr>
                      <a:r>
                        <a:rPr lang="en-US" sz="1100">
                          <a:effectLst/>
                        </a:rPr>
                        <a:t>Test scripts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Xolani Dlamini</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testers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21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11792">
                <a:tc>
                  <a:txBody>
                    <a:bodyPr/>
                    <a:lstStyle/>
                    <a:p>
                      <a:pPr>
                        <a:lnSpc>
                          <a:spcPct val="107000"/>
                        </a:lnSpc>
                        <a:spcAft>
                          <a:spcPts val="800"/>
                        </a:spcAft>
                      </a:pPr>
                      <a:r>
                        <a:rPr lang="en-US" sz="1100">
                          <a:effectLst/>
                        </a:rPr>
                        <a:t>Performance test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Mimosa Matjeka</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testers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21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11792">
                <a:tc>
                  <a:txBody>
                    <a:bodyPr/>
                    <a:lstStyle/>
                    <a:p>
                      <a:pPr>
                        <a:lnSpc>
                          <a:spcPct val="107000"/>
                        </a:lnSpc>
                        <a:spcAft>
                          <a:spcPts val="800"/>
                        </a:spcAft>
                      </a:pPr>
                      <a:r>
                        <a:rPr lang="en-US" sz="1100">
                          <a:effectLst/>
                        </a:rPr>
                        <a:t>Defects report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July Shalane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management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 22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11792">
                <a:tc>
                  <a:txBody>
                    <a:bodyPr/>
                    <a:lstStyle/>
                    <a:p>
                      <a:pPr>
                        <a:lnSpc>
                          <a:spcPct val="107000"/>
                        </a:lnSpc>
                        <a:spcAft>
                          <a:spcPts val="800"/>
                        </a:spcAft>
                      </a:pPr>
                      <a:r>
                        <a:rPr lang="en-US" sz="1100">
                          <a:effectLst/>
                        </a:rPr>
                        <a:t>Test results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Keabetwe Modise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22 Nov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11792">
                <a:tc>
                  <a:txBody>
                    <a:bodyPr/>
                    <a:lstStyle/>
                    <a:p>
                      <a:pPr>
                        <a:lnSpc>
                          <a:spcPct val="107000"/>
                        </a:lnSpc>
                        <a:spcAft>
                          <a:spcPts val="800"/>
                        </a:spcAft>
                      </a:pPr>
                      <a:r>
                        <a:rPr lang="en-US" sz="1100">
                          <a:effectLst/>
                        </a:rPr>
                        <a:t>Evaluation report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Kailen Naidoo</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dirty="0">
                          <a:effectLst/>
                        </a:rPr>
                        <a:t>23 Nov</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293434514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anim calcmode="lin" valueType="num">
                                      <p:cBhvr>
                                        <p:cTn id="8" dur="2000" fill="hold"/>
                                        <p:tgtEl>
                                          <p:spTgt spid="9"/>
                                        </p:tgtEl>
                                        <p:attrNameLst>
                                          <p:attrName>ppt_w</p:attrName>
                                        </p:attrNameLst>
                                      </p:cBhvr>
                                      <p:tavLst>
                                        <p:tav tm="0" fmla="#ppt_w*sin(2.5*pi*$)">
                                          <p:val>
                                            <p:fltVal val="0"/>
                                          </p:val>
                                        </p:tav>
                                        <p:tav tm="100000">
                                          <p:val>
                                            <p:fltVal val="1"/>
                                          </p:val>
                                        </p:tav>
                                      </p:tavLst>
                                    </p:anim>
                                    <p:anim calcmode="lin" valueType="num">
                                      <p:cBhvr>
                                        <p:cTn id="9" dur="20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1000" fill="hold"/>
                                        <p:tgtEl>
                                          <p:spTgt spid="10"/>
                                        </p:tgtEl>
                                        <p:attrNameLst>
                                          <p:attrName>ppt_w</p:attrName>
                                        </p:attrNameLst>
                                      </p:cBhvr>
                                      <p:tavLst>
                                        <p:tav tm="0">
                                          <p:val>
                                            <p:fltVal val="0"/>
                                          </p:val>
                                        </p:tav>
                                        <p:tav tm="100000">
                                          <p:val>
                                            <p:strVal val="#ppt_w"/>
                                          </p:val>
                                        </p:tav>
                                      </p:tavLst>
                                    </p:anim>
                                    <p:anim calcmode="lin" valueType="num">
                                      <p:cBhvr>
                                        <p:cTn id="15" dur="1000" fill="hold"/>
                                        <p:tgtEl>
                                          <p:spTgt spid="10"/>
                                        </p:tgtEl>
                                        <p:attrNameLst>
                                          <p:attrName>ppt_h</p:attrName>
                                        </p:attrNameLst>
                                      </p:cBhvr>
                                      <p:tavLst>
                                        <p:tav tm="0">
                                          <p:val>
                                            <p:fltVal val="0"/>
                                          </p:val>
                                        </p:tav>
                                        <p:tav tm="100000">
                                          <p:val>
                                            <p:strVal val="#ppt_h"/>
                                          </p:val>
                                        </p:tav>
                                      </p:tavLst>
                                    </p:anim>
                                    <p:anim calcmode="lin" valueType="num">
                                      <p:cBhvr>
                                        <p:cTn id="16" dur="1000" fill="hold"/>
                                        <p:tgtEl>
                                          <p:spTgt spid="10"/>
                                        </p:tgtEl>
                                        <p:attrNameLst>
                                          <p:attrName>style.rotation</p:attrName>
                                        </p:attrNameLst>
                                      </p:cBhvr>
                                      <p:tavLst>
                                        <p:tav tm="0">
                                          <p:val>
                                            <p:fltVal val="90"/>
                                          </p:val>
                                        </p:tav>
                                        <p:tav tm="100000">
                                          <p:val>
                                            <p:fltVal val="0"/>
                                          </p:val>
                                        </p:tav>
                                      </p:tavLst>
                                    </p:anim>
                                    <p:animEffect transition="in" filter="fade">
                                      <p:cBhvr>
                                        <p:cTn id="1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RESPONSIBILITIES</a:t>
            </a:r>
            <a:endParaRPr lang="en-ZA" dirty="0"/>
          </a:p>
        </p:txBody>
      </p:sp>
      <p:sp>
        <p:nvSpPr>
          <p:cNvPr id="4" name="Rectangle 1"/>
          <p:cNvSpPr>
            <a:spLocks noChangeArrowheads="1"/>
          </p:cNvSpPr>
          <p:nvPr/>
        </p:nvSpPr>
        <p:spPr bwMode="auto">
          <a:xfrm>
            <a:off x="4186238" y="1935920"/>
            <a:ext cx="6415501" cy="369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ZA"/>
          </a:p>
        </p:txBody>
      </p:sp>
      <p:graphicFrame>
        <p:nvGraphicFramePr>
          <p:cNvPr id="5" name="Table 4"/>
          <p:cNvGraphicFramePr>
            <a:graphicFrameLocks noGrp="1"/>
          </p:cNvGraphicFramePr>
          <p:nvPr>
            <p:extLst>
              <p:ext uri="{D42A27DB-BD31-4B8C-83A1-F6EECF244321}">
                <p14:modId xmlns:p14="http://schemas.microsoft.com/office/powerpoint/2010/main" val="1860549272"/>
              </p:ext>
            </p:extLst>
          </p:nvPr>
        </p:nvGraphicFramePr>
        <p:xfrm>
          <a:off x="746975" y="1777285"/>
          <a:ext cx="10818254" cy="4622254"/>
        </p:xfrm>
        <a:graphic>
          <a:graphicData uri="http://schemas.openxmlformats.org/drawingml/2006/table">
            <a:tbl>
              <a:tblPr firstRow="1" firstCol="1" bandRow="1">
                <a:tableStyleId>{5C22544A-7EE6-4342-B048-85BDC9FD1C3A}</a:tableStyleId>
              </a:tblPr>
              <a:tblGrid>
                <a:gridCol w="3530167"/>
                <a:gridCol w="3757920"/>
                <a:gridCol w="3530167"/>
              </a:tblGrid>
              <a:tr h="131065">
                <a:tc>
                  <a:txBody>
                    <a:bodyPr/>
                    <a:lstStyle/>
                    <a:p>
                      <a:pPr>
                        <a:lnSpc>
                          <a:spcPct val="107000"/>
                        </a:lnSpc>
                        <a:spcAft>
                          <a:spcPts val="800"/>
                        </a:spcAft>
                      </a:pPr>
                      <a:r>
                        <a:rPr lang="en-US" sz="800" dirty="0">
                          <a:effectLst/>
                        </a:rPr>
                        <a:t>Roles</a:t>
                      </a:r>
                      <a:endParaRPr lang="en-ZA" sz="800" dirty="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c>
                  <a:txBody>
                    <a:bodyPr/>
                    <a:lstStyle/>
                    <a:p>
                      <a:pPr>
                        <a:lnSpc>
                          <a:spcPct val="107000"/>
                        </a:lnSpc>
                        <a:spcAft>
                          <a:spcPts val="800"/>
                        </a:spcAft>
                      </a:pPr>
                      <a:r>
                        <a:rPr lang="en-US" sz="800">
                          <a:effectLst/>
                        </a:rPr>
                        <a:t>Responsibilities</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c>
                  <a:txBody>
                    <a:bodyPr/>
                    <a:lstStyle/>
                    <a:p>
                      <a:pPr>
                        <a:lnSpc>
                          <a:spcPct val="107000"/>
                        </a:lnSpc>
                        <a:spcAft>
                          <a:spcPts val="800"/>
                        </a:spcAft>
                      </a:pPr>
                      <a:r>
                        <a:rPr lang="en-US" sz="800">
                          <a:effectLst/>
                        </a:rPr>
                        <a:t>Owner</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r>
              <a:tr h="861544">
                <a:tc>
                  <a:txBody>
                    <a:bodyPr/>
                    <a:lstStyle/>
                    <a:p>
                      <a:pPr>
                        <a:lnSpc>
                          <a:spcPct val="107000"/>
                        </a:lnSpc>
                        <a:spcAft>
                          <a:spcPts val="800"/>
                        </a:spcAft>
                      </a:pPr>
                      <a:r>
                        <a:rPr lang="en-US" sz="800" dirty="0">
                          <a:effectLst/>
                        </a:rPr>
                        <a:t>Business analyst</a:t>
                      </a:r>
                      <a:endParaRPr lang="en-ZA" sz="800" dirty="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c>
                  <a:txBody>
                    <a:bodyPr/>
                    <a:lstStyle/>
                    <a:p>
                      <a:pPr>
                        <a:lnSpc>
                          <a:spcPct val="107000"/>
                        </a:lnSpc>
                        <a:spcAft>
                          <a:spcPts val="800"/>
                        </a:spcAft>
                      </a:pPr>
                      <a:r>
                        <a:rPr lang="en-US" sz="800">
                          <a:effectLst/>
                        </a:rPr>
                        <a:t>Acquire appropriate report</a:t>
                      </a:r>
                      <a:endParaRPr lang="en-ZA" sz="800">
                        <a:effectLst/>
                      </a:endParaRPr>
                    </a:p>
                    <a:p>
                      <a:pPr>
                        <a:lnSpc>
                          <a:spcPct val="107000"/>
                        </a:lnSpc>
                        <a:spcAft>
                          <a:spcPts val="800"/>
                        </a:spcAft>
                      </a:pPr>
                      <a:r>
                        <a:rPr lang="en-US" sz="800">
                          <a:effectLst/>
                        </a:rPr>
                        <a:t>Provide technical direction</a:t>
                      </a:r>
                      <a:endParaRPr lang="en-ZA" sz="800">
                        <a:effectLst/>
                      </a:endParaRPr>
                    </a:p>
                    <a:p>
                      <a:pPr>
                        <a:lnSpc>
                          <a:spcPct val="107000"/>
                        </a:lnSpc>
                        <a:spcAft>
                          <a:spcPts val="800"/>
                        </a:spcAft>
                      </a:pPr>
                      <a:r>
                        <a:rPr lang="en-US" sz="800">
                          <a:effectLst/>
                        </a:rPr>
                        <a:t> </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c>
                  <a:txBody>
                    <a:bodyPr/>
                    <a:lstStyle/>
                    <a:p>
                      <a:pPr>
                        <a:lnSpc>
                          <a:spcPct val="107000"/>
                        </a:lnSpc>
                        <a:spcAft>
                          <a:spcPts val="800"/>
                        </a:spcAft>
                      </a:pPr>
                      <a:r>
                        <a:rPr lang="en-US" sz="800">
                          <a:effectLst/>
                        </a:rPr>
                        <a:t>Shante Chetty</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r>
              <a:tr h="1200129">
                <a:tc>
                  <a:txBody>
                    <a:bodyPr/>
                    <a:lstStyle/>
                    <a:p>
                      <a:pPr>
                        <a:lnSpc>
                          <a:spcPct val="107000"/>
                        </a:lnSpc>
                        <a:spcAft>
                          <a:spcPts val="800"/>
                        </a:spcAft>
                      </a:pPr>
                      <a:r>
                        <a:rPr lang="en-US" sz="800">
                          <a:effectLst/>
                        </a:rPr>
                        <a:t>Product manager </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c>
                  <a:txBody>
                    <a:bodyPr/>
                    <a:lstStyle/>
                    <a:p>
                      <a:pPr>
                        <a:lnSpc>
                          <a:spcPct val="107000"/>
                        </a:lnSpc>
                        <a:spcAft>
                          <a:spcPts val="800"/>
                        </a:spcAft>
                      </a:pPr>
                      <a:r>
                        <a:rPr lang="en-US" sz="800">
                          <a:effectLst/>
                        </a:rPr>
                        <a:t>Generate test plan</a:t>
                      </a:r>
                      <a:endParaRPr lang="en-ZA" sz="800">
                        <a:effectLst/>
                      </a:endParaRPr>
                    </a:p>
                    <a:p>
                      <a:pPr>
                        <a:lnSpc>
                          <a:spcPct val="107000"/>
                        </a:lnSpc>
                        <a:spcAft>
                          <a:spcPts val="800"/>
                        </a:spcAft>
                      </a:pPr>
                      <a:r>
                        <a:rPr lang="en-US" sz="800">
                          <a:effectLst/>
                        </a:rPr>
                        <a:t>define test details</a:t>
                      </a:r>
                      <a:endParaRPr lang="en-ZA" sz="800">
                        <a:effectLst/>
                      </a:endParaRPr>
                    </a:p>
                    <a:p>
                      <a:pPr>
                        <a:lnSpc>
                          <a:spcPct val="107000"/>
                        </a:lnSpc>
                        <a:spcAft>
                          <a:spcPts val="800"/>
                        </a:spcAft>
                      </a:pPr>
                      <a:r>
                        <a:rPr lang="en-US" sz="800">
                          <a:effectLst/>
                        </a:rPr>
                        <a:t>determine test results</a:t>
                      </a:r>
                      <a:endParaRPr lang="en-ZA" sz="800">
                        <a:effectLst/>
                      </a:endParaRPr>
                    </a:p>
                    <a:p>
                      <a:pPr>
                        <a:lnSpc>
                          <a:spcPct val="107000"/>
                        </a:lnSpc>
                        <a:spcAft>
                          <a:spcPts val="800"/>
                        </a:spcAft>
                      </a:pPr>
                      <a:r>
                        <a:rPr lang="en-US" sz="800">
                          <a:effectLst/>
                        </a:rPr>
                        <a:t>document change requests</a:t>
                      </a:r>
                      <a:endParaRPr lang="en-ZA" sz="800">
                        <a:effectLst/>
                      </a:endParaRPr>
                    </a:p>
                    <a:p>
                      <a:pPr>
                        <a:lnSpc>
                          <a:spcPct val="107000"/>
                        </a:lnSpc>
                        <a:spcAft>
                          <a:spcPts val="800"/>
                        </a:spcAft>
                      </a:pPr>
                      <a:r>
                        <a:rPr lang="en-US" sz="800">
                          <a:effectLst/>
                        </a:rPr>
                        <a:t>evaluate product quality</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c>
                  <a:txBody>
                    <a:bodyPr/>
                    <a:lstStyle/>
                    <a:p>
                      <a:pPr>
                        <a:lnSpc>
                          <a:spcPct val="107000"/>
                        </a:lnSpc>
                        <a:spcAft>
                          <a:spcPts val="800"/>
                        </a:spcAft>
                      </a:pPr>
                      <a:r>
                        <a:rPr lang="en-US" sz="800">
                          <a:effectLst/>
                        </a:rPr>
                        <a:t>Judith Matlala</a:t>
                      </a:r>
                      <a:endParaRPr lang="en-ZA" sz="800">
                        <a:effectLst/>
                      </a:endParaRPr>
                    </a:p>
                    <a:p>
                      <a:pPr>
                        <a:lnSpc>
                          <a:spcPct val="107000"/>
                        </a:lnSpc>
                        <a:spcAft>
                          <a:spcPts val="800"/>
                        </a:spcAft>
                      </a:pPr>
                      <a:r>
                        <a:rPr lang="en-US" sz="800">
                          <a:effectLst/>
                        </a:rPr>
                        <a:t>Keabetswe Modise</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r>
              <a:tr h="1097020">
                <a:tc>
                  <a:txBody>
                    <a:bodyPr/>
                    <a:lstStyle/>
                    <a:p>
                      <a:pPr>
                        <a:lnSpc>
                          <a:spcPct val="107000"/>
                        </a:lnSpc>
                        <a:spcAft>
                          <a:spcPts val="800"/>
                        </a:spcAft>
                      </a:pPr>
                      <a:r>
                        <a:rPr lang="en-US" sz="800">
                          <a:effectLst/>
                        </a:rPr>
                        <a:t>Test Designer</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c>
                  <a:txBody>
                    <a:bodyPr/>
                    <a:lstStyle/>
                    <a:p>
                      <a:pPr>
                        <a:lnSpc>
                          <a:spcPct val="107000"/>
                        </a:lnSpc>
                        <a:spcAft>
                          <a:spcPts val="800"/>
                        </a:spcAft>
                      </a:pPr>
                      <a:r>
                        <a:rPr lang="en-US" sz="800">
                          <a:effectLst/>
                        </a:rPr>
                        <a:t>Identifies, prioritizes, and implements test cases</a:t>
                      </a:r>
                      <a:endParaRPr lang="en-ZA" sz="800">
                        <a:effectLst/>
                      </a:endParaRPr>
                    </a:p>
                    <a:p>
                      <a:pPr>
                        <a:lnSpc>
                          <a:spcPct val="107000"/>
                        </a:lnSpc>
                        <a:spcAft>
                          <a:spcPts val="800"/>
                        </a:spcAft>
                      </a:pPr>
                      <a:r>
                        <a:rPr lang="en-US" sz="800">
                          <a:effectLst/>
                        </a:rPr>
                        <a:t>define test details</a:t>
                      </a:r>
                      <a:endParaRPr lang="en-ZA" sz="800">
                        <a:effectLst/>
                      </a:endParaRPr>
                    </a:p>
                    <a:p>
                      <a:pPr>
                        <a:lnSpc>
                          <a:spcPct val="107000"/>
                        </a:lnSpc>
                        <a:spcAft>
                          <a:spcPts val="800"/>
                        </a:spcAft>
                      </a:pPr>
                      <a:r>
                        <a:rPr lang="en-US" sz="800">
                          <a:effectLst/>
                        </a:rPr>
                        <a:t>determine test results</a:t>
                      </a:r>
                      <a:endParaRPr lang="en-ZA" sz="800">
                        <a:effectLst/>
                      </a:endParaRPr>
                    </a:p>
                    <a:p>
                      <a:pPr>
                        <a:lnSpc>
                          <a:spcPct val="107000"/>
                        </a:lnSpc>
                        <a:spcAft>
                          <a:spcPts val="800"/>
                        </a:spcAft>
                      </a:pPr>
                      <a:r>
                        <a:rPr lang="en-US" sz="800">
                          <a:effectLst/>
                        </a:rPr>
                        <a:t>Evaluate effectiveness of test effort</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c>
                  <a:txBody>
                    <a:bodyPr/>
                    <a:lstStyle/>
                    <a:p>
                      <a:pPr>
                        <a:lnSpc>
                          <a:spcPct val="107000"/>
                        </a:lnSpc>
                        <a:spcAft>
                          <a:spcPts val="800"/>
                        </a:spcAft>
                      </a:pPr>
                      <a:r>
                        <a:rPr lang="en-US" sz="800">
                          <a:effectLst/>
                        </a:rPr>
                        <a:t>Nokuthula Makhanya</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r>
              <a:tr h="1332496">
                <a:tc>
                  <a:txBody>
                    <a:bodyPr/>
                    <a:lstStyle/>
                    <a:p>
                      <a:pPr>
                        <a:lnSpc>
                          <a:spcPct val="107000"/>
                        </a:lnSpc>
                        <a:spcAft>
                          <a:spcPts val="800"/>
                        </a:spcAft>
                      </a:pPr>
                      <a:r>
                        <a:rPr lang="en-US" sz="800">
                          <a:effectLst/>
                        </a:rPr>
                        <a:t>System tester</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c>
                  <a:txBody>
                    <a:bodyPr/>
                    <a:lstStyle/>
                    <a:p>
                      <a:pPr>
                        <a:lnSpc>
                          <a:spcPct val="107000"/>
                        </a:lnSpc>
                        <a:spcAft>
                          <a:spcPts val="800"/>
                        </a:spcAft>
                      </a:pPr>
                      <a:r>
                        <a:rPr lang="en-US" sz="800">
                          <a:effectLst/>
                        </a:rPr>
                        <a:t>implement tests and test suites</a:t>
                      </a:r>
                      <a:endParaRPr lang="en-ZA" sz="800">
                        <a:effectLst/>
                      </a:endParaRPr>
                    </a:p>
                    <a:p>
                      <a:pPr>
                        <a:lnSpc>
                          <a:spcPct val="107000"/>
                        </a:lnSpc>
                        <a:spcAft>
                          <a:spcPts val="800"/>
                        </a:spcAft>
                      </a:pPr>
                      <a:r>
                        <a:rPr lang="en-US" sz="800">
                          <a:effectLst/>
                        </a:rPr>
                        <a:t>execute test suites</a:t>
                      </a:r>
                      <a:endParaRPr lang="en-ZA" sz="800">
                        <a:effectLst/>
                      </a:endParaRPr>
                    </a:p>
                    <a:p>
                      <a:pPr>
                        <a:lnSpc>
                          <a:spcPct val="107000"/>
                        </a:lnSpc>
                        <a:spcAft>
                          <a:spcPts val="800"/>
                        </a:spcAft>
                      </a:pPr>
                      <a:r>
                        <a:rPr lang="en-US" sz="800">
                          <a:effectLst/>
                        </a:rPr>
                        <a:t>log results</a:t>
                      </a:r>
                      <a:endParaRPr lang="en-ZA" sz="800">
                        <a:effectLst/>
                      </a:endParaRPr>
                    </a:p>
                    <a:p>
                      <a:pPr>
                        <a:lnSpc>
                          <a:spcPct val="107000"/>
                        </a:lnSpc>
                        <a:spcAft>
                          <a:spcPts val="800"/>
                        </a:spcAft>
                      </a:pPr>
                      <a:r>
                        <a:rPr lang="en-US" sz="800">
                          <a:effectLst/>
                        </a:rPr>
                        <a:t>analyze and recover from test failures</a:t>
                      </a:r>
                      <a:endParaRPr lang="en-ZA" sz="800">
                        <a:effectLst/>
                      </a:endParaRPr>
                    </a:p>
                    <a:p>
                      <a:pPr>
                        <a:lnSpc>
                          <a:spcPct val="107000"/>
                        </a:lnSpc>
                        <a:spcAft>
                          <a:spcPts val="800"/>
                        </a:spcAft>
                      </a:pPr>
                      <a:r>
                        <a:rPr lang="en-US" sz="800">
                          <a:effectLst/>
                        </a:rPr>
                        <a:t>document incidents</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c>
                  <a:txBody>
                    <a:bodyPr/>
                    <a:lstStyle/>
                    <a:p>
                      <a:pPr>
                        <a:lnSpc>
                          <a:spcPct val="107000"/>
                        </a:lnSpc>
                        <a:spcAft>
                          <a:spcPts val="800"/>
                        </a:spcAft>
                      </a:pPr>
                      <a:r>
                        <a:rPr lang="en-US" sz="800" dirty="0" err="1">
                          <a:effectLst/>
                        </a:rPr>
                        <a:t>Xolani</a:t>
                      </a:r>
                      <a:r>
                        <a:rPr lang="en-US" sz="800" dirty="0">
                          <a:effectLst/>
                        </a:rPr>
                        <a:t> </a:t>
                      </a:r>
                      <a:r>
                        <a:rPr lang="en-US" sz="800" dirty="0" err="1">
                          <a:effectLst/>
                        </a:rPr>
                        <a:t>Dlamini</a:t>
                      </a:r>
                      <a:endParaRPr lang="en-ZA" sz="800" dirty="0">
                        <a:effectLst/>
                      </a:endParaRPr>
                    </a:p>
                    <a:p>
                      <a:pPr>
                        <a:lnSpc>
                          <a:spcPct val="107000"/>
                        </a:lnSpc>
                        <a:spcAft>
                          <a:spcPts val="800"/>
                        </a:spcAft>
                      </a:pPr>
                      <a:r>
                        <a:rPr lang="en-US" sz="800" dirty="0" err="1">
                          <a:effectLst/>
                        </a:rPr>
                        <a:t>Mamosa</a:t>
                      </a:r>
                      <a:r>
                        <a:rPr lang="en-US" sz="800" dirty="0">
                          <a:effectLst/>
                        </a:rPr>
                        <a:t> </a:t>
                      </a:r>
                      <a:r>
                        <a:rPr lang="en-US" sz="800" dirty="0" err="1">
                          <a:effectLst/>
                        </a:rPr>
                        <a:t>Matjeka</a:t>
                      </a:r>
                      <a:endParaRPr lang="en-ZA" sz="800" dirty="0">
                        <a:effectLst/>
                        <a:latin typeface="Calibri" panose="020F0502020204030204" pitchFamily="34" charset="0"/>
                        <a:ea typeface="Calibri" panose="020F0502020204030204" pitchFamily="34" charset="0"/>
                        <a:cs typeface="Times New Roman" panose="02020603050405020304" pitchFamily="18" charset="0"/>
                      </a:endParaRPr>
                    </a:p>
                  </a:txBody>
                  <a:tcPr marL="48118" marR="48118" marT="0" marB="0"/>
                </a:tc>
              </a:tr>
            </a:tbl>
          </a:graphicData>
        </a:graphic>
      </p:graphicFrame>
    </p:spTree>
    <p:extLst>
      <p:ext uri="{BB962C8B-B14F-4D97-AF65-F5344CB8AC3E}">
        <p14:creationId xmlns:p14="http://schemas.microsoft.com/office/powerpoint/2010/main" val="338052035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fltVal val="0"/>
                                          </p:val>
                                        </p:tav>
                                        <p:tav tm="100000">
                                          <p:val>
                                            <p:strVal val="#ppt_w"/>
                                          </p:val>
                                        </p:tav>
                                      </p:tavLst>
                                    </p:anim>
                                    <p:anim calcmode="lin" valueType="num">
                                      <p:cBhvr>
                                        <p:cTn id="15" dur="1000" fill="hold"/>
                                        <p:tgtEl>
                                          <p:spTgt spid="5"/>
                                        </p:tgtEl>
                                        <p:attrNameLst>
                                          <p:attrName>ppt_h</p:attrName>
                                        </p:attrNameLst>
                                      </p:cBhvr>
                                      <p:tavLst>
                                        <p:tav tm="0">
                                          <p:val>
                                            <p:fltVal val="0"/>
                                          </p:val>
                                        </p:tav>
                                        <p:tav tm="100000">
                                          <p:val>
                                            <p:strVal val="#ppt_h"/>
                                          </p:val>
                                        </p:tav>
                                      </p:tavLst>
                                    </p:anim>
                                    <p:anim calcmode="lin" valueType="num">
                                      <p:cBhvr>
                                        <p:cTn id="16" dur="1000" fill="hold"/>
                                        <p:tgtEl>
                                          <p:spTgt spid="5"/>
                                        </p:tgtEl>
                                        <p:attrNameLst>
                                          <p:attrName>style.rotation</p:attrName>
                                        </p:attrNameLst>
                                      </p:cBhvr>
                                      <p:tavLst>
                                        <p:tav tm="0">
                                          <p:val>
                                            <p:fltVal val="90"/>
                                          </p:val>
                                        </p:tav>
                                        <p:tav tm="100000">
                                          <p:val>
                                            <p:fltVal val="0"/>
                                          </p:val>
                                        </p:tav>
                                      </p:tavLst>
                                    </p:anim>
                                    <p:animEffect transition="in" filter="fade">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A"/>
          </a:p>
        </p:txBody>
      </p:sp>
      <p:graphicFrame>
        <p:nvGraphicFramePr>
          <p:cNvPr id="3" name="Table 2"/>
          <p:cNvGraphicFramePr>
            <a:graphicFrameLocks noGrp="1"/>
          </p:cNvGraphicFramePr>
          <p:nvPr>
            <p:extLst>
              <p:ext uri="{D42A27DB-BD31-4B8C-83A1-F6EECF244321}">
                <p14:modId xmlns:p14="http://schemas.microsoft.com/office/powerpoint/2010/main" val="904674052"/>
              </p:ext>
            </p:extLst>
          </p:nvPr>
        </p:nvGraphicFramePr>
        <p:xfrm>
          <a:off x="412123" y="231817"/>
          <a:ext cx="11513714" cy="6465196"/>
        </p:xfrm>
        <a:graphic>
          <a:graphicData uri="http://schemas.openxmlformats.org/drawingml/2006/table">
            <a:tbl>
              <a:tblPr firstRow="1" firstCol="1" bandRow="1">
                <a:tableStyleId>{5C22544A-7EE6-4342-B048-85BDC9FD1C3A}</a:tableStyleId>
              </a:tblPr>
              <a:tblGrid>
                <a:gridCol w="3758349"/>
                <a:gridCol w="4021461"/>
                <a:gridCol w="3733904"/>
              </a:tblGrid>
              <a:tr h="1946785">
                <a:tc>
                  <a:txBody>
                    <a:bodyPr/>
                    <a:lstStyle/>
                    <a:p>
                      <a:pPr>
                        <a:lnSpc>
                          <a:spcPct val="107000"/>
                        </a:lnSpc>
                        <a:spcAft>
                          <a:spcPts val="800"/>
                        </a:spcAft>
                      </a:pPr>
                      <a:r>
                        <a:rPr lang="en-US" sz="800" dirty="0">
                          <a:effectLst/>
                        </a:rPr>
                        <a:t>System administrator</a:t>
                      </a:r>
                      <a:endParaRPr lang="en-ZA" sz="800" dirty="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c>
                  <a:txBody>
                    <a:bodyPr/>
                    <a:lstStyle/>
                    <a:p>
                      <a:pPr>
                        <a:lnSpc>
                          <a:spcPct val="107000"/>
                        </a:lnSpc>
                        <a:spcAft>
                          <a:spcPts val="800"/>
                        </a:spcAft>
                      </a:pPr>
                      <a:r>
                        <a:rPr lang="en-US" sz="800">
                          <a:effectLst/>
                        </a:rPr>
                        <a:t>Ensures test environment and assets are managed and maintained.</a:t>
                      </a:r>
                      <a:endParaRPr lang="en-ZA" sz="800">
                        <a:effectLst/>
                      </a:endParaRPr>
                    </a:p>
                    <a:p>
                      <a:pPr>
                        <a:lnSpc>
                          <a:spcPct val="107000"/>
                        </a:lnSpc>
                        <a:spcAft>
                          <a:spcPts val="800"/>
                        </a:spcAft>
                      </a:pPr>
                      <a:r>
                        <a:rPr lang="en-US" sz="800">
                          <a:effectLst/>
                        </a:rPr>
                        <a:t>Administer test management system</a:t>
                      </a:r>
                      <a:endParaRPr lang="en-ZA" sz="800">
                        <a:effectLst/>
                      </a:endParaRPr>
                    </a:p>
                    <a:p>
                      <a:pPr>
                        <a:lnSpc>
                          <a:spcPct val="107000"/>
                        </a:lnSpc>
                        <a:spcAft>
                          <a:spcPts val="800"/>
                        </a:spcAft>
                      </a:pPr>
                      <a:r>
                        <a:rPr lang="en-US" sz="800">
                          <a:effectLst/>
                        </a:rPr>
                        <a:t>Install / manage worker access to test systems</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c>
                  <a:txBody>
                    <a:bodyPr/>
                    <a:lstStyle/>
                    <a:p>
                      <a:pPr>
                        <a:lnSpc>
                          <a:spcPct val="107000"/>
                        </a:lnSpc>
                        <a:spcAft>
                          <a:spcPts val="800"/>
                        </a:spcAft>
                      </a:pPr>
                      <a:r>
                        <a:rPr lang="en-US" sz="800">
                          <a:effectLst/>
                        </a:rPr>
                        <a:t>Lehlohonolo Mfabatho</a:t>
                      </a:r>
                      <a:endParaRPr lang="en-ZA" sz="800">
                        <a:effectLst/>
                      </a:endParaRPr>
                    </a:p>
                    <a:p>
                      <a:pPr>
                        <a:lnSpc>
                          <a:spcPct val="107000"/>
                        </a:lnSpc>
                        <a:spcAft>
                          <a:spcPts val="800"/>
                        </a:spcAft>
                      </a:pPr>
                      <a:r>
                        <a:rPr lang="en-US" sz="800">
                          <a:effectLst/>
                        </a:rPr>
                        <a:t>July Shalane</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r>
              <a:tr h="2894518">
                <a:tc>
                  <a:txBody>
                    <a:bodyPr/>
                    <a:lstStyle/>
                    <a:p>
                      <a:pPr>
                        <a:lnSpc>
                          <a:spcPct val="107000"/>
                        </a:lnSpc>
                        <a:spcAft>
                          <a:spcPts val="800"/>
                        </a:spcAft>
                      </a:pPr>
                      <a:r>
                        <a:rPr lang="en-US" sz="800" dirty="0">
                          <a:effectLst/>
                        </a:rPr>
                        <a:t>Test Manager</a:t>
                      </a:r>
                      <a:endParaRPr lang="en-ZA" sz="800" dirty="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c>
                  <a:txBody>
                    <a:bodyPr/>
                    <a:lstStyle/>
                    <a:p>
                      <a:pPr>
                        <a:lnSpc>
                          <a:spcPct val="107000"/>
                        </a:lnSpc>
                        <a:spcAft>
                          <a:spcPts val="800"/>
                        </a:spcAft>
                      </a:pPr>
                      <a:r>
                        <a:rPr lang="en-US" sz="800">
                          <a:effectLst/>
                        </a:rPr>
                        <a:t>planning and logistics</a:t>
                      </a:r>
                      <a:endParaRPr lang="en-ZA" sz="800">
                        <a:effectLst/>
                      </a:endParaRPr>
                    </a:p>
                    <a:p>
                      <a:pPr>
                        <a:lnSpc>
                          <a:spcPct val="107000"/>
                        </a:lnSpc>
                        <a:spcAft>
                          <a:spcPts val="800"/>
                        </a:spcAft>
                      </a:pPr>
                      <a:r>
                        <a:rPr lang="en-US" sz="800">
                          <a:effectLst/>
                        </a:rPr>
                        <a:t>agree mission</a:t>
                      </a:r>
                      <a:endParaRPr lang="en-ZA" sz="800">
                        <a:effectLst/>
                      </a:endParaRPr>
                    </a:p>
                    <a:p>
                      <a:pPr>
                        <a:lnSpc>
                          <a:spcPct val="107000"/>
                        </a:lnSpc>
                        <a:spcAft>
                          <a:spcPts val="800"/>
                        </a:spcAft>
                      </a:pPr>
                      <a:r>
                        <a:rPr lang="en-US" sz="800">
                          <a:effectLst/>
                        </a:rPr>
                        <a:t>identify motivators</a:t>
                      </a:r>
                      <a:endParaRPr lang="en-ZA" sz="800">
                        <a:effectLst/>
                      </a:endParaRPr>
                    </a:p>
                    <a:p>
                      <a:pPr>
                        <a:lnSpc>
                          <a:spcPct val="107000"/>
                        </a:lnSpc>
                        <a:spcAft>
                          <a:spcPts val="800"/>
                        </a:spcAft>
                      </a:pPr>
                      <a:r>
                        <a:rPr lang="en-US" sz="800">
                          <a:effectLst/>
                        </a:rPr>
                        <a:t>acquire appropriate resources</a:t>
                      </a:r>
                      <a:endParaRPr lang="en-ZA" sz="800">
                        <a:effectLst/>
                      </a:endParaRPr>
                    </a:p>
                    <a:p>
                      <a:pPr>
                        <a:lnSpc>
                          <a:spcPct val="107000"/>
                        </a:lnSpc>
                        <a:spcAft>
                          <a:spcPts val="800"/>
                        </a:spcAft>
                      </a:pPr>
                      <a:r>
                        <a:rPr lang="en-US" sz="800">
                          <a:effectLst/>
                        </a:rPr>
                        <a:t>present management reporting</a:t>
                      </a:r>
                      <a:endParaRPr lang="en-ZA" sz="800">
                        <a:effectLst/>
                      </a:endParaRPr>
                    </a:p>
                    <a:p>
                      <a:pPr>
                        <a:lnSpc>
                          <a:spcPct val="107000"/>
                        </a:lnSpc>
                        <a:spcAft>
                          <a:spcPts val="800"/>
                        </a:spcAft>
                      </a:pPr>
                      <a:r>
                        <a:rPr lang="en-US" sz="800">
                          <a:effectLst/>
                        </a:rPr>
                        <a:t>advocate the interests of test</a:t>
                      </a:r>
                      <a:endParaRPr lang="en-ZA" sz="800">
                        <a:effectLst/>
                      </a:endParaRPr>
                    </a:p>
                    <a:p>
                      <a:pPr>
                        <a:lnSpc>
                          <a:spcPct val="107000"/>
                        </a:lnSpc>
                        <a:spcAft>
                          <a:spcPts val="800"/>
                        </a:spcAft>
                      </a:pPr>
                      <a:r>
                        <a:rPr lang="en-US" sz="800">
                          <a:effectLst/>
                        </a:rPr>
                        <a:t>evaluate effectiveness of test effort</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c>
                  <a:txBody>
                    <a:bodyPr/>
                    <a:lstStyle/>
                    <a:p>
                      <a:pPr>
                        <a:lnSpc>
                          <a:spcPct val="107000"/>
                        </a:lnSpc>
                        <a:spcAft>
                          <a:spcPts val="800"/>
                        </a:spcAft>
                      </a:pPr>
                      <a:r>
                        <a:rPr lang="en-US" sz="800">
                          <a:effectLst/>
                        </a:rPr>
                        <a:t>Kailen Naidoo</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r>
              <a:tr h="1246719">
                <a:tc>
                  <a:txBody>
                    <a:bodyPr/>
                    <a:lstStyle/>
                    <a:p>
                      <a:pPr>
                        <a:lnSpc>
                          <a:spcPct val="107000"/>
                        </a:lnSpc>
                        <a:spcAft>
                          <a:spcPts val="800"/>
                        </a:spcAft>
                      </a:pPr>
                      <a:r>
                        <a:rPr lang="en-US" sz="800">
                          <a:effectLst/>
                        </a:rPr>
                        <a:t>scrum master</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c>
                  <a:txBody>
                    <a:bodyPr/>
                    <a:lstStyle/>
                    <a:p>
                      <a:pPr>
                        <a:lnSpc>
                          <a:spcPct val="107000"/>
                        </a:lnSpc>
                        <a:spcAft>
                          <a:spcPts val="800"/>
                        </a:spcAft>
                      </a:pPr>
                      <a:r>
                        <a:rPr lang="en-US" sz="800">
                          <a:effectLst/>
                        </a:rPr>
                        <a:t>Owns the Product backlog writes user stories and acceptance criteria.</a:t>
                      </a:r>
                      <a:endParaRPr lang="en-ZA" sz="800">
                        <a:effectLst/>
                      </a:endParaRPr>
                    </a:p>
                    <a:p>
                      <a:pPr>
                        <a:lnSpc>
                          <a:spcPct val="107000"/>
                        </a:lnSpc>
                        <a:spcAft>
                          <a:spcPts val="800"/>
                        </a:spcAft>
                      </a:pPr>
                      <a:r>
                        <a:rPr lang="en-US" sz="800">
                          <a:effectLst/>
                        </a:rPr>
                        <a:t>accepts or rejects user stories</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c>
                  <a:txBody>
                    <a:bodyPr/>
                    <a:lstStyle/>
                    <a:p>
                      <a:pPr>
                        <a:lnSpc>
                          <a:spcPct val="107000"/>
                        </a:lnSpc>
                        <a:spcAft>
                          <a:spcPts val="800"/>
                        </a:spcAft>
                      </a:pPr>
                      <a:r>
                        <a:rPr lang="en-US" sz="800">
                          <a:effectLst/>
                        </a:rPr>
                        <a:t>Kailen Naidoo</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r>
              <a:tr h="188587">
                <a:tc>
                  <a:txBody>
                    <a:bodyPr/>
                    <a:lstStyle/>
                    <a:p>
                      <a:pPr>
                        <a:lnSpc>
                          <a:spcPct val="107000"/>
                        </a:lnSpc>
                        <a:spcAft>
                          <a:spcPts val="800"/>
                        </a:spcAft>
                      </a:pPr>
                      <a:r>
                        <a:rPr lang="en-US" sz="800">
                          <a:effectLst/>
                        </a:rPr>
                        <a:t>developer</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c>
                  <a:txBody>
                    <a:bodyPr/>
                    <a:lstStyle/>
                    <a:p>
                      <a:pPr>
                        <a:lnSpc>
                          <a:spcPct val="107000"/>
                        </a:lnSpc>
                        <a:spcAft>
                          <a:spcPts val="800"/>
                        </a:spcAft>
                      </a:pPr>
                      <a:r>
                        <a:rPr lang="en-US" sz="800">
                          <a:effectLst/>
                        </a:rPr>
                        <a:t>Developed the website</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c>
                  <a:txBody>
                    <a:bodyPr/>
                    <a:lstStyle/>
                    <a:p>
                      <a:pPr>
                        <a:lnSpc>
                          <a:spcPct val="107000"/>
                        </a:lnSpc>
                        <a:spcAft>
                          <a:spcPts val="800"/>
                        </a:spcAft>
                      </a:pPr>
                      <a:r>
                        <a:rPr lang="en-US" sz="800">
                          <a:effectLst/>
                        </a:rPr>
                        <a:t>McWilton</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r>
              <a:tr h="188587">
                <a:tc>
                  <a:txBody>
                    <a:bodyPr/>
                    <a:lstStyle/>
                    <a:p>
                      <a:pPr>
                        <a:lnSpc>
                          <a:spcPct val="107000"/>
                        </a:lnSpc>
                        <a:spcAft>
                          <a:spcPts val="800"/>
                        </a:spcAft>
                      </a:pPr>
                      <a:r>
                        <a:rPr lang="en-US" sz="800">
                          <a:effectLst/>
                        </a:rPr>
                        <a:t>client</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c>
                  <a:txBody>
                    <a:bodyPr/>
                    <a:lstStyle/>
                    <a:p>
                      <a:pPr>
                        <a:lnSpc>
                          <a:spcPct val="107000"/>
                        </a:lnSpc>
                        <a:spcAft>
                          <a:spcPts val="800"/>
                        </a:spcAft>
                      </a:pPr>
                      <a:r>
                        <a:rPr lang="en-US" sz="800">
                          <a:effectLst/>
                        </a:rPr>
                        <a:t>stakeholders</a:t>
                      </a:r>
                      <a:endParaRPr lang="en-ZA" sz="80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c>
                  <a:txBody>
                    <a:bodyPr/>
                    <a:lstStyle/>
                    <a:p>
                      <a:pPr>
                        <a:lnSpc>
                          <a:spcPct val="107000"/>
                        </a:lnSpc>
                        <a:spcAft>
                          <a:spcPts val="800"/>
                        </a:spcAft>
                      </a:pPr>
                      <a:r>
                        <a:rPr lang="en-US" sz="800" dirty="0">
                          <a:effectLst/>
                        </a:rPr>
                        <a:t>Group 2</a:t>
                      </a:r>
                      <a:endParaRPr lang="en-ZA" sz="800" dirty="0">
                        <a:effectLst/>
                        <a:latin typeface="Calibri" panose="020F0502020204030204" pitchFamily="34" charset="0"/>
                        <a:ea typeface="Calibri" panose="020F0502020204030204" pitchFamily="34" charset="0"/>
                        <a:cs typeface="Times New Roman" panose="02020603050405020304" pitchFamily="18" charset="0"/>
                      </a:endParaRPr>
                    </a:p>
                  </a:txBody>
                  <a:tcPr marL="46943" marR="46943" marT="0" marB="0"/>
                </a:tc>
              </a:tr>
            </a:tbl>
          </a:graphicData>
        </a:graphic>
      </p:graphicFrame>
    </p:spTree>
    <p:extLst>
      <p:ext uri="{BB962C8B-B14F-4D97-AF65-F5344CB8AC3E}">
        <p14:creationId xmlns:p14="http://schemas.microsoft.com/office/powerpoint/2010/main" val="364361474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SCHEDULE</a:t>
            </a:r>
            <a:endParaRPr lang="en-ZA" dirty="0"/>
          </a:p>
        </p:txBody>
      </p:sp>
      <p:graphicFrame>
        <p:nvGraphicFramePr>
          <p:cNvPr id="3" name="Table 2"/>
          <p:cNvGraphicFramePr>
            <a:graphicFrameLocks noGrp="1"/>
          </p:cNvGraphicFramePr>
          <p:nvPr>
            <p:extLst>
              <p:ext uri="{D42A27DB-BD31-4B8C-83A1-F6EECF244321}">
                <p14:modId xmlns:p14="http://schemas.microsoft.com/office/powerpoint/2010/main" val="3726971450"/>
              </p:ext>
            </p:extLst>
          </p:nvPr>
        </p:nvGraphicFramePr>
        <p:xfrm>
          <a:off x="334853" y="1571222"/>
          <a:ext cx="11681135" cy="5100036"/>
        </p:xfrm>
        <a:graphic>
          <a:graphicData uri="http://schemas.openxmlformats.org/drawingml/2006/table">
            <a:tbl>
              <a:tblPr firstRow="1" firstCol="1" bandRow="1">
                <a:tableStyleId>{5C22544A-7EE6-4342-B048-85BDC9FD1C3A}</a:tableStyleId>
              </a:tblPr>
              <a:tblGrid>
                <a:gridCol w="2335983"/>
                <a:gridCol w="2335983"/>
                <a:gridCol w="2335983"/>
                <a:gridCol w="2335983"/>
                <a:gridCol w="2337203"/>
              </a:tblGrid>
              <a:tr h="417796">
                <a:tc>
                  <a:txBody>
                    <a:bodyPr/>
                    <a:lstStyle/>
                    <a:p>
                      <a:pPr>
                        <a:lnSpc>
                          <a:spcPct val="107000"/>
                        </a:lnSpc>
                        <a:spcAft>
                          <a:spcPts val="800"/>
                        </a:spcAft>
                      </a:pPr>
                      <a:r>
                        <a:rPr lang="en-US" sz="1100" dirty="0">
                          <a:effectLst/>
                        </a:rPr>
                        <a:t>Task</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Effort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Start date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End date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priority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857214">
                <a:tc>
                  <a:txBody>
                    <a:bodyPr/>
                    <a:lstStyle/>
                    <a:p>
                      <a:pPr>
                        <a:lnSpc>
                          <a:spcPct val="107000"/>
                        </a:lnSpc>
                        <a:spcAft>
                          <a:spcPts val="800"/>
                        </a:spcAft>
                      </a:pPr>
                      <a:r>
                        <a:rPr lang="en-US" sz="1100">
                          <a:effectLst/>
                        </a:rPr>
                        <a:t>Requirement analysis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dirty="0">
                          <a:effectLst/>
                        </a:rPr>
                        <a:t>1 Nov </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3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17796">
                <a:tc>
                  <a:txBody>
                    <a:bodyPr/>
                    <a:lstStyle/>
                    <a:p>
                      <a:pPr>
                        <a:lnSpc>
                          <a:spcPct val="107000"/>
                        </a:lnSpc>
                        <a:spcAft>
                          <a:spcPts val="800"/>
                        </a:spcAft>
                      </a:pPr>
                      <a:r>
                        <a:rPr lang="en-US" sz="1100">
                          <a:effectLst/>
                        </a:rPr>
                        <a:t>Test planning</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3</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4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7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17796">
                <a:tc>
                  <a:txBody>
                    <a:bodyPr/>
                    <a:lstStyle/>
                    <a:p>
                      <a:pPr>
                        <a:lnSpc>
                          <a:spcPct val="107000"/>
                        </a:lnSpc>
                        <a:spcAft>
                          <a:spcPts val="800"/>
                        </a:spcAft>
                      </a:pPr>
                      <a:r>
                        <a:rPr lang="en-US" sz="1100">
                          <a:effectLst/>
                        </a:rPr>
                        <a:t>Test design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5</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8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13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1296628">
                <a:tc>
                  <a:txBody>
                    <a:bodyPr/>
                    <a:lstStyle/>
                    <a:p>
                      <a:pPr>
                        <a:lnSpc>
                          <a:spcPct val="107000"/>
                        </a:lnSpc>
                        <a:spcAft>
                          <a:spcPts val="800"/>
                        </a:spcAft>
                      </a:pPr>
                      <a:r>
                        <a:rPr lang="en-US" sz="1100">
                          <a:effectLst/>
                        </a:rPr>
                        <a:t>Test environmental setup</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3</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13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16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17796">
                <a:tc>
                  <a:txBody>
                    <a:bodyPr/>
                    <a:lstStyle/>
                    <a:p>
                      <a:pPr>
                        <a:lnSpc>
                          <a:spcPct val="107000"/>
                        </a:lnSpc>
                        <a:spcAft>
                          <a:spcPts val="800"/>
                        </a:spcAft>
                      </a:pPr>
                      <a:r>
                        <a:rPr lang="en-US" sz="1100">
                          <a:effectLst/>
                        </a:rPr>
                        <a:t>Test execution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4</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17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21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857214">
                <a:tc>
                  <a:txBody>
                    <a:bodyPr/>
                    <a:lstStyle/>
                    <a:p>
                      <a:pPr>
                        <a:lnSpc>
                          <a:spcPct val="107000"/>
                        </a:lnSpc>
                        <a:spcAft>
                          <a:spcPts val="800"/>
                        </a:spcAft>
                      </a:pPr>
                      <a:r>
                        <a:rPr lang="en-US" sz="1100">
                          <a:effectLst/>
                        </a:rPr>
                        <a:t>Test cycle closure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22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22 Nov</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17796">
                <a:tc>
                  <a:txBody>
                    <a:bodyPr/>
                    <a:lstStyle/>
                    <a:p>
                      <a:pPr>
                        <a:lnSpc>
                          <a:spcPct val="107000"/>
                        </a:lnSpc>
                        <a:spcAft>
                          <a:spcPts val="800"/>
                        </a:spcAft>
                      </a:pPr>
                      <a:r>
                        <a:rPr lang="en-US" sz="1100">
                          <a:effectLst/>
                        </a:rPr>
                        <a:t>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a:effectLst/>
                        </a:rPr>
                        <a:t>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100" dirty="0">
                          <a:effectLst/>
                        </a:rPr>
                        <a:t> </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370429086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1000" fill="hold"/>
                                        <p:tgtEl>
                                          <p:spTgt spid="3"/>
                                        </p:tgtEl>
                                        <p:attrNameLst>
                                          <p:attrName>ppt_w</p:attrName>
                                        </p:attrNameLst>
                                      </p:cBhvr>
                                      <p:tavLst>
                                        <p:tav tm="0">
                                          <p:val>
                                            <p:fltVal val="0"/>
                                          </p:val>
                                        </p:tav>
                                        <p:tav tm="100000">
                                          <p:val>
                                            <p:strVal val="#ppt_w"/>
                                          </p:val>
                                        </p:tav>
                                      </p:tavLst>
                                    </p:anim>
                                    <p:anim calcmode="lin" valueType="num">
                                      <p:cBhvr>
                                        <p:cTn id="15" dur="1000" fill="hold"/>
                                        <p:tgtEl>
                                          <p:spTgt spid="3"/>
                                        </p:tgtEl>
                                        <p:attrNameLst>
                                          <p:attrName>ppt_h</p:attrName>
                                        </p:attrNameLst>
                                      </p:cBhvr>
                                      <p:tavLst>
                                        <p:tav tm="0">
                                          <p:val>
                                            <p:fltVal val="0"/>
                                          </p:val>
                                        </p:tav>
                                        <p:tav tm="100000">
                                          <p:val>
                                            <p:strVal val="#ppt_h"/>
                                          </p:val>
                                        </p:tav>
                                      </p:tavLst>
                                    </p:anim>
                                    <p:anim calcmode="lin" valueType="num">
                                      <p:cBhvr>
                                        <p:cTn id="16" dur="1000" fill="hold"/>
                                        <p:tgtEl>
                                          <p:spTgt spid="3"/>
                                        </p:tgtEl>
                                        <p:attrNameLst>
                                          <p:attrName>style.rotation</p:attrName>
                                        </p:attrNameLst>
                                      </p:cBhvr>
                                      <p:tavLst>
                                        <p:tav tm="0">
                                          <p:val>
                                            <p:fltVal val="90"/>
                                          </p:val>
                                        </p:tav>
                                        <p:tav tm="100000">
                                          <p:val>
                                            <p:fltVal val="0"/>
                                          </p:val>
                                        </p:tav>
                                      </p:tavLst>
                                    </p:anim>
                                    <p:animEffect transition="in" filter="fade">
                                      <p:cBhvr>
                                        <p:cTn id="1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Define Test Criteria</a:t>
            </a:r>
            <a:br>
              <a:rPr lang="en-US" dirty="0">
                <a:effectLst/>
              </a:rPr>
            </a:br>
            <a:endParaRPr lang="en-US" dirty="0"/>
          </a:p>
        </p:txBody>
      </p:sp>
      <p:sp>
        <p:nvSpPr>
          <p:cNvPr id="3" name="Content Placeholder 2"/>
          <p:cNvSpPr>
            <a:spLocks noGrp="1"/>
          </p:cNvSpPr>
          <p:nvPr>
            <p:ph type="body" idx="1"/>
          </p:nvPr>
        </p:nvSpPr>
        <p:spPr/>
        <p:txBody>
          <a:bodyPr>
            <a:normAutofit/>
          </a:bodyPr>
          <a:lstStyle/>
          <a:p>
            <a:r>
              <a:rPr lang="en-ZA" dirty="0">
                <a:effectLst/>
              </a:rPr>
              <a:t>Suspension/ Entry Criteria </a:t>
            </a:r>
            <a:r>
              <a:rPr lang="en-ZA" dirty="0" smtClean="0">
                <a:effectLst/>
              </a:rPr>
              <a:t>:</a:t>
            </a:r>
            <a:endParaRPr lang="en-US" dirty="0">
              <a:effectLst/>
            </a:endParaRPr>
          </a:p>
          <a:p>
            <a:pPr>
              <a:buFont typeface="Wingdings" panose="05000000000000000000" pitchFamily="2" charset="2"/>
              <a:buChar char="Ø"/>
            </a:pPr>
            <a:endParaRPr lang="en-US" dirty="0"/>
          </a:p>
        </p:txBody>
      </p:sp>
      <p:sp>
        <p:nvSpPr>
          <p:cNvPr id="4" name="Content Placeholder 3"/>
          <p:cNvSpPr>
            <a:spLocks noGrp="1"/>
          </p:cNvSpPr>
          <p:nvPr>
            <p:ph sz="half" idx="2"/>
          </p:nvPr>
        </p:nvSpPr>
        <p:spPr/>
        <p:txBody>
          <a:bodyPr>
            <a:normAutofit lnSpcReduction="10000"/>
          </a:bodyPr>
          <a:lstStyle/>
          <a:p>
            <a:pPr>
              <a:buFont typeface="Wingdings" panose="05000000000000000000" pitchFamily="2" charset="2"/>
              <a:buChar char="Ø"/>
            </a:pPr>
            <a:r>
              <a:rPr lang="en-ZA" dirty="0">
                <a:effectLst/>
              </a:rPr>
              <a:t> Verify if the Test environment is available and ready for use.</a:t>
            </a:r>
            <a:endParaRPr lang="en-US" dirty="0">
              <a:effectLst/>
            </a:endParaRPr>
          </a:p>
          <a:p>
            <a:pPr>
              <a:buFont typeface="Wingdings" panose="05000000000000000000" pitchFamily="2" charset="2"/>
              <a:buChar char="Ø"/>
            </a:pPr>
            <a:r>
              <a:rPr lang="en-ZA" dirty="0">
                <a:effectLst/>
              </a:rPr>
              <a:t>    Verify if test tools installed in the environment are ready for use.</a:t>
            </a:r>
            <a:endParaRPr lang="en-US" dirty="0">
              <a:effectLst/>
            </a:endParaRPr>
          </a:p>
          <a:p>
            <a:pPr>
              <a:buFont typeface="Wingdings" panose="05000000000000000000" pitchFamily="2" charset="2"/>
              <a:buChar char="Ø"/>
            </a:pPr>
            <a:r>
              <a:rPr lang="en-ZA" dirty="0">
                <a:effectLst/>
              </a:rPr>
              <a:t>    Verify if Testable code is available.</a:t>
            </a:r>
            <a:endParaRPr lang="en-US" dirty="0">
              <a:effectLst/>
            </a:endParaRPr>
          </a:p>
          <a:p>
            <a:pPr>
              <a:buFont typeface="Wingdings" panose="05000000000000000000" pitchFamily="2" charset="2"/>
              <a:buChar char="Ø"/>
            </a:pPr>
            <a:r>
              <a:rPr lang="en-ZA" dirty="0">
                <a:effectLst/>
              </a:rPr>
              <a:t>    Verify if Test Data is available and validated for correctness of Data.</a:t>
            </a:r>
            <a:endParaRPr lang="en-US" dirty="0"/>
          </a:p>
        </p:txBody>
      </p:sp>
      <p:sp>
        <p:nvSpPr>
          <p:cNvPr id="5" name="Text Placeholder 4"/>
          <p:cNvSpPr>
            <a:spLocks noGrp="1"/>
          </p:cNvSpPr>
          <p:nvPr>
            <p:ph type="body" sz="quarter" idx="3"/>
          </p:nvPr>
        </p:nvSpPr>
        <p:spPr/>
        <p:txBody>
          <a:bodyPr/>
          <a:lstStyle/>
          <a:p>
            <a:r>
              <a:rPr lang="en-ZA" dirty="0">
                <a:effectLst/>
              </a:rPr>
              <a:t>Exit </a:t>
            </a:r>
            <a:r>
              <a:rPr lang="en-ZA" dirty="0" smtClean="0">
                <a:effectLst/>
              </a:rPr>
              <a:t>Criteria:</a:t>
            </a:r>
            <a:endParaRPr lang="en-US" dirty="0">
              <a:effectLst/>
            </a:endParaRPr>
          </a:p>
          <a:p>
            <a:endParaRPr lang="en-US" dirty="0"/>
          </a:p>
        </p:txBody>
      </p:sp>
      <p:sp>
        <p:nvSpPr>
          <p:cNvPr id="6" name="Content Placeholder 5"/>
          <p:cNvSpPr>
            <a:spLocks noGrp="1"/>
          </p:cNvSpPr>
          <p:nvPr>
            <p:ph sz="quarter" idx="4"/>
          </p:nvPr>
        </p:nvSpPr>
        <p:spPr/>
        <p:txBody>
          <a:bodyPr>
            <a:noAutofit/>
          </a:bodyPr>
          <a:lstStyle/>
          <a:p>
            <a:pPr>
              <a:buFont typeface="Wingdings" panose="05000000000000000000" pitchFamily="2" charset="2"/>
              <a:buChar char="Ø"/>
            </a:pPr>
            <a:r>
              <a:rPr lang="en-ZA" sz="1600" dirty="0">
                <a:effectLst/>
              </a:rPr>
              <a:t> Verify if All tests planned have been run.</a:t>
            </a:r>
            <a:endParaRPr lang="en-US" sz="1600" dirty="0">
              <a:effectLst/>
            </a:endParaRPr>
          </a:p>
          <a:p>
            <a:pPr>
              <a:buFont typeface="Wingdings" panose="05000000000000000000" pitchFamily="2" charset="2"/>
              <a:buChar char="Ø"/>
            </a:pPr>
            <a:r>
              <a:rPr lang="en-ZA" sz="1600" dirty="0">
                <a:effectLst/>
              </a:rPr>
              <a:t>    Verify if the level of requirement coverage has been met.</a:t>
            </a:r>
            <a:endParaRPr lang="en-US" sz="1600" dirty="0">
              <a:effectLst/>
            </a:endParaRPr>
          </a:p>
          <a:p>
            <a:pPr>
              <a:buFont typeface="Wingdings" panose="05000000000000000000" pitchFamily="2" charset="2"/>
              <a:buChar char="Ø"/>
            </a:pPr>
            <a:r>
              <a:rPr lang="en-ZA" sz="1600" dirty="0">
                <a:effectLst/>
              </a:rPr>
              <a:t>    Verify if there are NO Critical or high severity defects that are left outstanding.</a:t>
            </a:r>
            <a:endParaRPr lang="en-US" sz="1600" dirty="0">
              <a:effectLst/>
            </a:endParaRPr>
          </a:p>
          <a:p>
            <a:pPr>
              <a:buFont typeface="Wingdings" panose="05000000000000000000" pitchFamily="2" charset="2"/>
              <a:buChar char="Ø"/>
            </a:pPr>
            <a:r>
              <a:rPr lang="en-ZA" sz="1600" dirty="0">
                <a:effectLst/>
              </a:rPr>
              <a:t>    Verify if all high-risk areas are completely tested.</a:t>
            </a:r>
            <a:endParaRPr lang="en-US" sz="1600" dirty="0">
              <a:effectLst/>
            </a:endParaRPr>
          </a:p>
          <a:p>
            <a:pPr>
              <a:buFont typeface="Wingdings" panose="05000000000000000000" pitchFamily="2" charset="2"/>
              <a:buChar char="Ø"/>
            </a:pPr>
            <a:r>
              <a:rPr lang="en-ZA" sz="1600" dirty="0">
                <a:effectLst/>
              </a:rPr>
              <a:t>    Verify if software development activities are completed within the projected cost.</a:t>
            </a:r>
            <a:endParaRPr lang="en-US" sz="1600" dirty="0">
              <a:effectLst/>
            </a:endParaRPr>
          </a:p>
          <a:p>
            <a:pPr>
              <a:buFont typeface="Wingdings" panose="05000000000000000000" pitchFamily="2" charset="2"/>
              <a:buChar char="Ø"/>
            </a:pPr>
            <a:r>
              <a:rPr lang="en-ZA" sz="1600" dirty="0">
                <a:effectLst/>
              </a:rPr>
              <a:t>    Verify if software development activities are completed within the projected timelines.</a:t>
            </a:r>
            <a:endParaRPr lang="en-US" sz="1600" dirty="0"/>
          </a:p>
        </p:txBody>
      </p:sp>
    </p:spTree>
    <p:extLst>
      <p:ext uri="{BB962C8B-B14F-4D97-AF65-F5344CB8AC3E}">
        <p14:creationId xmlns:p14="http://schemas.microsoft.com/office/powerpoint/2010/main" val="417449177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wipe(down)">
                                      <p:cBhvr>
                                        <p:cTn id="14" dur="580">
                                          <p:stCondLst>
                                            <p:cond delay="0"/>
                                          </p:stCondLst>
                                        </p:cTn>
                                        <p:tgtEl>
                                          <p:spTgt spid="4">
                                            <p:txEl>
                                              <p:pRg st="0" end="0"/>
                                            </p:txEl>
                                          </p:spTgt>
                                        </p:tgtEl>
                                      </p:cBhvr>
                                    </p:animEffect>
                                    <p:anim calcmode="lin" valueType="num">
                                      <p:cBhvr>
                                        <p:cTn id="15"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4">
                                            <p:txEl>
                                              <p:pRg st="0" end="0"/>
                                            </p:txEl>
                                          </p:spTgt>
                                        </p:tgtEl>
                                      </p:cBhvr>
                                      <p:to x="100000" y="60000"/>
                                    </p:animScale>
                                    <p:animScale>
                                      <p:cBhvr>
                                        <p:cTn id="21" dur="166" decel="50000">
                                          <p:stCondLst>
                                            <p:cond delay="676"/>
                                          </p:stCondLst>
                                        </p:cTn>
                                        <p:tgtEl>
                                          <p:spTgt spid="4">
                                            <p:txEl>
                                              <p:pRg st="0" end="0"/>
                                            </p:txEl>
                                          </p:spTgt>
                                        </p:tgtEl>
                                      </p:cBhvr>
                                      <p:to x="100000" y="100000"/>
                                    </p:animScale>
                                    <p:animScale>
                                      <p:cBhvr>
                                        <p:cTn id="22" dur="26">
                                          <p:stCondLst>
                                            <p:cond delay="1312"/>
                                          </p:stCondLst>
                                        </p:cTn>
                                        <p:tgtEl>
                                          <p:spTgt spid="4">
                                            <p:txEl>
                                              <p:pRg st="0" end="0"/>
                                            </p:txEl>
                                          </p:spTgt>
                                        </p:tgtEl>
                                      </p:cBhvr>
                                      <p:to x="100000" y="80000"/>
                                    </p:animScale>
                                    <p:animScale>
                                      <p:cBhvr>
                                        <p:cTn id="23" dur="166" decel="50000">
                                          <p:stCondLst>
                                            <p:cond delay="1338"/>
                                          </p:stCondLst>
                                        </p:cTn>
                                        <p:tgtEl>
                                          <p:spTgt spid="4">
                                            <p:txEl>
                                              <p:pRg st="0" end="0"/>
                                            </p:txEl>
                                          </p:spTgt>
                                        </p:tgtEl>
                                      </p:cBhvr>
                                      <p:to x="100000" y="100000"/>
                                    </p:animScale>
                                    <p:animScale>
                                      <p:cBhvr>
                                        <p:cTn id="24" dur="26">
                                          <p:stCondLst>
                                            <p:cond delay="1642"/>
                                          </p:stCondLst>
                                        </p:cTn>
                                        <p:tgtEl>
                                          <p:spTgt spid="4">
                                            <p:txEl>
                                              <p:pRg st="0" end="0"/>
                                            </p:txEl>
                                          </p:spTgt>
                                        </p:tgtEl>
                                      </p:cBhvr>
                                      <p:to x="100000" y="90000"/>
                                    </p:animScale>
                                    <p:animScale>
                                      <p:cBhvr>
                                        <p:cTn id="25" dur="166" decel="50000">
                                          <p:stCondLst>
                                            <p:cond delay="1668"/>
                                          </p:stCondLst>
                                        </p:cTn>
                                        <p:tgtEl>
                                          <p:spTgt spid="4">
                                            <p:txEl>
                                              <p:pRg st="0" end="0"/>
                                            </p:txEl>
                                          </p:spTgt>
                                        </p:tgtEl>
                                      </p:cBhvr>
                                      <p:to x="100000" y="100000"/>
                                    </p:animScale>
                                    <p:animScale>
                                      <p:cBhvr>
                                        <p:cTn id="26" dur="26">
                                          <p:stCondLst>
                                            <p:cond delay="1808"/>
                                          </p:stCondLst>
                                        </p:cTn>
                                        <p:tgtEl>
                                          <p:spTgt spid="4">
                                            <p:txEl>
                                              <p:pRg st="0" end="0"/>
                                            </p:txEl>
                                          </p:spTgt>
                                        </p:tgtEl>
                                      </p:cBhvr>
                                      <p:to x="100000" y="95000"/>
                                    </p:animScale>
                                    <p:animScale>
                                      <p:cBhvr>
                                        <p:cTn id="27" dur="166" decel="50000">
                                          <p:stCondLst>
                                            <p:cond delay="1834"/>
                                          </p:stCondLst>
                                        </p:cTn>
                                        <p:tgtEl>
                                          <p:spTgt spid="4">
                                            <p:txEl>
                                              <p:pRg st="0" end="0"/>
                                            </p:txEl>
                                          </p:spTgt>
                                        </p:tgtEl>
                                      </p:cBhvr>
                                      <p:to x="100000" y="100000"/>
                                    </p:animScale>
                                  </p:childTnLst>
                                </p:cTn>
                              </p:par>
                              <p:par>
                                <p:cTn id="28" presetID="26" presetClass="entr" presetSubtype="0" fill="hold" nodeType="withEffect">
                                  <p:stCondLst>
                                    <p:cond delay="0"/>
                                  </p:stCondLst>
                                  <p:childTnLst>
                                    <p:set>
                                      <p:cBhvr>
                                        <p:cTn id="29" dur="1" fill="hold">
                                          <p:stCondLst>
                                            <p:cond delay="0"/>
                                          </p:stCondLst>
                                        </p:cTn>
                                        <p:tgtEl>
                                          <p:spTgt spid="4">
                                            <p:txEl>
                                              <p:pRg st="1" end="1"/>
                                            </p:txEl>
                                          </p:spTgt>
                                        </p:tgtEl>
                                        <p:attrNameLst>
                                          <p:attrName>style.visibility</p:attrName>
                                        </p:attrNameLst>
                                      </p:cBhvr>
                                      <p:to>
                                        <p:strVal val="visible"/>
                                      </p:to>
                                    </p:set>
                                    <p:animEffect transition="in" filter="wipe(down)">
                                      <p:cBhvr>
                                        <p:cTn id="30" dur="580">
                                          <p:stCondLst>
                                            <p:cond delay="0"/>
                                          </p:stCondLst>
                                        </p:cTn>
                                        <p:tgtEl>
                                          <p:spTgt spid="4">
                                            <p:txEl>
                                              <p:pRg st="1" end="1"/>
                                            </p:txEl>
                                          </p:spTgt>
                                        </p:tgtEl>
                                      </p:cBhvr>
                                    </p:animEffect>
                                    <p:anim calcmode="lin" valueType="num">
                                      <p:cBhvr>
                                        <p:cTn id="31" dur="1822" tmFilter="0,0; 0.14,0.36; 0.43,0.73; 0.71,0.91; 1.0,1.0">
                                          <p:stCondLst>
                                            <p:cond delay="0"/>
                                          </p:stCondLst>
                                        </p:cTn>
                                        <p:tgtEl>
                                          <p:spTgt spid="4">
                                            <p:txEl>
                                              <p:pRg st="1" end="1"/>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4">
                                            <p:txEl>
                                              <p:pRg st="1" end="1"/>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4">
                                            <p:txEl>
                                              <p:pRg st="1" end="1"/>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4">
                                            <p:txEl>
                                              <p:pRg st="1" end="1"/>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4">
                                            <p:txEl>
                                              <p:pRg st="1" end="1"/>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4">
                                            <p:txEl>
                                              <p:pRg st="1" end="1"/>
                                            </p:txEl>
                                          </p:spTgt>
                                        </p:tgtEl>
                                      </p:cBhvr>
                                      <p:to x="100000" y="60000"/>
                                    </p:animScale>
                                    <p:animScale>
                                      <p:cBhvr>
                                        <p:cTn id="37" dur="166" decel="50000">
                                          <p:stCondLst>
                                            <p:cond delay="676"/>
                                          </p:stCondLst>
                                        </p:cTn>
                                        <p:tgtEl>
                                          <p:spTgt spid="4">
                                            <p:txEl>
                                              <p:pRg st="1" end="1"/>
                                            </p:txEl>
                                          </p:spTgt>
                                        </p:tgtEl>
                                      </p:cBhvr>
                                      <p:to x="100000" y="100000"/>
                                    </p:animScale>
                                    <p:animScale>
                                      <p:cBhvr>
                                        <p:cTn id="38" dur="26">
                                          <p:stCondLst>
                                            <p:cond delay="1312"/>
                                          </p:stCondLst>
                                        </p:cTn>
                                        <p:tgtEl>
                                          <p:spTgt spid="4">
                                            <p:txEl>
                                              <p:pRg st="1" end="1"/>
                                            </p:txEl>
                                          </p:spTgt>
                                        </p:tgtEl>
                                      </p:cBhvr>
                                      <p:to x="100000" y="80000"/>
                                    </p:animScale>
                                    <p:animScale>
                                      <p:cBhvr>
                                        <p:cTn id="39" dur="166" decel="50000">
                                          <p:stCondLst>
                                            <p:cond delay="1338"/>
                                          </p:stCondLst>
                                        </p:cTn>
                                        <p:tgtEl>
                                          <p:spTgt spid="4">
                                            <p:txEl>
                                              <p:pRg st="1" end="1"/>
                                            </p:txEl>
                                          </p:spTgt>
                                        </p:tgtEl>
                                      </p:cBhvr>
                                      <p:to x="100000" y="100000"/>
                                    </p:animScale>
                                    <p:animScale>
                                      <p:cBhvr>
                                        <p:cTn id="40" dur="26">
                                          <p:stCondLst>
                                            <p:cond delay="1642"/>
                                          </p:stCondLst>
                                        </p:cTn>
                                        <p:tgtEl>
                                          <p:spTgt spid="4">
                                            <p:txEl>
                                              <p:pRg st="1" end="1"/>
                                            </p:txEl>
                                          </p:spTgt>
                                        </p:tgtEl>
                                      </p:cBhvr>
                                      <p:to x="100000" y="90000"/>
                                    </p:animScale>
                                    <p:animScale>
                                      <p:cBhvr>
                                        <p:cTn id="41" dur="166" decel="50000">
                                          <p:stCondLst>
                                            <p:cond delay="1668"/>
                                          </p:stCondLst>
                                        </p:cTn>
                                        <p:tgtEl>
                                          <p:spTgt spid="4">
                                            <p:txEl>
                                              <p:pRg st="1" end="1"/>
                                            </p:txEl>
                                          </p:spTgt>
                                        </p:tgtEl>
                                      </p:cBhvr>
                                      <p:to x="100000" y="100000"/>
                                    </p:animScale>
                                    <p:animScale>
                                      <p:cBhvr>
                                        <p:cTn id="42" dur="26">
                                          <p:stCondLst>
                                            <p:cond delay="1808"/>
                                          </p:stCondLst>
                                        </p:cTn>
                                        <p:tgtEl>
                                          <p:spTgt spid="4">
                                            <p:txEl>
                                              <p:pRg st="1" end="1"/>
                                            </p:txEl>
                                          </p:spTgt>
                                        </p:tgtEl>
                                      </p:cBhvr>
                                      <p:to x="100000" y="95000"/>
                                    </p:animScale>
                                    <p:animScale>
                                      <p:cBhvr>
                                        <p:cTn id="43" dur="166" decel="50000">
                                          <p:stCondLst>
                                            <p:cond delay="1834"/>
                                          </p:stCondLst>
                                        </p:cTn>
                                        <p:tgtEl>
                                          <p:spTgt spid="4">
                                            <p:txEl>
                                              <p:pRg st="1" end="1"/>
                                            </p:txEl>
                                          </p:spTgt>
                                        </p:tgtEl>
                                      </p:cBhvr>
                                      <p:to x="100000" y="100000"/>
                                    </p:animScale>
                                  </p:childTnLst>
                                </p:cTn>
                              </p:par>
                              <p:par>
                                <p:cTn id="44" presetID="26" presetClass="entr" presetSubtype="0" fill="hold" nodeType="withEffect">
                                  <p:stCondLst>
                                    <p:cond delay="0"/>
                                  </p:stCondLst>
                                  <p:childTnLst>
                                    <p:set>
                                      <p:cBhvr>
                                        <p:cTn id="45" dur="1" fill="hold">
                                          <p:stCondLst>
                                            <p:cond delay="0"/>
                                          </p:stCondLst>
                                        </p:cTn>
                                        <p:tgtEl>
                                          <p:spTgt spid="4">
                                            <p:txEl>
                                              <p:pRg st="2" end="2"/>
                                            </p:txEl>
                                          </p:spTgt>
                                        </p:tgtEl>
                                        <p:attrNameLst>
                                          <p:attrName>style.visibility</p:attrName>
                                        </p:attrNameLst>
                                      </p:cBhvr>
                                      <p:to>
                                        <p:strVal val="visible"/>
                                      </p:to>
                                    </p:set>
                                    <p:animEffect transition="in" filter="wipe(down)">
                                      <p:cBhvr>
                                        <p:cTn id="46" dur="580">
                                          <p:stCondLst>
                                            <p:cond delay="0"/>
                                          </p:stCondLst>
                                        </p:cTn>
                                        <p:tgtEl>
                                          <p:spTgt spid="4">
                                            <p:txEl>
                                              <p:pRg st="2" end="2"/>
                                            </p:txEl>
                                          </p:spTgt>
                                        </p:tgtEl>
                                      </p:cBhvr>
                                    </p:animEffect>
                                    <p:anim calcmode="lin" valueType="num">
                                      <p:cBhvr>
                                        <p:cTn id="47" dur="1822" tmFilter="0,0; 0.14,0.36; 0.43,0.73; 0.71,0.91; 1.0,1.0">
                                          <p:stCondLst>
                                            <p:cond delay="0"/>
                                          </p:stCondLst>
                                        </p:cTn>
                                        <p:tgtEl>
                                          <p:spTgt spid="4">
                                            <p:txEl>
                                              <p:pRg st="2" end="2"/>
                                            </p:txEl>
                                          </p:spTgt>
                                        </p:tgtEl>
                                        <p:attrNameLst>
                                          <p:attrName>ppt_x</p:attrName>
                                        </p:attrNameLst>
                                      </p:cBhvr>
                                      <p:tavLst>
                                        <p:tav tm="0">
                                          <p:val>
                                            <p:strVal val="#ppt_x-0.25"/>
                                          </p:val>
                                        </p:tav>
                                        <p:tav tm="100000">
                                          <p:val>
                                            <p:strVal val="#ppt_x"/>
                                          </p:val>
                                        </p:tav>
                                      </p:tavLst>
                                    </p:anim>
                                    <p:anim calcmode="lin" valueType="num">
                                      <p:cBhvr>
                                        <p:cTn id="48" dur="664" tmFilter="0.0,0.0; 0.25,0.07; 0.50,0.2; 0.75,0.467; 1.0,1.0">
                                          <p:stCondLst>
                                            <p:cond delay="0"/>
                                          </p:stCondLst>
                                        </p:cTn>
                                        <p:tgtEl>
                                          <p:spTgt spid="4">
                                            <p:txEl>
                                              <p:pRg st="2" end="2"/>
                                            </p:txEl>
                                          </p:spTgt>
                                        </p:tgtEl>
                                        <p:attrNameLst>
                                          <p:attrName>ppt_y</p:attrName>
                                        </p:attrNameLst>
                                      </p:cBhvr>
                                      <p:tavLst>
                                        <p:tav tm="0" fmla="#ppt_y-sin(pi*$)/3">
                                          <p:val>
                                            <p:fltVal val="0.5"/>
                                          </p:val>
                                        </p:tav>
                                        <p:tav tm="100000">
                                          <p:val>
                                            <p:fltVal val="1"/>
                                          </p:val>
                                        </p:tav>
                                      </p:tavLst>
                                    </p:anim>
                                    <p:anim calcmode="lin" valueType="num">
                                      <p:cBhvr>
                                        <p:cTn id="49" dur="664" tmFilter="0, 0; 0.125,0.2665; 0.25,0.4; 0.375,0.465; 0.5,0.5;  0.625,0.535; 0.75,0.6; 0.875,0.7335; 1,1">
                                          <p:stCondLst>
                                            <p:cond delay="664"/>
                                          </p:stCondLst>
                                        </p:cTn>
                                        <p:tgtEl>
                                          <p:spTgt spid="4">
                                            <p:txEl>
                                              <p:pRg st="2" end="2"/>
                                            </p:txEl>
                                          </p:spTgt>
                                        </p:tgtEl>
                                        <p:attrNameLst>
                                          <p:attrName>ppt_y</p:attrName>
                                        </p:attrNameLst>
                                      </p:cBhvr>
                                      <p:tavLst>
                                        <p:tav tm="0" fmla="#ppt_y-sin(pi*$)/9">
                                          <p:val>
                                            <p:fltVal val="0"/>
                                          </p:val>
                                        </p:tav>
                                        <p:tav tm="100000">
                                          <p:val>
                                            <p:fltVal val="1"/>
                                          </p:val>
                                        </p:tav>
                                      </p:tavLst>
                                    </p:anim>
                                    <p:anim calcmode="lin" valueType="num">
                                      <p:cBhvr>
                                        <p:cTn id="50" dur="332" tmFilter="0, 0; 0.125,0.2665; 0.25,0.4; 0.375,0.465; 0.5,0.5;  0.625,0.535; 0.75,0.6; 0.875,0.7335; 1,1">
                                          <p:stCondLst>
                                            <p:cond delay="1324"/>
                                          </p:stCondLst>
                                        </p:cTn>
                                        <p:tgtEl>
                                          <p:spTgt spid="4">
                                            <p:txEl>
                                              <p:pRg st="2" end="2"/>
                                            </p:txEl>
                                          </p:spTgt>
                                        </p:tgtEl>
                                        <p:attrNameLst>
                                          <p:attrName>ppt_y</p:attrName>
                                        </p:attrNameLst>
                                      </p:cBhvr>
                                      <p:tavLst>
                                        <p:tav tm="0" fmla="#ppt_y-sin(pi*$)/27">
                                          <p:val>
                                            <p:fltVal val="0"/>
                                          </p:val>
                                        </p:tav>
                                        <p:tav tm="100000">
                                          <p:val>
                                            <p:fltVal val="1"/>
                                          </p:val>
                                        </p:tav>
                                      </p:tavLst>
                                    </p:anim>
                                    <p:anim calcmode="lin" valueType="num">
                                      <p:cBhvr>
                                        <p:cTn id="51" dur="164" tmFilter="0, 0; 0.125,0.2665; 0.25,0.4; 0.375,0.465; 0.5,0.5;  0.625,0.535; 0.75,0.6; 0.875,0.7335; 1,1">
                                          <p:stCondLst>
                                            <p:cond delay="1656"/>
                                          </p:stCondLst>
                                        </p:cTn>
                                        <p:tgtEl>
                                          <p:spTgt spid="4">
                                            <p:txEl>
                                              <p:pRg st="2" end="2"/>
                                            </p:txEl>
                                          </p:spTgt>
                                        </p:tgtEl>
                                        <p:attrNameLst>
                                          <p:attrName>ppt_y</p:attrName>
                                        </p:attrNameLst>
                                      </p:cBhvr>
                                      <p:tavLst>
                                        <p:tav tm="0" fmla="#ppt_y-sin(pi*$)/81">
                                          <p:val>
                                            <p:fltVal val="0"/>
                                          </p:val>
                                        </p:tav>
                                        <p:tav tm="100000">
                                          <p:val>
                                            <p:fltVal val="1"/>
                                          </p:val>
                                        </p:tav>
                                      </p:tavLst>
                                    </p:anim>
                                    <p:animScale>
                                      <p:cBhvr>
                                        <p:cTn id="52" dur="26">
                                          <p:stCondLst>
                                            <p:cond delay="650"/>
                                          </p:stCondLst>
                                        </p:cTn>
                                        <p:tgtEl>
                                          <p:spTgt spid="4">
                                            <p:txEl>
                                              <p:pRg st="2" end="2"/>
                                            </p:txEl>
                                          </p:spTgt>
                                        </p:tgtEl>
                                      </p:cBhvr>
                                      <p:to x="100000" y="60000"/>
                                    </p:animScale>
                                    <p:animScale>
                                      <p:cBhvr>
                                        <p:cTn id="53" dur="166" decel="50000">
                                          <p:stCondLst>
                                            <p:cond delay="676"/>
                                          </p:stCondLst>
                                        </p:cTn>
                                        <p:tgtEl>
                                          <p:spTgt spid="4">
                                            <p:txEl>
                                              <p:pRg st="2" end="2"/>
                                            </p:txEl>
                                          </p:spTgt>
                                        </p:tgtEl>
                                      </p:cBhvr>
                                      <p:to x="100000" y="100000"/>
                                    </p:animScale>
                                    <p:animScale>
                                      <p:cBhvr>
                                        <p:cTn id="54" dur="26">
                                          <p:stCondLst>
                                            <p:cond delay="1312"/>
                                          </p:stCondLst>
                                        </p:cTn>
                                        <p:tgtEl>
                                          <p:spTgt spid="4">
                                            <p:txEl>
                                              <p:pRg st="2" end="2"/>
                                            </p:txEl>
                                          </p:spTgt>
                                        </p:tgtEl>
                                      </p:cBhvr>
                                      <p:to x="100000" y="80000"/>
                                    </p:animScale>
                                    <p:animScale>
                                      <p:cBhvr>
                                        <p:cTn id="55" dur="166" decel="50000">
                                          <p:stCondLst>
                                            <p:cond delay="1338"/>
                                          </p:stCondLst>
                                        </p:cTn>
                                        <p:tgtEl>
                                          <p:spTgt spid="4">
                                            <p:txEl>
                                              <p:pRg st="2" end="2"/>
                                            </p:txEl>
                                          </p:spTgt>
                                        </p:tgtEl>
                                      </p:cBhvr>
                                      <p:to x="100000" y="100000"/>
                                    </p:animScale>
                                    <p:animScale>
                                      <p:cBhvr>
                                        <p:cTn id="56" dur="26">
                                          <p:stCondLst>
                                            <p:cond delay="1642"/>
                                          </p:stCondLst>
                                        </p:cTn>
                                        <p:tgtEl>
                                          <p:spTgt spid="4">
                                            <p:txEl>
                                              <p:pRg st="2" end="2"/>
                                            </p:txEl>
                                          </p:spTgt>
                                        </p:tgtEl>
                                      </p:cBhvr>
                                      <p:to x="100000" y="90000"/>
                                    </p:animScale>
                                    <p:animScale>
                                      <p:cBhvr>
                                        <p:cTn id="57" dur="166" decel="50000">
                                          <p:stCondLst>
                                            <p:cond delay="1668"/>
                                          </p:stCondLst>
                                        </p:cTn>
                                        <p:tgtEl>
                                          <p:spTgt spid="4">
                                            <p:txEl>
                                              <p:pRg st="2" end="2"/>
                                            </p:txEl>
                                          </p:spTgt>
                                        </p:tgtEl>
                                      </p:cBhvr>
                                      <p:to x="100000" y="100000"/>
                                    </p:animScale>
                                    <p:animScale>
                                      <p:cBhvr>
                                        <p:cTn id="58" dur="26">
                                          <p:stCondLst>
                                            <p:cond delay="1808"/>
                                          </p:stCondLst>
                                        </p:cTn>
                                        <p:tgtEl>
                                          <p:spTgt spid="4">
                                            <p:txEl>
                                              <p:pRg st="2" end="2"/>
                                            </p:txEl>
                                          </p:spTgt>
                                        </p:tgtEl>
                                      </p:cBhvr>
                                      <p:to x="100000" y="95000"/>
                                    </p:animScale>
                                    <p:animScale>
                                      <p:cBhvr>
                                        <p:cTn id="59" dur="166" decel="50000">
                                          <p:stCondLst>
                                            <p:cond delay="1834"/>
                                          </p:stCondLst>
                                        </p:cTn>
                                        <p:tgtEl>
                                          <p:spTgt spid="4">
                                            <p:txEl>
                                              <p:pRg st="2" end="2"/>
                                            </p:txEl>
                                          </p:spTgt>
                                        </p:tgtEl>
                                      </p:cBhvr>
                                      <p:to x="100000" y="100000"/>
                                    </p:animScale>
                                  </p:childTnLst>
                                </p:cTn>
                              </p:par>
                              <p:par>
                                <p:cTn id="60" presetID="26" presetClass="entr" presetSubtype="0" fill="hold" nodeType="withEffect">
                                  <p:stCondLst>
                                    <p:cond delay="0"/>
                                  </p:stCondLst>
                                  <p:childTnLst>
                                    <p:set>
                                      <p:cBhvr>
                                        <p:cTn id="61" dur="1" fill="hold">
                                          <p:stCondLst>
                                            <p:cond delay="0"/>
                                          </p:stCondLst>
                                        </p:cTn>
                                        <p:tgtEl>
                                          <p:spTgt spid="4">
                                            <p:txEl>
                                              <p:pRg st="3" end="3"/>
                                            </p:txEl>
                                          </p:spTgt>
                                        </p:tgtEl>
                                        <p:attrNameLst>
                                          <p:attrName>style.visibility</p:attrName>
                                        </p:attrNameLst>
                                      </p:cBhvr>
                                      <p:to>
                                        <p:strVal val="visible"/>
                                      </p:to>
                                    </p:set>
                                    <p:animEffect transition="in" filter="wipe(down)">
                                      <p:cBhvr>
                                        <p:cTn id="62" dur="580">
                                          <p:stCondLst>
                                            <p:cond delay="0"/>
                                          </p:stCondLst>
                                        </p:cTn>
                                        <p:tgtEl>
                                          <p:spTgt spid="4">
                                            <p:txEl>
                                              <p:pRg st="3" end="3"/>
                                            </p:txEl>
                                          </p:spTgt>
                                        </p:tgtEl>
                                      </p:cBhvr>
                                    </p:animEffect>
                                    <p:anim calcmode="lin" valueType="num">
                                      <p:cBhvr>
                                        <p:cTn id="63" dur="1822" tmFilter="0,0; 0.14,0.36; 0.43,0.73; 0.71,0.91; 1.0,1.0">
                                          <p:stCondLst>
                                            <p:cond delay="0"/>
                                          </p:stCondLst>
                                        </p:cTn>
                                        <p:tgtEl>
                                          <p:spTgt spid="4">
                                            <p:txEl>
                                              <p:pRg st="3" end="3"/>
                                            </p:txEl>
                                          </p:spTgt>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4">
                                            <p:txEl>
                                              <p:pRg st="3" end="3"/>
                                            </p:txEl>
                                          </p:spTgt>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4">
                                            <p:txEl>
                                              <p:pRg st="3" end="3"/>
                                            </p:txEl>
                                          </p:spTgt>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4">
                                            <p:txEl>
                                              <p:pRg st="3" end="3"/>
                                            </p:txEl>
                                          </p:spTgt>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4">
                                            <p:txEl>
                                              <p:pRg st="3" end="3"/>
                                            </p:txEl>
                                          </p:spTgt>
                                        </p:tgtEl>
                                        <p:attrNameLst>
                                          <p:attrName>ppt_y</p:attrName>
                                        </p:attrNameLst>
                                      </p:cBhvr>
                                      <p:tavLst>
                                        <p:tav tm="0" fmla="#ppt_y-sin(pi*$)/81">
                                          <p:val>
                                            <p:fltVal val="0"/>
                                          </p:val>
                                        </p:tav>
                                        <p:tav tm="100000">
                                          <p:val>
                                            <p:fltVal val="1"/>
                                          </p:val>
                                        </p:tav>
                                      </p:tavLst>
                                    </p:anim>
                                    <p:animScale>
                                      <p:cBhvr>
                                        <p:cTn id="68" dur="26">
                                          <p:stCondLst>
                                            <p:cond delay="650"/>
                                          </p:stCondLst>
                                        </p:cTn>
                                        <p:tgtEl>
                                          <p:spTgt spid="4">
                                            <p:txEl>
                                              <p:pRg st="3" end="3"/>
                                            </p:txEl>
                                          </p:spTgt>
                                        </p:tgtEl>
                                      </p:cBhvr>
                                      <p:to x="100000" y="60000"/>
                                    </p:animScale>
                                    <p:animScale>
                                      <p:cBhvr>
                                        <p:cTn id="69" dur="166" decel="50000">
                                          <p:stCondLst>
                                            <p:cond delay="676"/>
                                          </p:stCondLst>
                                        </p:cTn>
                                        <p:tgtEl>
                                          <p:spTgt spid="4">
                                            <p:txEl>
                                              <p:pRg st="3" end="3"/>
                                            </p:txEl>
                                          </p:spTgt>
                                        </p:tgtEl>
                                      </p:cBhvr>
                                      <p:to x="100000" y="100000"/>
                                    </p:animScale>
                                    <p:animScale>
                                      <p:cBhvr>
                                        <p:cTn id="70" dur="26">
                                          <p:stCondLst>
                                            <p:cond delay="1312"/>
                                          </p:stCondLst>
                                        </p:cTn>
                                        <p:tgtEl>
                                          <p:spTgt spid="4">
                                            <p:txEl>
                                              <p:pRg st="3" end="3"/>
                                            </p:txEl>
                                          </p:spTgt>
                                        </p:tgtEl>
                                      </p:cBhvr>
                                      <p:to x="100000" y="80000"/>
                                    </p:animScale>
                                    <p:animScale>
                                      <p:cBhvr>
                                        <p:cTn id="71" dur="166" decel="50000">
                                          <p:stCondLst>
                                            <p:cond delay="1338"/>
                                          </p:stCondLst>
                                        </p:cTn>
                                        <p:tgtEl>
                                          <p:spTgt spid="4">
                                            <p:txEl>
                                              <p:pRg st="3" end="3"/>
                                            </p:txEl>
                                          </p:spTgt>
                                        </p:tgtEl>
                                      </p:cBhvr>
                                      <p:to x="100000" y="100000"/>
                                    </p:animScale>
                                    <p:animScale>
                                      <p:cBhvr>
                                        <p:cTn id="72" dur="26">
                                          <p:stCondLst>
                                            <p:cond delay="1642"/>
                                          </p:stCondLst>
                                        </p:cTn>
                                        <p:tgtEl>
                                          <p:spTgt spid="4">
                                            <p:txEl>
                                              <p:pRg st="3" end="3"/>
                                            </p:txEl>
                                          </p:spTgt>
                                        </p:tgtEl>
                                      </p:cBhvr>
                                      <p:to x="100000" y="90000"/>
                                    </p:animScale>
                                    <p:animScale>
                                      <p:cBhvr>
                                        <p:cTn id="73" dur="166" decel="50000">
                                          <p:stCondLst>
                                            <p:cond delay="1668"/>
                                          </p:stCondLst>
                                        </p:cTn>
                                        <p:tgtEl>
                                          <p:spTgt spid="4">
                                            <p:txEl>
                                              <p:pRg st="3" end="3"/>
                                            </p:txEl>
                                          </p:spTgt>
                                        </p:tgtEl>
                                      </p:cBhvr>
                                      <p:to x="100000" y="100000"/>
                                    </p:animScale>
                                    <p:animScale>
                                      <p:cBhvr>
                                        <p:cTn id="74" dur="26">
                                          <p:stCondLst>
                                            <p:cond delay="1808"/>
                                          </p:stCondLst>
                                        </p:cTn>
                                        <p:tgtEl>
                                          <p:spTgt spid="4">
                                            <p:txEl>
                                              <p:pRg st="3" end="3"/>
                                            </p:txEl>
                                          </p:spTgt>
                                        </p:tgtEl>
                                      </p:cBhvr>
                                      <p:to x="100000" y="95000"/>
                                    </p:animScale>
                                    <p:animScale>
                                      <p:cBhvr>
                                        <p:cTn id="75" dur="166" decel="50000">
                                          <p:stCondLst>
                                            <p:cond delay="1834"/>
                                          </p:stCondLst>
                                        </p:cTn>
                                        <p:tgtEl>
                                          <p:spTgt spid="4">
                                            <p:txEl>
                                              <p:pRg st="3" end="3"/>
                                            </p:txEl>
                                          </p:spTgt>
                                        </p:tgtEl>
                                      </p:cBhvr>
                                      <p:to x="100000" y="100000"/>
                                    </p:animScale>
                                  </p:childTnLst>
                                </p:cTn>
                              </p:par>
                            </p:childTnLst>
                          </p:cTn>
                        </p:par>
                      </p:childTnLst>
                    </p:cTn>
                  </p:par>
                  <p:par>
                    <p:cTn id="76" fill="hold">
                      <p:stCondLst>
                        <p:cond delay="indefinite"/>
                      </p:stCondLst>
                      <p:childTnLst>
                        <p:par>
                          <p:cTn id="77" fill="hold">
                            <p:stCondLst>
                              <p:cond delay="0"/>
                            </p:stCondLst>
                            <p:childTnLst>
                              <p:par>
                                <p:cTn id="78" presetID="26" presetClass="entr" presetSubtype="0" fill="hold" nodeType="clickEffect">
                                  <p:stCondLst>
                                    <p:cond delay="0"/>
                                  </p:stCondLst>
                                  <p:childTnLst>
                                    <p:set>
                                      <p:cBhvr>
                                        <p:cTn id="79" dur="1" fill="hold">
                                          <p:stCondLst>
                                            <p:cond delay="0"/>
                                          </p:stCondLst>
                                        </p:cTn>
                                        <p:tgtEl>
                                          <p:spTgt spid="6">
                                            <p:txEl>
                                              <p:pRg st="0" end="0"/>
                                            </p:txEl>
                                          </p:spTgt>
                                        </p:tgtEl>
                                        <p:attrNameLst>
                                          <p:attrName>style.visibility</p:attrName>
                                        </p:attrNameLst>
                                      </p:cBhvr>
                                      <p:to>
                                        <p:strVal val="visible"/>
                                      </p:to>
                                    </p:set>
                                    <p:animEffect transition="in" filter="wipe(down)">
                                      <p:cBhvr>
                                        <p:cTn id="80" dur="580">
                                          <p:stCondLst>
                                            <p:cond delay="0"/>
                                          </p:stCondLst>
                                        </p:cTn>
                                        <p:tgtEl>
                                          <p:spTgt spid="6">
                                            <p:txEl>
                                              <p:pRg st="0" end="0"/>
                                            </p:txEl>
                                          </p:spTgt>
                                        </p:tgtEl>
                                      </p:cBhvr>
                                    </p:animEffect>
                                    <p:anim calcmode="lin" valueType="num">
                                      <p:cBhvr>
                                        <p:cTn id="81" dur="1822" tmFilter="0,0; 0.14,0.36; 0.43,0.73; 0.71,0.91; 1.0,1.0">
                                          <p:stCondLst>
                                            <p:cond delay="0"/>
                                          </p:stCondLst>
                                        </p:cTn>
                                        <p:tgtEl>
                                          <p:spTgt spid="6">
                                            <p:txEl>
                                              <p:pRg st="0" end="0"/>
                                            </p:txEl>
                                          </p:spTgt>
                                        </p:tgtEl>
                                        <p:attrNameLst>
                                          <p:attrName>ppt_x</p:attrName>
                                        </p:attrNameLst>
                                      </p:cBhvr>
                                      <p:tavLst>
                                        <p:tav tm="0">
                                          <p:val>
                                            <p:strVal val="#ppt_x-0.25"/>
                                          </p:val>
                                        </p:tav>
                                        <p:tav tm="100000">
                                          <p:val>
                                            <p:strVal val="#ppt_x"/>
                                          </p:val>
                                        </p:tav>
                                      </p:tavLst>
                                    </p:anim>
                                    <p:anim calcmode="lin" valueType="num">
                                      <p:cBhvr>
                                        <p:cTn id="82" dur="664" tmFilter="0.0,0.0; 0.25,0.07; 0.50,0.2; 0.75,0.467; 1.0,1.0">
                                          <p:stCondLst>
                                            <p:cond delay="0"/>
                                          </p:stCondLst>
                                        </p:cTn>
                                        <p:tgtEl>
                                          <p:spTgt spid="6">
                                            <p:txEl>
                                              <p:pRg st="0" end="0"/>
                                            </p:txEl>
                                          </p:spTgt>
                                        </p:tgtEl>
                                        <p:attrNameLst>
                                          <p:attrName>ppt_y</p:attrName>
                                        </p:attrNameLst>
                                      </p:cBhvr>
                                      <p:tavLst>
                                        <p:tav tm="0" fmla="#ppt_y-sin(pi*$)/3">
                                          <p:val>
                                            <p:fltVal val="0.5"/>
                                          </p:val>
                                        </p:tav>
                                        <p:tav tm="100000">
                                          <p:val>
                                            <p:fltVal val="1"/>
                                          </p:val>
                                        </p:tav>
                                      </p:tavLst>
                                    </p:anim>
                                    <p:anim calcmode="lin" valueType="num">
                                      <p:cBhvr>
                                        <p:cTn id="83" dur="664" tmFilter="0, 0; 0.125,0.2665; 0.25,0.4; 0.375,0.465; 0.5,0.5;  0.625,0.535; 0.75,0.6; 0.875,0.7335; 1,1">
                                          <p:stCondLst>
                                            <p:cond delay="664"/>
                                          </p:stCondLst>
                                        </p:cTn>
                                        <p:tgtEl>
                                          <p:spTgt spid="6">
                                            <p:txEl>
                                              <p:pRg st="0" end="0"/>
                                            </p:txEl>
                                          </p:spTgt>
                                        </p:tgtEl>
                                        <p:attrNameLst>
                                          <p:attrName>ppt_y</p:attrName>
                                        </p:attrNameLst>
                                      </p:cBhvr>
                                      <p:tavLst>
                                        <p:tav tm="0" fmla="#ppt_y-sin(pi*$)/9">
                                          <p:val>
                                            <p:fltVal val="0"/>
                                          </p:val>
                                        </p:tav>
                                        <p:tav tm="100000">
                                          <p:val>
                                            <p:fltVal val="1"/>
                                          </p:val>
                                        </p:tav>
                                      </p:tavLst>
                                    </p:anim>
                                    <p:anim calcmode="lin" valueType="num">
                                      <p:cBhvr>
                                        <p:cTn id="84" dur="332" tmFilter="0, 0; 0.125,0.2665; 0.25,0.4; 0.375,0.465; 0.5,0.5;  0.625,0.535; 0.75,0.6; 0.875,0.7335; 1,1">
                                          <p:stCondLst>
                                            <p:cond delay="1324"/>
                                          </p:stCondLst>
                                        </p:cTn>
                                        <p:tgtEl>
                                          <p:spTgt spid="6">
                                            <p:txEl>
                                              <p:pRg st="0" end="0"/>
                                            </p:txEl>
                                          </p:spTgt>
                                        </p:tgtEl>
                                        <p:attrNameLst>
                                          <p:attrName>ppt_y</p:attrName>
                                        </p:attrNameLst>
                                      </p:cBhvr>
                                      <p:tavLst>
                                        <p:tav tm="0" fmla="#ppt_y-sin(pi*$)/27">
                                          <p:val>
                                            <p:fltVal val="0"/>
                                          </p:val>
                                        </p:tav>
                                        <p:tav tm="100000">
                                          <p:val>
                                            <p:fltVal val="1"/>
                                          </p:val>
                                        </p:tav>
                                      </p:tavLst>
                                    </p:anim>
                                    <p:anim calcmode="lin" valueType="num">
                                      <p:cBhvr>
                                        <p:cTn id="85" dur="164" tmFilter="0, 0; 0.125,0.2665; 0.25,0.4; 0.375,0.465; 0.5,0.5;  0.625,0.535; 0.75,0.6; 0.875,0.7335; 1,1">
                                          <p:stCondLst>
                                            <p:cond delay="1656"/>
                                          </p:stCondLst>
                                        </p:cTn>
                                        <p:tgtEl>
                                          <p:spTgt spid="6">
                                            <p:txEl>
                                              <p:pRg st="0" end="0"/>
                                            </p:txEl>
                                          </p:spTgt>
                                        </p:tgtEl>
                                        <p:attrNameLst>
                                          <p:attrName>ppt_y</p:attrName>
                                        </p:attrNameLst>
                                      </p:cBhvr>
                                      <p:tavLst>
                                        <p:tav tm="0" fmla="#ppt_y-sin(pi*$)/81">
                                          <p:val>
                                            <p:fltVal val="0"/>
                                          </p:val>
                                        </p:tav>
                                        <p:tav tm="100000">
                                          <p:val>
                                            <p:fltVal val="1"/>
                                          </p:val>
                                        </p:tav>
                                      </p:tavLst>
                                    </p:anim>
                                    <p:animScale>
                                      <p:cBhvr>
                                        <p:cTn id="86" dur="26">
                                          <p:stCondLst>
                                            <p:cond delay="650"/>
                                          </p:stCondLst>
                                        </p:cTn>
                                        <p:tgtEl>
                                          <p:spTgt spid="6">
                                            <p:txEl>
                                              <p:pRg st="0" end="0"/>
                                            </p:txEl>
                                          </p:spTgt>
                                        </p:tgtEl>
                                      </p:cBhvr>
                                      <p:to x="100000" y="60000"/>
                                    </p:animScale>
                                    <p:animScale>
                                      <p:cBhvr>
                                        <p:cTn id="87" dur="166" decel="50000">
                                          <p:stCondLst>
                                            <p:cond delay="676"/>
                                          </p:stCondLst>
                                        </p:cTn>
                                        <p:tgtEl>
                                          <p:spTgt spid="6">
                                            <p:txEl>
                                              <p:pRg st="0" end="0"/>
                                            </p:txEl>
                                          </p:spTgt>
                                        </p:tgtEl>
                                      </p:cBhvr>
                                      <p:to x="100000" y="100000"/>
                                    </p:animScale>
                                    <p:animScale>
                                      <p:cBhvr>
                                        <p:cTn id="88" dur="26">
                                          <p:stCondLst>
                                            <p:cond delay="1312"/>
                                          </p:stCondLst>
                                        </p:cTn>
                                        <p:tgtEl>
                                          <p:spTgt spid="6">
                                            <p:txEl>
                                              <p:pRg st="0" end="0"/>
                                            </p:txEl>
                                          </p:spTgt>
                                        </p:tgtEl>
                                      </p:cBhvr>
                                      <p:to x="100000" y="80000"/>
                                    </p:animScale>
                                    <p:animScale>
                                      <p:cBhvr>
                                        <p:cTn id="89" dur="166" decel="50000">
                                          <p:stCondLst>
                                            <p:cond delay="1338"/>
                                          </p:stCondLst>
                                        </p:cTn>
                                        <p:tgtEl>
                                          <p:spTgt spid="6">
                                            <p:txEl>
                                              <p:pRg st="0" end="0"/>
                                            </p:txEl>
                                          </p:spTgt>
                                        </p:tgtEl>
                                      </p:cBhvr>
                                      <p:to x="100000" y="100000"/>
                                    </p:animScale>
                                    <p:animScale>
                                      <p:cBhvr>
                                        <p:cTn id="90" dur="26">
                                          <p:stCondLst>
                                            <p:cond delay="1642"/>
                                          </p:stCondLst>
                                        </p:cTn>
                                        <p:tgtEl>
                                          <p:spTgt spid="6">
                                            <p:txEl>
                                              <p:pRg st="0" end="0"/>
                                            </p:txEl>
                                          </p:spTgt>
                                        </p:tgtEl>
                                      </p:cBhvr>
                                      <p:to x="100000" y="90000"/>
                                    </p:animScale>
                                    <p:animScale>
                                      <p:cBhvr>
                                        <p:cTn id="91" dur="166" decel="50000">
                                          <p:stCondLst>
                                            <p:cond delay="1668"/>
                                          </p:stCondLst>
                                        </p:cTn>
                                        <p:tgtEl>
                                          <p:spTgt spid="6">
                                            <p:txEl>
                                              <p:pRg st="0" end="0"/>
                                            </p:txEl>
                                          </p:spTgt>
                                        </p:tgtEl>
                                      </p:cBhvr>
                                      <p:to x="100000" y="100000"/>
                                    </p:animScale>
                                    <p:animScale>
                                      <p:cBhvr>
                                        <p:cTn id="92" dur="26">
                                          <p:stCondLst>
                                            <p:cond delay="1808"/>
                                          </p:stCondLst>
                                        </p:cTn>
                                        <p:tgtEl>
                                          <p:spTgt spid="6">
                                            <p:txEl>
                                              <p:pRg st="0" end="0"/>
                                            </p:txEl>
                                          </p:spTgt>
                                        </p:tgtEl>
                                      </p:cBhvr>
                                      <p:to x="100000" y="95000"/>
                                    </p:animScale>
                                    <p:animScale>
                                      <p:cBhvr>
                                        <p:cTn id="93" dur="166" decel="50000">
                                          <p:stCondLst>
                                            <p:cond delay="1834"/>
                                          </p:stCondLst>
                                        </p:cTn>
                                        <p:tgtEl>
                                          <p:spTgt spid="6">
                                            <p:txEl>
                                              <p:pRg st="0" end="0"/>
                                            </p:txEl>
                                          </p:spTgt>
                                        </p:tgtEl>
                                      </p:cBhvr>
                                      <p:to x="100000" y="100000"/>
                                    </p:animScale>
                                  </p:childTnLst>
                                </p:cTn>
                              </p:par>
                              <p:par>
                                <p:cTn id="94" presetID="26" presetClass="entr" presetSubtype="0" fill="hold" nodeType="withEffect">
                                  <p:stCondLst>
                                    <p:cond delay="0"/>
                                  </p:stCondLst>
                                  <p:childTnLst>
                                    <p:set>
                                      <p:cBhvr>
                                        <p:cTn id="95" dur="1" fill="hold">
                                          <p:stCondLst>
                                            <p:cond delay="0"/>
                                          </p:stCondLst>
                                        </p:cTn>
                                        <p:tgtEl>
                                          <p:spTgt spid="6">
                                            <p:txEl>
                                              <p:pRg st="1" end="1"/>
                                            </p:txEl>
                                          </p:spTgt>
                                        </p:tgtEl>
                                        <p:attrNameLst>
                                          <p:attrName>style.visibility</p:attrName>
                                        </p:attrNameLst>
                                      </p:cBhvr>
                                      <p:to>
                                        <p:strVal val="visible"/>
                                      </p:to>
                                    </p:set>
                                    <p:animEffect transition="in" filter="wipe(down)">
                                      <p:cBhvr>
                                        <p:cTn id="96" dur="580">
                                          <p:stCondLst>
                                            <p:cond delay="0"/>
                                          </p:stCondLst>
                                        </p:cTn>
                                        <p:tgtEl>
                                          <p:spTgt spid="6">
                                            <p:txEl>
                                              <p:pRg st="1" end="1"/>
                                            </p:txEl>
                                          </p:spTgt>
                                        </p:tgtEl>
                                      </p:cBhvr>
                                    </p:animEffect>
                                    <p:anim calcmode="lin" valueType="num">
                                      <p:cBhvr>
                                        <p:cTn id="97" dur="1822" tmFilter="0,0; 0.14,0.36; 0.43,0.73; 0.71,0.91; 1.0,1.0">
                                          <p:stCondLst>
                                            <p:cond delay="0"/>
                                          </p:stCondLst>
                                        </p:cTn>
                                        <p:tgtEl>
                                          <p:spTgt spid="6">
                                            <p:txEl>
                                              <p:pRg st="1" end="1"/>
                                            </p:txEl>
                                          </p:spTgt>
                                        </p:tgtEl>
                                        <p:attrNameLst>
                                          <p:attrName>ppt_x</p:attrName>
                                        </p:attrNameLst>
                                      </p:cBhvr>
                                      <p:tavLst>
                                        <p:tav tm="0">
                                          <p:val>
                                            <p:strVal val="#ppt_x-0.25"/>
                                          </p:val>
                                        </p:tav>
                                        <p:tav tm="100000">
                                          <p:val>
                                            <p:strVal val="#ppt_x"/>
                                          </p:val>
                                        </p:tav>
                                      </p:tavLst>
                                    </p:anim>
                                    <p:anim calcmode="lin" valueType="num">
                                      <p:cBhvr>
                                        <p:cTn id="98" dur="664" tmFilter="0.0,0.0; 0.25,0.07; 0.50,0.2; 0.75,0.467; 1.0,1.0">
                                          <p:stCondLst>
                                            <p:cond delay="0"/>
                                          </p:stCondLst>
                                        </p:cTn>
                                        <p:tgtEl>
                                          <p:spTgt spid="6">
                                            <p:txEl>
                                              <p:pRg st="1" end="1"/>
                                            </p:txEl>
                                          </p:spTgt>
                                        </p:tgtEl>
                                        <p:attrNameLst>
                                          <p:attrName>ppt_y</p:attrName>
                                        </p:attrNameLst>
                                      </p:cBhvr>
                                      <p:tavLst>
                                        <p:tav tm="0" fmla="#ppt_y-sin(pi*$)/3">
                                          <p:val>
                                            <p:fltVal val="0.5"/>
                                          </p:val>
                                        </p:tav>
                                        <p:tav tm="100000">
                                          <p:val>
                                            <p:fltVal val="1"/>
                                          </p:val>
                                        </p:tav>
                                      </p:tavLst>
                                    </p:anim>
                                    <p:anim calcmode="lin" valueType="num">
                                      <p:cBhvr>
                                        <p:cTn id="99" dur="664" tmFilter="0, 0; 0.125,0.2665; 0.25,0.4; 0.375,0.465; 0.5,0.5;  0.625,0.535; 0.75,0.6; 0.875,0.7335; 1,1">
                                          <p:stCondLst>
                                            <p:cond delay="664"/>
                                          </p:stCondLst>
                                        </p:cTn>
                                        <p:tgtEl>
                                          <p:spTgt spid="6">
                                            <p:txEl>
                                              <p:pRg st="1" end="1"/>
                                            </p:txEl>
                                          </p:spTgt>
                                        </p:tgtEl>
                                        <p:attrNameLst>
                                          <p:attrName>ppt_y</p:attrName>
                                        </p:attrNameLst>
                                      </p:cBhvr>
                                      <p:tavLst>
                                        <p:tav tm="0" fmla="#ppt_y-sin(pi*$)/9">
                                          <p:val>
                                            <p:fltVal val="0"/>
                                          </p:val>
                                        </p:tav>
                                        <p:tav tm="100000">
                                          <p:val>
                                            <p:fltVal val="1"/>
                                          </p:val>
                                        </p:tav>
                                      </p:tavLst>
                                    </p:anim>
                                    <p:anim calcmode="lin" valueType="num">
                                      <p:cBhvr>
                                        <p:cTn id="100" dur="332" tmFilter="0, 0; 0.125,0.2665; 0.25,0.4; 0.375,0.465; 0.5,0.5;  0.625,0.535; 0.75,0.6; 0.875,0.7335; 1,1">
                                          <p:stCondLst>
                                            <p:cond delay="1324"/>
                                          </p:stCondLst>
                                        </p:cTn>
                                        <p:tgtEl>
                                          <p:spTgt spid="6">
                                            <p:txEl>
                                              <p:pRg st="1" end="1"/>
                                            </p:txEl>
                                          </p:spTgt>
                                        </p:tgtEl>
                                        <p:attrNameLst>
                                          <p:attrName>ppt_y</p:attrName>
                                        </p:attrNameLst>
                                      </p:cBhvr>
                                      <p:tavLst>
                                        <p:tav tm="0" fmla="#ppt_y-sin(pi*$)/27">
                                          <p:val>
                                            <p:fltVal val="0"/>
                                          </p:val>
                                        </p:tav>
                                        <p:tav tm="100000">
                                          <p:val>
                                            <p:fltVal val="1"/>
                                          </p:val>
                                        </p:tav>
                                      </p:tavLst>
                                    </p:anim>
                                    <p:anim calcmode="lin" valueType="num">
                                      <p:cBhvr>
                                        <p:cTn id="101" dur="164" tmFilter="0, 0; 0.125,0.2665; 0.25,0.4; 0.375,0.465; 0.5,0.5;  0.625,0.535; 0.75,0.6; 0.875,0.7335; 1,1">
                                          <p:stCondLst>
                                            <p:cond delay="1656"/>
                                          </p:stCondLst>
                                        </p:cTn>
                                        <p:tgtEl>
                                          <p:spTgt spid="6">
                                            <p:txEl>
                                              <p:pRg st="1" end="1"/>
                                            </p:txEl>
                                          </p:spTgt>
                                        </p:tgtEl>
                                        <p:attrNameLst>
                                          <p:attrName>ppt_y</p:attrName>
                                        </p:attrNameLst>
                                      </p:cBhvr>
                                      <p:tavLst>
                                        <p:tav tm="0" fmla="#ppt_y-sin(pi*$)/81">
                                          <p:val>
                                            <p:fltVal val="0"/>
                                          </p:val>
                                        </p:tav>
                                        <p:tav tm="100000">
                                          <p:val>
                                            <p:fltVal val="1"/>
                                          </p:val>
                                        </p:tav>
                                      </p:tavLst>
                                    </p:anim>
                                    <p:animScale>
                                      <p:cBhvr>
                                        <p:cTn id="102" dur="26">
                                          <p:stCondLst>
                                            <p:cond delay="650"/>
                                          </p:stCondLst>
                                        </p:cTn>
                                        <p:tgtEl>
                                          <p:spTgt spid="6">
                                            <p:txEl>
                                              <p:pRg st="1" end="1"/>
                                            </p:txEl>
                                          </p:spTgt>
                                        </p:tgtEl>
                                      </p:cBhvr>
                                      <p:to x="100000" y="60000"/>
                                    </p:animScale>
                                    <p:animScale>
                                      <p:cBhvr>
                                        <p:cTn id="103" dur="166" decel="50000">
                                          <p:stCondLst>
                                            <p:cond delay="676"/>
                                          </p:stCondLst>
                                        </p:cTn>
                                        <p:tgtEl>
                                          <p:spTgt spid="6">
                                            <p:txEl>
                                              <p:pRg st="1" end="1"/>
                                            </p:txEl>
                                          </p:spTgt>
                                        </p:tgtEl>
                                      </p:cBhvr>
                                      <p:to x="100000" y="100000"/>
                                    </p:animScale>
                                    <p:animScale>
                                      <p:cBhvr>
                                        <p:cTn id="104" dur="26">
                                          <p:stCondLst>
                                            <p:cond delay="1312"/>
                                          </p:stCondLst>
                                        </p:cTn>
                                        <p:tgtEl>
                                          <p:spTgt spid="6">
                                            <p:txEl>
                                              <p:pRg st="1" end="1"/>
                                            </p:txEl>
                                          </p:spTgt>
                                        </p:tgtEl>
                                      </p:cBhvr>
                                      <p:to x="100000" y="80000"/>
                                    </p:animScale>
                                    <p:animScale>
                                      <p:cBhvr>
                                        <p:cTn id="105" dur="166" decel="50000">
                                          <p:stCondLst>
                                            <p:cond delay="1338"/>
                                          </p:stCondLst>
                                        </p:cTn>
                                        <p:tgtEl>
                                          <p:spTgt spid="6">
                                            <p:txEl>
                                              <p:pRg st="1" end="1"/>
                                            </p:txEl>
                                          </p:spTgt>
                                        </p:tgtEl>
                                      </p:cBhvr>
                                      <p:to x="100000" y="100000"/>
                                    </p:animScale>
                                    <p:animScale>
                                      <p:cBhvr>
                                        <p:cTn id="106" dur="26">
                                          <p:stCondLst>
                                            <p:cond delay="1642"/>
                                          </p:stCondLst>
                                        </p:cTn>
                                        <p:tgtEl>
                                          <p:spTgt spid="6">
                                            <p:txEl>
                                              <p:pRg st="1" end="1"/>
                                            </p:txEl>
                                          </p:spTgt>
                                        </p:tgtEl>
                                      </p:cBhvr>
                                      <p:to x="100000" y="90000"/>
                                    </p:animScale>
                                    <p:animScale>
                                      <p:cBhvr>
                                        <p:cTn id="107" dur="166" decel="50000">
                                          <p:stCondLst>
                                            <p:cond delay="1668"/>
                                          </p:stCondLst>
                                        </p:cTn>
                                        <p:tgtEl>
                                          <p:spTgt spid="6">
                                            <p:txEl>
                                              <p:pRg st="1" end="1"/>
                                            </p:txEl>
                                          </p:spTgt>
                                        </p:tgtEl>
                                      </p:cBhvr>
                                      <p:to x="100000" y="100000"/>
                                    </p:animScale>
                                    <p:animScale>
                                      <p:cBhvr>
                                        <p:cTn id="108" dur="26">
                                          <p:stCondLst>
                                            <p:cond delay="1808"/>
                                          </p:stCondLst>
                                        </p:cTn>
                                        <p:tgtEl>
                                          <p:spTgt spid="6">
                                            <p:txEl>
                                              <p:pRg st="1" end="1"/>
                                            </p:txEl>
                                          </p:spTgt>
                                        </p:tgtEl>
                                      </p:cBhvr>
                                      <p:to x="100000" y="95000"/>
                                    </p:animScale>
                                    <p:animScale>
                                      <p:cBhvr>
                                        <p:cTn id="109" dur="166" decel="50000">
                                          <p:stCondLst>
                                            <p:cond delay="1834"/>
                                          </p:stCondLst>
                                        </p:cTn>
                                        <p:tgtEl>
                                          <p:spTgt spid="6">
                                            <p:txEl>
                                              <p:pRg st="1" end="1"/>
                                            </p:txEl>
                                          </p:spTgt>
                                        </p:tgtEl>
                                      </p:cBhvr>
                                      <p:to x="100000" y="100000"/>
                                    </p:animScale>
                                  </p:childTnLst>
                                </p:cTn>
                              </p:par>
                              <p:par>
                                <p:cTn id="110" presetID="26" presetClass="entr" presetSubtype="0" fill="hold" nodeType="withEffect">
                                  <p:stCondLst>
                                    <p:cond delay="0"/>
                                  </p:stCondLst>
                                  <p:childTnLst>
                                    <p:set>
                                      <p:cBhvr>
                                        <p:cTn id="111" dur="1" fill="hold">
                                          <p:stCondLst>
                                            <p:cond delay="0"/>
                                          </p:stCondLst>
                                        </p:cTn>
                                        <p:tgtEl>
                                          <p:spTgt spid="6">
                                            <p:txEl>
                                              <p:pRg st="2" end="2"/>
                                            </p:txEl>
                                          </p:spTgt>
                                        </p:tgtEl>
                                        <p:attrNameLst>
                                          <p:attrName>style.visibility</p:attrName>
                                        </p:attrNameLst>
                                      </p:cBhvr>
                                      <p:to>
                                        <p:strVal val="visible"/>
                                      </p:to>
                                    </p:set>
                                    <p:animEffect transition="in" filter="wipe(down)">
                                      <p:cBhvr>
                                        <p:cTn id="112" dur="580">
                                          <p:stCondLst>
                                            <p:cond delay="0"/>
                                          </p:stCondLst>
                                        </p:cTn>
                                        <p:tgtEl>
                                          <p:spTgt spid="6">
                                            <p:txEl>
                                              <p:pRg st="2" end="2"/>
                                            </p:txEl>
                                          </p:spTgt>
                                        </p:tgtEl>
                                      </p:cBhvr>
                                    </p:animEffect>
                                    <p:anim calcmode="lin" valueType="num">
                                      <p:cBhvr>
                                        <p:cTn id="113" dur="1822" tmFilter="0,0; 0.14,0.36; 0.43,0.73; 0.71,0.91; 1.0,1.0">
                                          <p:stCondLst>
                                            <p:cond delay="0"/>
                                          </p:stCondLst>
                                        </p:cTn>
                                        <p:tgtEl>
                                          <p:spTgt spid="6">
                                            <p:txEl>
                                              <p:pRg st="2" end="2"/>
                                            </p:txEl>
                                          </p:spTgt>
                                        </p:tgtEl>
                                        <p:attrNameLst>
                                          <p:attrName>ppt_x</p:attrName>
                                        </p:attrNameLst>
                                      </p:cBhvr>
                                      <p:tavLst>
                                        <p:tav tm="0">
                                          <p:val>
                                            <p:strVal val="#ppt_x-0.25"/>
                                          </p:val>
                                        </p:tav>
                                        <p:tav tm="100000">
                                          <p:val>
                                            <p:strVal val="#ppt_x"/>
                                          </p:val>
                                        </p:tav>
                                      </p:tavLst>
                                    </p:anim>
                                    <p:anim calcmode="lin" valueType="num">
                                      <p:cBhvr>
                                        <p:cTn id="114" dur="664" tmFilter="0.0,0.0; 0.25,0.07; 0.50,0.2; 0.75,0.467; 1.0,1.0">
                                          <p:stCondLst>
                                            <p:cond delay="0"/>
                                          </p:stCondLst>
                                        </p:cTn>
                                        <p:tgtEl>
                                          <p:spTgt spid="6">
                                            <p:txEl>
                                              <p:pRg st="2" end="2"/>
                                            </p:txEl>
                                          </p:spTgt>
                                        </p:tgtEl>
                                        <p:attrNameLst>
                                          <p:attrName>ppt_y</p:attrName>
                                        </p:attrNameLst>
                                      </p:cBhvr>
                                      <p:tavLst>
                                        <p:tav tm="0" fmla="#ppt_y-sin(pi*$)/3">
                                          <p:val>
                                            <p:fltVal val="0.5"/>
                                          </p:val>
                                        </p:tav>
                                        <p:tav tm="100000">
                                          <p:val>
                                            <p:fltVal val="1"/>
                                          </p:val>
                                        </p:tav>
                                      </p:tavLst>
                                    </p:anim>
                                    <p:anim calcmode="lin" valueType="num">
                                      <p:cBhvr>
                                        <p:cTn id="115" dur="664" tmFilter="0, 0; 0.125,0.2665; 0.25,0.4; 0.375,0.465; 0.5,0.5;  0.625,0.535; 0.75,0.6; 0.875,0.7335; 1,1">
                                          <p:stCondLst>
                                            <p:cond delay="664"/>
                                          </p:stCondLst>
                                        </p:cTn>
                                        <p:tgtEl>
                                          <p:spTgt spid="6">
                                            <p:txEl>
                                              <p:pRg st="2" end="2"/>
                                            </p:txEl>
                                          </p:spTgt>
                                        </p:tgtEl>
                                        <p:attrNameLst>
                                          <p:attrName>ppt_y</p:attrName>
                                        </p:attrNameLst>
                                      </p:cBhvr>
                                      <p:tavLst>
                                        <p:tav tm="0" fmla="#ppt_y-sin(pi*$)/9">
                                          <p:val>
                                            <p:fltVal val="0"/>
                                          </p:val>
                                        </p:tav>
                                        <p:tav tm="100000">
                                          <p:val>
                                            <p:fltVal val="1"/>
                                          </p:val>
                                        </p:tav>
                                      </p:tavLst>
                                    </p:anim>
                                    <p:anim calcmode="lin" valueType="num">
                                      <p:cBhvr>
                                        <p:cTn id="116" dur="332" tmFilter="0, 0; 0.125,0.2665; 0.25,0.4; 0.375,0.465; 0.5,0.5;  0.625,0.535; 0.75,0.6; 0.875,0.7335; 1,1">
                                          <p:stCondLst>
                                            <p:cond delay="1324"/>
                                          </p:stCondLst>
                                        </p:cTn>
                                        <p:tgtEl>
                                          <p:spTgt spid="6">
                                            <p:txEl>
                                              <p:pRg st="2" end="2"/>
                                            </p:txEl>
                                          </p:spTgt>
                                        </p:tgtEl>
                                        <p:attrNameLst>
                                          <p:attrName>ppt_y</p:attrName>
                                        </p:attrNameLst>
                                      </p:cBhvr>
                                      <p:tavLst>
                                        <p:tav tm="0" fmla="#ppt_y-sin(pi*$)/27">
                                          <p:val>
                                            <p:fltVal val="0"/>
                                          </p:val>
                                        </p:tav>
                                        <p:tav tm="100000">
                                          <p:val>
                                            <p:fltVal val="1"/>
                                          </p:val>
                                        </p:tav>
                                      </p:tavLst>
                                    </p:anim>
                                    <p:anim calcmode="lin" valueType="num">
                                      <p:cBhvr>
                                        <p:cTn id="117" dur="164" tmFilter="0, 0; 0.125,0.2665; 0.25,0.4; 0.375,0.465; 0.5,0.5;  0.625,0.535; 0.75,0.6; 0.875,0.7335; 1,1">
                                          <p:stCondLst>
                                            <p:cond delay="1656"/>
                                          </p:stCondLst>
                                        </p:cTn>
                                        <p:tgtEl>
                                          <p:spTgt spid="6">
                                            <p:txEl>
                                              <p:pRg st="2" end="2"/>
                                            </p:txEl>
                                          </p:spTgt>
                                        </p:tgtEl>
                                        <p:attrNameLst>
                                          <p:attrName>ppt_y</p:attrName>
                                        </p:attrNameLst>
                                      </p:cBhvr>
                                      <p:tavLst>
                                        <p:tav tm="0" fmla="#ppt_y-sin(pi*$)/81">
                                          <p:val>
                                            <p:fltVal val="0"/>
                                          </p:val>
                                        </p:tav>
                                        <p:tav tm="100000">
                                          <p:val>
                                            <p:fltVal val="1"/>
                                          </p:val>
                                        </p:tav>
                                      </p:tavLst>
                                    </p:anim>
                                    <p:animScale>
                                      <p:cBhvr>
                                        <p:cTn id="118" dur="26">
                                          <p:stCondLst>
                                            <p:cond delay="650"/>
                                          </p:stCondLst>
                                        </p:cTn>
                                        <p:tgtEl>
                                          <p:spTgt spid="6">
                                            <p:txEl>
                                              <p:pRg st="2" end="2"/>
                                            </p:txEl>
                                          </p:spTgt>
                                        </p:tgtEl>
                                      </p:cBhvr>
                                      <p:to x="100000" y="60000"/>
                                    </p:animScale>
                                    <p:animScale>
                                      <p:cBhvr>
                                        <p:cTn id="119" dur="166" decel="50000">
                                          <p:stCondLst>
                                            <p:cond delay="676"/>
                                          </p:stCondLst>
                                        </p:cTn>
                                        <p:tgtEl>
                                          <p:spTgt spid="6">
                                            <p:txEl>
                                              <p:pRg st="2" end="2"/>
                                            </p:txEl>
                                          </p:spTgt>
                                        </p:tgtEl>
                                      </p:cBhvr>
                                      <p:to x="100000" y="100000"/>
                                    </p:animScale>
                                    <p:animScale>
                                      <p:cBhvr>
                                        <p:cTn id="120" dur="26">
                                          <p:stCondLst>
                                            <p:cond delay="1312"/>
                                          </p:stCondLst>
                                        </p:cTn>
                                        <p:tgtEl>
                                          <p:spTgt spid="6">
                                            <p:txEl>
                                              <p:pRg st="2" end="2"/>
                                            </p:txEl>
                                          </p:spTgt>
                                        </p:tgtEl>
                                      </p:cBhvr>
                                      <p:to x="100000" y="80000"/>
                                    </p:animScale>
                                    <p:animScale>
                                      <p:cBhvr>
                                        <p:cTn id="121" dur="166" decel="50000">
                                          <p:stCondLst>
                                            <p:cond delay="1338"/>
                                          </p:stCondLst>
                                        </p:cTn>
                                        <p:tgtEl>
                                          <p:spTgt spid="6">
                                            <p:txEl>
                                              <p:pRg st="2" end="2"/>
                                            </p:txEl>
                                          </p:spTgt>
                                        </p:tgtEl>
                                      </p:cBhvr>
                                      <p:to x="100000" y="100000"/>
                                    </p:animScale>
                                    <p:animScale>
                                      <p:cBhvr>
                                        <p:cTn id="122" dur="26">
                                          <p:stCondLst>
                                            <p:cond delay="1642"/>
                                          </p:stCondLst>
                                        </p:cTn>
                                        <p:tgtEl>
                                          <p:spTgt spid="6">
                                            <p:txEl>
                                              <p:pRg st="2" end="2"/>
                                            </p:txEl>
                                          </p:spTgt>
                                        </p:tgtEl>
                                      </p:cBhvr>
                                      <p:to x="100000" y="90000"/>
                                    </p:animScale>
                                    <p:animScale>
                                      <p:cBhvr>
                                        <p:cTn id="123" dur="166" decel="50000">
                                          <p:stCondLst>
                                            <p:cond delay="1668"/>
                                          </p:stCondLst>
                                        </p:cTn>
                                        <p:tgtEl>
                                          <p:spTgt spid="6">
                                            <p:txEl>
                                              <p:pRg st="2" end="2"/>
                                            </p:txEl>
                                          </p:spTgt>
                                        </p:tgtEl>
                                      </p:cBhvr>
                                      <p:to x="100000" y="100000"/>
                                    </p:animScale>
                                    <p:animScale>
                                      <p:cBhvr>
                                        <p:cTn id="124" dur="26">
                                          <p:stCondLst>
                                            <p:cond delay="1808"/>
                                          </p:stCondLst>
                                        </p:cTn>
                                        <p:tgtEl>
                                          <p:spTgt spid="6">
                                            <p:txEl>
                                              <p:pRg st="2" end="2"/>
                                            </p:txEl>
                                          </p:spTgt>
                                        </p:tgtEl>
                                      </p:cBhvr>
                                      <p:to x="100000" y="95000"/>
                                    </p:animScale>
                                    <p:animScale>
                                      <p:cBhvr>
                                        <p:cTn id="125" dur="166" decel="50000">
                                          <p:stCondLst>
                                            <p:cond delay="1834"/>
                                          </p:stCondLst>
                                        </p:cTn>
                                        <p:tgtEl>
                                          <p:spTgt spid="6">
                                            <p:txEl>
                                              <p:pRg st="2" end="2"/>
                                            </p:txEl>
                                          </p:spTgt>
                                        </p:tgtEl>
                                      </p:cBhvr>
                                      <p:to x="100000" y="100000"/>
                                    </p:animScale>
                                  </p:childTnLst>
                                </p:cTn>
                              </p:par>
                              <p:par>
                                <p:cTn id="126" presetID="26" presetClass="entr" presetSubtype="0" fill="hold" nodeType="withEffect">
                                  <p:stCondLst>
                                    <p:cond delay="0"/>
                                  </p:stCondLst>
                                  <p:childTnLst>
                                    <p:set>
                                      <p:cBhvr>
                                        <p:cTn id="127" dur="1" fill="hold">
                                          <p:stCondLst>
                                            <p:cond delay="0"/>
                                          </p:stCondLst>
                                        </p:cTn>
                                        <p:tgtEl>
                                          <p:spTgt spid="6">
                                            <p:txEl>
                                              <p:pRg st="3" end="3"/>
                                            </p:txEl>
                                          </p:spTgt>
                                        </p:tgtEl>
                                        <p:attrNameLst>
                                          <p:attrName>style.visibility</p:attrName>
                                        </p:attrNameLst>
                                      </p:cBhvr>
                                      <p:to>
                                        <p:strVal val="visible"/>
                                      </p:to>
                                    </p:set>
                                    <p:animEffect transition="in" filter="wipe(down)">
                                      <p:cBhvr>
                                        <p:cTn id="128" dur="580">
                                          <p:stCondLst>
                                            <p:cond delay="0"/>
                                          </p:stCondLst>
                                        </p:cTn>
                                        <p:tgtEl>
                                          <p:spTgt spid="6">
                                            <p:txEl>
                                              <p:pRg st="3" end="3"/>
                                            </p:txEl>
                                          </p:spTgt>
                                        </p:tgtEl>
                                      </p:cBhvr>
                                    </p:animEffect>
                                    <p:anim calcmode="lin" valueType="num">
                                      <p:cBhvr>
                                        <p:cTn id="129" dur="1822" tmFilter="0,0; 0.14,0.36; 0.43,0.73; 0.71,0.91; 1.0,1.0">
                                          <p:stCondLst>
                                            <p:cond delay="0"/>
                                          </p:stCondLst>
                                        </p:cTn>
                                        <p:tgtEl>
                                          <p:spTgt spid="6">
                                            <p:txEl>
                                              <p:pRg st="3" end="3"/>
                                            </p:txEl>
                                          </p:spTgt>
                                        </p:tgtEl>
                                        <p:attrNameLst>
                                          <p:attrName>ppt_x</p:attrName>
                                        </p:attrNameLst>
                                      </p:cBhvr>
                                      <p:tavLst>
                                        <p:tav tm="0">
                                          <p:val>
                                            <p:strVal val="#ppt_x-0.25"/>
                                          </p:val>
                                        </p:tav>
                                        <p:tav tm="100000">
                                          <p:val>
                                            <p:strVal val="#ppt_x"/>
                                          </p:val>
                                        </p:tav>
                                      </p:tavLst>
                                    </p:anim>
                                    <p:anim calcmode="lin" valueType="num">
                                      <p:cBhvr>
                                        <p:cTn id="130" dur="664" tmFilter="0.0,0.0; 0.25,0.07; 0.50,0.2; 0.75,0.467; 1.0,1.0">
                                          <p:stCondLst>
                                            <p:cond delay="0"/>
                                          </p:stCondLst>
                                        </p:cTn>
                                        <p:tgtEl>
                                          <p:spTgt spid="6">
                                            <p:txEl>
                                              <p:pRg st="3" end="3"/>
                                            </p:txEl>
                                          </p:spTgt>
                                        </p:tgtEl>
                                        <p:attrNameLst>
                                          <p:attrName>ppt_y</p:attrName>
                                        </p:attrNameLst>
                                      </p:cBhvr>
                                      <p:tavLst>
                                        <p:tav tm="0" fmla="#ppt_y-sin(pi*$)/3">
                                          <p:val>
                                            <p:fltVal val="0.5"/>
                                          </p:val>
                                        </p:tav>
                                        <p:tav tm="100000">
                                          <p:val>
                                            <p:fltVal val="1"/>
                                          </p:val>
                                        </p:tav>
                                      </p:tavLst>
                                    </p:anim>
                                    <p:anim calcmode="lin" valueType="num">
                                      <p:cBhvr>
                                        <p:cTn id="131" dur="664" tmFilter="0, 0; 0.125,0.2665; 0.25,0.4; 0.375,0.465; 0.5,0.5;  0.625,0.535; 0.75,0.6; 0.875,0.7335; 1,1">
                                          <p:stCondLst>
                                            <p:cond delay="664"/>
                                          </p:stCondLst>
                                        </p:cTn>
                                        <p:tgtEl>
                                          <p:spTgt spid="6">
                                            <p:txEl>
                                              <p:pRg st="3" end="3"/>
                                            </p:txEl>
                                          </p:spTgt>
                                        </p:tgtEl>
                                        <p:attrNameLst>
                                          <p:attrName>ppt_y</p:attrName>
                                        </p:attrNameLst>
                                      </p:cBhvr>
                                      <p:tavLst>
                                        <p:tav tm="0" fmla="#ppt_y-sin(pi*$)/9">
                                          <p:val>
                                            <p:fltVal val="0"/>
                                          </p:val>
                                        </p:tav>
                                        <p:tav tm="100000">
                                          <p:val>
                                            <p:fltVal val="1"/>
                                          </p:val>
                                        </p:tav>
                                      </p:tavLst>
                                    </p:anim>
                                    <p:anim calcmode="lin" valueType="num">
                                      <p:cBhvr>
                                        <p:cTn id="132" dur="332" tmFilter="0, 0; 0.125,0.2665; 0.25,0.4; 0.375,0.465; 0.5,0.5;  0.625,0.535; 0.75,0.6; 0.875,0.7335; 1,1">
                                          <p:stCondLst>
                                            <p:cond delay="1324"/>
                                          </p:stCondLst>
                                        </p:cTn>
                                        <p:tgtEl>
                                          <p:spTgt spid="6">
                                            <p:txEl>
                                              <p:pRg st="3" end="3"/>
                                            </p:txEl>
                                          </p:spTgt>
                                        </p:tgtEl>
                                        <p:attrNameLst>
                                          <p:attrName>ppt_y</p:attrName>
                                        </p:attrNameLst>
                                      </p:cBhvr>
                                      <p:tavLst>
                                        <p:tav tm="0" fmla="#ppt_y-sin(pi*$)/27">
                                          <p:val>
                                            <p:fltVal val="0"/>
                                          </p:val>
                                        </p:tav>
                                        <p:tav tm="100000">
                                          <p:val>
                                            <p:fltVal val="1"/>
                                          </p:val>
                                        </p:tav>
                                      </p:tavLst>
                                    </p:anim>
                                    <p:anim calcmode="lin" valueType="num">
                                      <p:cBhvr>
                                        <p:cTn id="133" dur="164" tmFilter="0, 0; 0.125,0.2665; 0.25,0.4; 0.375,0.465; 0.5,0.5;  0.625,0.535; 0.75,0.6; 0.875,0.7335; 1,1">
                                          <p:stCondLst>
                                            <p:cond delay="1656"/>
                                          </p:stCondLst>
                                        </p:cTn>
                                        <p:tgtEl>
                                          <p:spTgt spid="6">
                                            <p:txEl>
                                              <p:pRg st="3" end="3"/>
                                            </p:txEl>
                                          </p:spTgt>
                                        </p:tgtEl>
                                        <p:attrNameLst>
                                          <p:attrName>ppt_y</p:attrName>
                                        </p:attrNameLst>
                                      </p:cBhvr>
                                      <p:tavLst>
                                        <p:tav tm="0" fmla="#ppt_y-sin(pi*$)/81">
                                          <p:val>
                                            <p:fltVal val="0"/>
                                          </p:val>
                                        </p:tav>
                                        <p:tav tm="100000">
                                          <p:val>
                                            <p:fltVal val="1"/>
                                          </p:val>
                                        </p:tav>
                                      </p:tavLst>
                                    </p:anim>
                                    <p:animScale>
                                      <p:cBhvr>
                                        <p:cTn id="134" dur="26">
                                          <p:stCondLst>
                                            <p:cond delay="650"/>
                                          </p:stCondLst>
                                        </p:cTn>
                                        <p:tgtEl>
                                          <p:spTgt spid="6">
                                            <p:txEl>
                                              <p:pRg st="3" end="3"/>
                                            </p:txEl>
                                          </p:spTgt>
                                        </p:tgtEl>
                                      </p:cBhvr>
                                      <p:to x="100000" y="60000"/>
                                    </p:animScale>
                                    <p:animScale>
                                      <p:cBhvr>
                                        <p:cTn id="135" dur="166" decel="50000">
                                          <p:stCondLst>
                                            <p:cond delay="676"/>
                                          </p:stCondLst>
                                        </p:cTn>
                                        <p:tgtEl>
                                          <p:spTgt spid="6">
                                            <p:txEl>
                                              <p:pRg st="3" end="3"/>
                                            </p:txEl>
                                          </p:spTgt>
                                        </p:tgtEl>
                                      </p:cBhvr>
                                      <p:to x="100000" y="100000"/>
                                    </p:animScale>
                                    <p:animScale>
                                      <p:cBhvr>
                                        <p:cTn id="136" dur="26">
                                          <p:stCondLst>
                                            <p:cond delay="1312"/>
                                          </p:stCondLst>
                                        </p:cTn>
                                        <p:tgtEl>
                                          <p:spTgt spid="6">
                                            <p:txEl>
                                              <p:pRg st="3" end="3"/>
                                            </p:txEl>
                                          </p:spTgt>
                                        </p:tgtEl>
                                      </p:cBhvr>
                                      <p:to x="100000" y="80000"/>
                                    </p:animScale>
                                    <p:animScale>
                                      <p:cBhvr>
                                        <p:cTn id="137" dur="166" decel="50000">
                                          <p:stCondLst>
                                            <p:cond delay="1338"/>
                                          </p:stCondLst>
                                        </p:cTn>
                                        <p:tgtEl>
                                          <p:spTgt spid="6">
                                            <p:txEl>
                                              <p:pRg st="3" end="3"/>
                                            </p:txEl>
                                          </p:spTgt>
                                        </p:tgtEl>
                                      </p:cBhvr>
                                      <p:to x="100000" y="100000"/>
                                    </p:animScale>
                                    <p:animScale>
                                      <p:cBhvr>
                                        <p:cTn id="138" dur="26">
                                          <p:stCondLst>
                                            <p:cond delay="1642"/>
                                          </p:stCondLst>
                                        </p:cTn>
                                        <p:tgtEl>
                                          <p:spTgt spid="6">
                                            <p:txEl>
                                              <p:pRg st="3" end="3"/>
                                            </p:txEl>
                                          </p:spTgt>
                                        </p:tgtEl>
                                      </p:cBhvr>
                                      <p:to x="100000" y="90000"/>
                                    </p:animScale>
                                    <p:animScale>
                                      <p:cBhvr>
                                        <p:cTn id="139" dur="166" decel="50000">
                                          <p:stCondLst>
                                            <p:cond delay="1668"/>
                                          </p:stCondLst>
                                        </p:cTn>
                                        <p:tgtEl>
                                          <p:spTgt spid="6">
                                            <p:txEl>
                                              <p:pRg st="3" end="3"/>
                                            </p:txEl>
                                          </p:spTgt>
                                        </p:tgtEl>
                                      </p:cBhvr>
                                      <p:to x="100000" y="100000"/>
                                    </p:animScale>
                                    <p:animScale>
                                      <p:cBhvr>
                                        <p:cTn id="140" dur="26">
                                          <p:stCondLst>
                                            <p:cond delay="1808"/>
                                          </p:stCondLst>
                                        </p:cTn>
                                        <p:tgtEl>
                                          <p:spTgt spid="6">
                                            <p:txEl>
                                              <p:pRg st="3" end="3"/>
                                            </p:txEl>
                                          </p:spTgt>
                                        </p:tgtEl>
                                      </p:cBhvr>
                                      <p:to x="100000" y="95000"/>
                                    </p:animScale>
                                    <p:animScale>
                                      <p:cBhvr>
                                        <p:cTn id="141" dur="166" decel="50000">
                                          <p:stCondLst>
                                            <p:cond delay="1834"/>
                                          </p:stCondLst>
                                        </p:cTn>
                                        <p:tgtEl>
                                          <p:spTgt spid="6">
                                            <p:txEl>
                                              <p:pRg st="3" end="3"/>
                                            </p:txEl>
                                          </p:spTgt>
                                        </p:tgtEl>
                                      </p:cBhvr>
                                      <p:to x="100000" y="100000"/>
                                    </p:animScale>
                                  </p:childTnLst>
                                </p:cTn>
                              </p:par>
                              <p:par>
                                <p:cTn id="142" presetID="26" presetClass="entr" presetSubtype="0" fill="hold" nodeType="withEffect">
                                  <p:stCondLst>
                                    <p:cond delay="0"/>
                                  </p:stCondLst>
                                  <p:childTnLst>
                                    <p:set>
                                      <p:cBhvr>
                                        <p:cTn id="143" dur="1" fill="hold">
                                          <p:stCondLst>
                                            <p:cond delay="0"/>
                                          </p:stCondLst>
                                        </p:cTn>
                                        <p:tgtEl>
                                          <p:spTgt spid="6">
                                            <p:txEl>
                                              <p:pRg st="4" end="4"/>
                                            </p:txEl>
                                          </p:spTgt>
                                        </p:tgtEl>
                                        <p:attrNameLst>
                                          <p:attrName>style.visibility</p:attrName>
                                        </p:attrNameLst>
                                      </p:cBhvr>
                                      <p:to>
                                        <p:strVal val="visible"/>
                                      </p:to>
                                    </p:set>
                                    <p:animEffect transition="in" filter="wipe(down)">
                                      <p:cBhvr>
                                        <p:cTn id="144" dur="580">
                                          <p:stCondLst>
                                            <p:cond delay="0"/>
                                          </p:stCondLst>
                                        </p:cTn>
                                        <p:tgtEl>
                                          <p:spTgt spid="6">
                                            <p:txEl>
                                              <p:pRg st="4" end="4"/>
                                            </p:txEl>
                                          </p:spTgt>
                                        </p:tgtEl>
                                      </p:cBhvr>
                                    </p:animEffect>
                                    <p:anim calcmode="lin" valueType="num">
                                      <p:cBhvr>
                                        <p:cTn id="145" dur="1822" tmFilter="0,0; 0.14,0.36; 0.43,0.73; 0.71,0.91; 1.0,1.0">
                                          <p:stCondLst>
                                            <p:cond delay="0"/>
                                          </p:stCondLst>
                                        </p:cTn>
                                        <p:tgtEl>
                                          <p:spTgt spid="6">
                                            <p:txEl>
                                              <p:pRg st="4" end="4"/>
                                            </p:txEl>
                                          </p:spTgt>
                                        </p:tgtEl>
                                        <p:attrNameLst>
                                          <p:attrName>ppt_x</p:attrName>
                                        </p:attrNameLst>
                                      </p:cBhvr>
                                      <p:tavLst>
                                        <p:tav tm="0">
                                          <p:val>
                                            <p:strVal val="#ppt_x-0.25"/>
                                          </p:val>
                                        </p:tav>
                                        <p:tav tm="100000">
                                          <p:val>
                                            <p:strVal val="#ppt_x"/>
                                          </p:val>
                                        </p:tav>
                                      </p:tavLst>
                                    </p:anim>
                                    <p:anim calcmode="lin" valueType="num">
                                      <p:cBhvr>
                                        <p:cTn id="146" dur="664" tmFilter="0.0,0.0; 0.25,0.07; 0.50,0.2; 0.75,0.467; 1.0,1.0">
                                          <p:stCondLst>
                                            <p:cond delay="0"/>
                                          </p:stCondLst>
                                        </p:cTn>
                                        <p:tgtEl>
                                          <p:spTgt spid="6">
                                            <p:txEl>
                                              <p:pRg st="4" end="4"/>
                                            </p:txEl>
                                          </p:spTgt>
                                        </p:tgtEl>
                                        <p:attrNameLst>
                                          <p:attrName>ppt_y</p:attrName>
                                        </p:attrNameLst>
                                      </p:cBhvr>
                                      <p:tavLst>
                                        <p:tav tm="0" fmla="#ppt_y-sin(pi*$)/3">
                                          <p:val>
                                            <p:fltVal val="0.5"/>
                                          </p:val>
                                        </p:tav>
                                        <p:tav tm="100000">
                                          <p:val>
                                            <p:fltVal val="1"/>
                                          </p:val>
                                        </p:tav>
                                      </p:tavLst>
                                    </p:anim>
                                    <p:anim calcmode="lin" valueType="num">
                                      <p:cBhvr>
                                        <p:cTn id="147" dur="664" tmFilter="0, 0; 0.125,0.2665; 0.25,0.4; 0.375,0.465; 0.5,0.5;  0.625,0.535; 0.75,0.6; 0.875,0.7335; 1,1">
                                          <p:stCondLst>
                                            <p:cond delay="664"/>
                                          </p:stCondLst>
                                        </p:cTn>
                                        <p:tgtEl>
                                          <p:spTgt spid="6">
                                            <p:txEl>
                                              <p:pRg st="4" end="4"/>
                                            </p:txEl>
                                          </p:spTgt>
                                        </p:tgtEl>
                                        <p:attrNameLst>
                                          <p:attrName>ppt_y</p:attrName>
                                        </p:attrNameLst>
                                      </p:cBhvr>
                                      <p:tavLst>
                                        <p:tav tm="0" fmla="#ppt_y-sin(pi*$)/9">
                                          <p:val>
                                            <p:fltVal val="0"/>
                                          </p:val>
                                        </p:tav>
                                        <p:tav tm="100000">
                                          <p:val>
                                            <p:fltVal val="1"/>
                                          </p:val>
                                        </p:tav>
                                      </p:tavLst>
                                    </p:anim>
                                    <p:anim calcmode="lin" valueType="num">
                                      <p:cBhvr>
                                        <p:cTn id="148" dur="332" tmFilter="0, 0; 0.125,0.2665; 0.25,0.4; 0.375,0.465; 0.5,0.5;  0.625,0.535; 0.75,0.6; 0.875,0.7335; 1,1">
                                          <p:stCondLst>
                                            <p:cond delay="1324"/>
                                          </p:stCondLst>
                                        </p:cTn>
                                        <p:tgtEl>
                                          <p:spTgt spid="6">
                                            <p:txEl>
                                              <p:pRg st="4" end="4"/>
                                            </p:txEl>
                                          </p:spTgt>
                                        </p:tgtEl>
                                        <p:attrNameLst>
                                          <p:attrName>ppt_y</p:attrName>
                                        </p:attrNameLst>
                                      </p:cBhvr>
                                      <p:tavLst>
                                        <p:tav tm="0" fmla="#ppt_y-sin(pi*$)/27">
                                          <p:val>
                                            <p:fltVal val="0"/>
                                          </p:val>
                                        </p:tav>
                                        <p:tav tm="100000">
                                          <p:val>
                                            <p:fltVal val="1"/>
                                          </p:val>
                                        </p:tav>
                                      </p:tavLst>
                                    </p:anim>
                                    <p:anim calcmode="lin" valueType="num">
                                      <p:cBhvr>
                                        <p:cTn id="149" dur="164" tmFilter="0, 0; 0.125,0.2665; 0.25,0.4; 0.375,0.465; 0.5,0.5;  0.625,0.535; 0.75,0.6; 0.875,0.7335; 1,1">
                                          <p:stCondLst>
                                            <p:cond delay="1656"/>
                                          </p:stCondLst>
                                        </p:cTn>
                                        <p:tgtEl>
                                          <p:spTgt spid="6">
                                            <p:txEl>
                                              <p:pRg st="4" end="4"/>
                                            </p:txEl>
                                          </p:spTgt>
                                        </p:tgtEl>
                                        <p:attrNameLst>
                                          <p:attrName>ppt_y</p:attrName>
                                        </p:attrNameLst>
                                      </p:cBhvr>
                                      <p:tavLst>
                                        <p:tav tm="0" fmla="#ppt_y-sin(pi*$)/81">
                                          <p:val>
                                            <p:fltVal val="0"/>
                                          </p:val>
                                        </p:tav>
                                        <p:tav tm="100000">
                                          <p:val>
                                            <p:fltVal val="1"/>
                                          </p:val>
                                        </p:tav>
                                      </p:tavLst>
                                    </p:anim>
                                    <p:animScale>
                                      <p:cBhvr>
                                        <p:cTn id="150" dur="26">
                                          <p:stCondLst>
                                            <p:cond delay="650"/>
                                          </p:stCondLst>
                                        </p:cTn>
                                        <p:tgtEl>
                                          <p:spTgt spid="6">
                                            <p:txEl>
                                              <p:pRg st="4" end="4"/>
                                            </p:txEl>
                                          </p:spTgt>
                                        </p:tgtEl>
                                      </p:cBhvr>
                                      <p:to x="100000" y="60000"/>
                                    </p:animScale>
                                    <p:animScale>
                                      <p:cBhvr>
                                        <p:cTn id="151" dur="166" decel="50000">
                                          <p:stCondLst>
                                            <p:cond delay="676"/>
                                          </p:stCondLst>
                                        </p:cTn>
                                        <p:tgtEl>
                                          <p:spTgt spid="6">
                                            <p:txEl>
                                              <p:pRg st="4" end="4"/>
                                            </p:txEl>
                                          </p:spTgt>
                                        </p:tgtEl>
                                      </p:cBhvr>
                                      <p:to x="100000" y="100000"/>
                                    </p:animScale>
                                    <p:animScale>
                                      <p:cBhvr>
                                        <p:cTn id="152" dur="26">
                                          <p:stCondLst>
                                            <p:cond delay="1312"/>
                                          </p:stCondLst>
                                        </p:cTn>
                                        <p:tgtEl>
                                          <p:spTgt spid="6">
                                            <p:txEl>
                                              <p:pRg st="4" end="4"/>
                                            </p:txEl>
                                          </p:spTgt>
                                        </p:tgtEl>
                                      </p:cBhvr>
                                      <p:to x="100000" y="80000"/>
                                    </p:animScale>
                                    <p:animScale>
                                      <p:cBhvr>
                                        <p:cTn id="153" dur="166" decel="50000">
                                          <p:stCondLst>
                                            <p:cond delay="1338"/>
                                          </p:stCondLst>
                                        </p:cTn>
                                        <p:tgtEl>
                                          <p:spTgt spid="6">
                                            <p:txEl>
                                              <p:pRg st="4" end="4"/>
                                            </p:txEl>
                                          </p:spTgt>
                                        </p:tgtEl>
                                      </p:cBhvr>
                                      <p:to x="100000" y="100000"/>
                                    </p:animScale>
                                    <p:animScale>
                                      <p:cBhvr>
                                        <p:cTn id="154" dur="26">
                                          <p:stCondLst>
                                            <p:cond delay="1642"/>
                                          </p:stCondLst>
                                        </p:cTn>
                                        <p:tgtEl>
                                          <p:spTgt spid="6">
                                            <p:txEl>
                                              <p:pRg st="4" end="4"/>
                                            </p:txEl>
                                          </p:spTgt>
                                        </p:tgtEl>
                                      </p:cBhvr>
                                      <p:to x="100000" y="90000"/>
                                    </p:animScale>
                                    <p:animScale>
                                      <p:cBhvr>
                                        <p:cTn id="155" dur="166" decel="50000">
                                          <p:stCondLst>
                                            <p:cond delay="1668"/>
                                          </p:stCondLst>
                                        </p:cTn>
                                        <p:tgtEl>
                                          <p:spTgt spid="6">
                                            <p:txEl>
                                              <p:pRg st="4" end="4"/>
                                            </p:txEl>
                                          </p:spTgt>
                                        </p:tgtEl>
                                      </p:cBhvr>
                                      <p:to x="100000" y="100000"/>
                                    </p:animScale>
                                    <p:animScale>
                                      <p:cBhvr>
                                        <p:cTn id="156" dur="26">
                                          <p:stCondLst>
                                            <p:cond delay="1808"/>
                                          </p:stCondLst>
                                        </p:cTn>
                                        <p:tgtEl>
                                          <p:spTgt spid="6">
                                            <p:txEl>
                                              <p:pRg st="4" end="4"/>
                                            </p:txEl>
                                          </p:spTgt>
                                        </p:tgtEl>
                                      </p:cBhvr>
                                      <p:to x="100000" y="95000"/>
                                    </p:animScale>
                                    <p:animScale>
                                      <p:cBhvr>
                                        <p:cTn id="157" dur="166" decel="50000">
                                          <p:stCondLst>
                                            <p:cond delay="1834"/>
                                          </p:stCondLst>
                                        </p:cTn>
                                        <p:tgtEl>
                                          <p:spTgt spid="6">
                                            <p:txEl>
                                              <p:pRg st="4" end="4"/>
                                            </p:txEl>
                                          </p:spTgt>
                                        </p:tgtEl>
                                      </p:cBhvr>
                                      <p:to x="100000" y="100000"/>
                                    </p:animScale>
                                  </p:childTnLst>
                                </p:cTn>
                              </p:par>
                              <p:par>
                                <p:cTn id="158" presetID="26" presetClass="entr" presetSubtype="0" fill="hold" nodeType="withEffect">
                                  <p:stCondLst>
                                    <p:cond delay="0"/>
                                  </p:stCondLst>
                                  <p:childTnLst>
                                    <p:set>
                                      <p:cBhvr>
                                        <p:cTn id="159" dur="1" fill="hold">
                                          <p:stCondLst>
                                            <p:cond delay="0"/>
                                          </p:stCondLst>
                                        </p:cTn>
                                        <p:tgtEl>
                                          <p:spTgt spid="6">
                                            <p:txEl>
                                              <p:pRg st="5" end="5"/>
                                            </p:txEl>
                                          </p:spTgt>
                                        </p:tgtEl>
                                        <p:attrNameLst>
                                          <p:attrName>style.visibility</p:attrName>
                                        </p:attrNameLst>
                                      </p:cBhvr>
                                      <p:to>
                                        <p:strVal val="visible"/>
                                      </p:to>
                                    </p:set>
                                    <p:animEffect transition="in" filter="wipe(down)">
                                      <p:cBhvr>
                                        <p:cTn id="160" dur="580">
                                          <p:stCondLst>
                                            <p:cond delay="0"/>
                                          </p:stCondLst>
                                        </p:cTn>
                                        <p:tgtEl>
                                          <p:spTgt spid="6">
                                            <p:txEl>
                                              <p:pRg st="5" end="5"/>
                                            </p:txEl>
                                          </p:spTgt>
                                        </p:tgtEl>
                                      </p:cBhvr>
                                    </p:animEffect>
                                    <p:anim calcmode="lin" valueType="num">
                                      <p:cBhvr>
                                        <p:cTn id="161" dur="1822" tmFilter="0,0; 0.14,0.36; 0.43,0.73; 0.71,0.91; 1.0,1.0">
                                          <p:stCondLst>
                                            <p:cond delay="0"/>
                                          </p:stCondLst>
                                        </p:cTn>
                                        <p:tgtEl>
                                          <p:spTgt spid="6">
                                            <p:txEl>
                                              <p:pRg st="5" end="5"/>
                                            </p:txEl>
                                          </p:spTgt>
                                        </p:tgtEl>
                                        <p:attrNameLst>
                                          <p:attrName>ppt_x</p:attrName>
                                        </p:attrNameLst>
                                      </p:cBhvr>
                                      <p:tavLst>
                                        <p:tav tm="0">
                                          <p:val>
                                            <p:strVal val="#ppt_x-0.25"/>
                                          </p:val>
                                        </p:tav>
                                        <p:tav tm="100000">
                                          <p:val>
                                            <p:strVal val="#ppt_x"/>
                                          </p:val>
                                        </p:tav>
                                      </p:tavLst>
                                    </p:anim>
                                    <p:anim calcmode="lin" valueType="num">
                                      <p:cBhvr>
                                        <p:cTn id="162" dur="664" tmFilter="0.0,0.0; 0.25,0.07; 0.50,0.2; 0.75,0.467; 1.0,1.0">
                                          <p:stCondLst>
                                            <p:cond delay="0"/>
                                          </p:stCondLst>
                                        </p:cTn>
                                        <p:tgtEl>
                                          <p:spTgt spid="6">
                                            <p:txEl>
                                              <p:pRg st="5" end="5"/>
                                            </p:txEl>
                                          </p:spTgt>
                                        </p:tgtEl>
                                        <p:attrNameLst>
                                          <p:attrName>ppt_y</p:attrName>
                                        </p:attrNameLst>
                                      </p:cBhvr>
                                      <p:tavLst>
                                        <p:tav tm="0" fmla="#ppt_y-sin(pi*$)/3">
                                          <p:val>
                                            <p:fltVal val="0.5"/>
                                          </p:val>
                                        </p:tav>
                                        <p:tav tm="100000">
                                          <p:val>
                                            <p:fltVal val="1"/>
                                          </p:val>
                                        </p:tav>
                                      </p:tavLst>
                                    </p:anim>
                                    <p:anim calcmode="lin" valueType="num">
                                      <p:cBhvr>
                                        <p:cTn id="163" dur="664" tmFilter="0, 0; 0.125,0.2665; 0.25,0.4; 0.375,0.465; 0.5,0.5;  0.625,0.535; 0.75,0.6; 0.875,0.7335; 1,1">
                                          <p:stCondLst>
                                            <p:cond delay="664"/>
                                          </p:stCondLst>
                                        </p:cTn>
                                        <p:tgtEl>
                                          <p:spTgt spid="6">
                                            <p:txEl>
                                              <p:pRg st="5" end="5"/>
                                            </p:txEl>
                                          </p:spTgt>
                                        </p:tgtEl>
                                        <p:attrNameLst>
                                          <p:attrName>ppt_y</p:attrName>
                                        </p:attrNameLst>
                                      </p:cBhvr>
                                      <p:tavLst>
                                        <p:tav tm="0" fmla="#ppt_y-sin(pi*$)/9">
                                          <p:val>
                                            <p:fltVal val="0"/>
                                          </p:val>
                                        </p:tav>
                                        <p:tav tm="100000">
                                          <p:val>
                                            <p:fltVal val="1"/>
                                          </p:val>
                                        </p:tav>
                                      </p:tavLst>
                                    </p:anim>
                                    <p:anim calcmode="lin" valueType="num">
                                      <p:cBhvr>
                                        <p:cTn id="164" dur="332" tmFilter="0, 0; 0.125,0.2665; 0.25,0.4; 0.375,0.465; 0.5,0.5;  0.625,0.535; 0.75,0.6; 0.875,0.7335; 1,1">
                                          <p:stCondLst>
                                            <p:cond delay="1324"/>
                                          </p:stCondLst>
                                        </p:cTn>
                                        <p:tgtEl>
                                          <p:spTgt spid="6">
                                            <p:txEl>
                                              <p:pRg st="5" end="5"/>
                                            </p:txEl>
                                          </p:spTgt>
                                        </p:tgtEl>
                                        <p:attrNameLst>
                                          <p:attrName>ppt_y</p:attrName>
                                        </p:attrNameLst>
                                      </p:cBhvr>
                                      <p:tavLst>
                                        <p:tav tm="0" fmla="#ppt_y-sin(pi*$)/27">
                                          <p:val>
                                            <p:fltVal val="0"/>
                                          </p:val>
                                        </p:tav>
                                        <p:tav tm="100000">
                                          <p:val>
                                            <p:fltVal val="1"/>
                                          </p:val>
                                        </p:tav>
                                      </p:tavLst>
                                    </p:anim>
                                    <p:anim calcmode="lin" valueType="num">
                                      <p:cBhvr>
                                        <p:cTn id="165" dur="164" tmFilter="0, 0; 0.125,0.2665; 0.25,0.4; 0.375,0.465; 0.5,0.5;  0.625,0.535; 0.75,0.6; 0.875,0.7335; 1,1">
                                          <p:stCondLst>
                                            <p:cond delay="1656"/>
                                          </p:stCondLst>
                                        </p:cTn>
                                        <p:tgtEl>
                                          <p:spTgt spid="6">
                                            <p:txEl>
                                              <p:pRg st="5" end="5"/>
                                            </p:txEl>
                                          </p:spTgt>
                                        </p:tgtEl>
                                        <p:attrNameLst>
                                          <p:attrName>ppt_y</p:attrName>
                                        </p:attrNameLst>
                                      </p:cBhvr>
                                      <p:tavLst>
                                        <p:tav tm="0" fmla="#ppt_y-sin(pi*$)/81">
                                          <p:val>
                                            <p:fltVal val="0"/>
                                          </p:val>
                                        </p:tav>
                                        <p:tav tm="100000">
                                          <p:val>
                                            <p:fltVal val="1"/>
                                          </p:val>
                                        </p:tav>
                                      </p:tavLst>
                                    </p:anim>
                                    <p:animScale>
                                      <p:cBhvr>
                                        <p:cTn id="166" dur="26">
                                          <p:stCondLst>
                                            <p:cond delay="650"/>
                                          </p:stCondLst>
                                        </p:cTn>
                                        <p:tgtEl>
                                          <p:spTgt spid="6">
                                            <p:txEl>
                                              <p:pRg st="5" end="5"/>
                                            </p:txEl>
                                          </p:spTgt>
                                        </p:tgtEl>
                                      </p:cBhvr>
                                      <p:to x="100000" y="60000"/>
                                    </p:animScale>
                                    <p:animScale>
                                      <p:cBhvr>
                                        <p:cTn id="167" dur="166" decel="50000">
                                          <p:stCondLst>
                                            <p:cond delay="676"/>
                                          </p:stCondLst>
                                        </p:cTn>
                                        <p:tgtEl>
                                          <p:spTgt spid="6">
                                            <p:txEl>
                                              <p:pRg st="5" end="5"/>
                                            </p:txEl>
                                          </p:spTgt>
                                        </p:tgtEl>
                                      </p:cBhvr>
                                      <p:to x="100000" y="100000"/>
                                    </p:animScale>
                                    <p:animScale>
                                      <p:cBhvr>
                                        <p:cTn id="168" dur="26">
                                          <p:stCondLst>
                                            <p:cond delay="1312"/>
                                          </p:stCondLst>
                                        </p:cTn>
                                        <p:tgtEl>
                                          <p:spTgt spid="6">
                                            <p:txEl>
                                              <p:pRg st="5" end="5"/>
                                            </p:txEl>
                                          </p:spTgt>
                                        </p:tgtEl>
                                      </p:cBhvr>
                                      <p:to x="100000" y="80000"/>
                                    </p:animScale>
                                    <p:animScale>
                                      <p:cBhvr>
                                        <p:cTn id="169" dur="166" decel="50000">
                                          <p:stCondLst>
                                            <p:cond delay="1338"/>
                                          </p:stCondLst>
                                        </p:cTn>
                                        <p:tgtEl>
                                          <p:spTgt spid="6">
                                            <p:txEl>
                                              <p:pRg st="5" end="5"/>
                                            </p:txEl>
                                          </p:spTgt>
                                        </p:tgtEl>
                                      </p:cBhvr>
                                      <p:to x="100000" y="100000"/>
                                    </p:animScale>
                                    <p:animScale>
                                      <p:cBhvr>
                                        <p:cTn id="170" dur="26">
                                          <p:stCondLst>
                                            <p:cond delay="1642"/>
                                          </p:stCondLst>
                                        </p:cTn>
                                        <p:tgtEl>
                                          <p:spTgt spid="6">
                                            <p:txEl>
                                              <p:pRg st="5" end="5"/>
                                            </p:txEl>
                                          </p:spTgt>
                                        </p:tgtEl>
                                      </p:cBhvr>
                                      <p:to x="100000" y="90000"/>
                                    </p:animScale>
                                    <p:animScale>
                                      <p:cBhvr>
                                        <p:cTn id="171" dur="166" decel="50000">
                                          <p:stCondLst>
                                            <p:cond delay="1668"/>
                                          </p:stCondLst>
                                        </p:cTn>
                                        <p:tgtEl>
                                          <p:spTgt spid="6">
                                            <p:txEl>
                                              <p:pRg st="5" end="5"/>
                                            </p:txEl>
                                          </p:spTgt>
                                        </p:tgtEl>
                                      </p:cBhvr>
                                      <p:to x="100000" y="100000"/>
                                    </p:animScale>
                                    <p:animScale>
                                      <p:cBhvr>
                                        <p:cTn id="172" dur="26">
                                          <p:stCondLst>
                                            <p:cond delay="1808"/>
                                          </p:stCondLst>
                                        </p:cTn>
                                        <p:tgtEl>
                                          <p:spTgt spid="6">
                                            <p:txEl>
                                              <p:pRg st="5" end="5"/>
                                            </p:txEl>
                                          </p:spTgt>
                                        </p:tgtEl>
                                      </p:cBhvr>
                                      <p:to x="100000" y="95000"/>
                                    </p:animScale>
                                    <p:animScale>
                                      <p:cBhvr>
                                        <p:cTn id="173" dur="166" decel="50000">
                                          <p:stCondLst>
                                            <p:cond delay="1834"/>
                                          </p:stCondLst>
                                        </p:cTn>
                                        <p:tgtEl>
                                          <p:spTgt spid="6">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TEST CYCLE CLOSURE</a:t>
            </a:r>
            <a:endParaRPr lang="en-ZA"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86867528"/>
              </p:ext>
            </p:extLst>
          </p:nvPr>
        </p:nvGraphicFramePr>
        <p:xfrm>
          <a:off x="721217" y="1764407"/>
          <a:ext cx="11217498" cy="4829579"/>
        </p:xfrm>
        <a:graphic>
          <a:graphicData uri="http://schemas.openxmlformats.org/drawingml/2006/table">
            <a:tbl>
              <a:tblPr firstRow="1" firstCol="1" bandRow="1">
                <a:tableStyleId>{5C22544A-7EE6-4342-B048-85BDC9FD1C3A}</a:tableStyleId>
              </a:tblPr>
              <a:tblGrid>
                <a:gridCol w="2110124"/>
                <a:gridCol w="9107374"/>
              </a:tblGrid>
              <a:tr h="278165">
                <a:tc>
                  <a:txBody>
                    <a:bodyPr/>
                    <a:lstStyle/>
                    <a:p>
                      <a:pPr>
                        <a:lnSpc>
                          <a:spcPct val="107000"/>
                        </a:lnSpc>
                        <a:spcAft>
                          <a:spcPts val="0"/>
                        </a:spcAft>
                      </a:pPr>
                      <a:r>
                        <a:rPr lang="en-US" sz="1100" dirty="0">
                          <a:effectLst/>
                        </a:rPr>
                        <a:t>BUG ID</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B#1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70727">
                <a:tc>
                  <a:txBody>
                    <a:bodyPr/>
                    <a:lstStyle/>
                    <a:p>
                      <a:pPr>
                        <a:lnSpc>
                          <a:spcPct val="107000"/>
                        </a:lnSpc>
                        <a:spcAft>
                          <a:spcPts val="0"/>
                        </a:spcAft>
                      </a:pPr>
                      <a:r>
                        <a:rPr lang="en-US" sz="1100">
                          <a:effectLst/>
                        </a:rPr>
                        <a:t>PROJECT NAME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automationpracticeTEST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70727">
                <a:tc>
                  <a:txBody>
                    <a:bodyPr/>
                    <a:lstStyle/>
                    <a:p>
                      <a:pPr>
                        <a:lnSpc>
                          <a:spcPct val="107000"/>
                        </a:lnSpc>
                        <a:spcAft>
                          <a:spcPts val="0"/>
                        </a:spcAft>
                      </a:pPr>
                      <a:r>
                        <a:rPr lang="en-US" sz="1100">
                          <a:effectLst/>
                        </a:rPr>
                        <a:t>MODULE NAME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Module 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70727">
                <a:tc>
                  <a:txBody>
                    <a:bodyPr/>
                    <a:lstStyle/>
                    <a:p>
                      <a:pPr>
                        <a:lnSpc>
                          <a:spcPct val="107000"/>
                        </a:lnSpc>
                        <a:spcAft>
                          <a:spcPts val="0"/>
                        </a:spcAft>
                      </a:pPr>
                      <a:r>
                        <a:rPr lang="en-US" sz="1100">
                          <a:effectLst/>
                        </a:rPr>
                        <a:t>LEVEL PHASE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dirty="0">
                          <a:effectLst/>
                        </a:rPr>
                        <a:t>Phase 1</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570727">
                <a:tc>
                  <a:txBody>
                    <a:bodyPr/>
                    <a:lstStyle/>
                    <a:p>
                      <a:pPr>
                        <a:lnSpc>
                          <a:spcPct val="107000"/>
                        </a:lnSpc>
                        <a:spcAft>
                          <a:spcPts val="0"/>
                        </a:spcAft>
                      </a:pPr>
                      <a:r>
                        <a:rPr lang="en-US" sz="1100">
                          <a:effectLst/>
                        </a:rPr>
                        <a:t>DEFECT TYPE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Compatibility defect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78165">
                <a:tc>
                  <a:txBody>
                    <a:bodyPr/>
                    <a:lstStyle/>
                    <a:p>
                      <a:pPr>
                        <a:lnSpc>
                          <a:spcPct val="107000"/>
                        </a:lnSpc>
                        <a:spcAft>
                          <a:spcPts val="0"/>
                        </a:spcAft>
                      </a:pPr>
                      <a:r>
                        <a:rPr lang="en-US" sz="1100">
                          <a:effectLst/>
                        </a:rPr>
                        <a:t>SEVERITY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Critical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78165">
                <a:tc>
                  <a:txBody>
                    <a:bodyPr/>
                    <a:lstStyle/>
                    <a:p>
                      <a:pPr>
                        <a:lnSpc>
                          <a:spcPct val="107000"/>
                        </a:lnSpc>
                        <a:spcAft>
                          <a:spcPts val="0"/>
                        </a:spcAft>
                      </a:pPr>
                      <a:r>
                        <a:rPr lang="en-US" sz="1100">
                          <a:effectLst/>
                        </a:rPr>
                        <a:t>PRIORITY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High</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78165">
                <a:tc>
                  <a:txBody>
                    <a:bodyPr/>
                    <a:lstStyle/>
                    <a:p>
                      <a:pPr>
                        <a:lnSpc>
                          <a:spcPct val="107000"/>
                        </a:lnSpc>
                        <a:spcAft>
                          <a:spcPts val="0"/>
                        </a:spcAft>
                      </a:pPr>
                      <a:r>
                        <a:rPr lang="en-US" sz="1100">
                          <a:effectLst/>
                        </a:rPr>
                        <a:t>SUMMERY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Browser compatibility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1155846">
                <a:tc>
                  <a:txBody>
                    <a:bodyPr/>
                    <a:lstStyle/>
                    <a:p>
                      <a:pPr>
                        <a:lnSpc>
                          <a:spcPct val="107000"/>
                        </a:lnSpc>
                        <a:spcAft>
                          <a:spcPts val="0"/>
                        </a:spcAft>
                      </a:pPr>
                      <a:r>
                        <a:rPr lang="en-US" sz="1100">
                          <a:effectLst/>
                        </a:rPr>
                        <a:t>DESCRIPTION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Browsers are all built by different companies using different code and really the only reason that your website works in most of them is because of standard practices ways in which the code is actually rendered.</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78165">
                <a:tc>
                  <a:txBody>
                    <a:bodyPr/>
                    <a:lstStyle/>
                    <a:p>
                      <a:pPr>
                        <a:lnSpc>
                          <a:spcPct val="107000"/>
                        </a:lnSpc>
                        <a:spcAft>
                          <a:spcPts val="0"/>
                        </a:spcAft>
                      </a:pPr>
                      <a:r>
                        <a:rPr lang="en-US" sz="1100">
                          <a:effectLst/>
                        </a:rPr>
                        <a:t>STATUS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dirty="0">
                          <a:effectLst/>
                        </a:rPr>
                        <a:t>closed</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43608998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1000" fill="hold"/>
                                        <p:tgtEl>
                                          <p:spTgt spid="4"/>
                                        </p:tgtEl>
                                        <p:attrNameLst>
                                          <p:attrName>ppt_w</p:attrName>
                                        </p:attrNameLst>
                                      </p:cBhvr>
                                      <p:tavLst>
                                        <p:tav tm="0">
                                          <p:val>
                                            <p:fltVal val="0"/>
                                          </p:val>
                                        </p:tav>
                                        <p:tav tm="100000">
                                          <p:val>
                                            <p:strVal val="#ppt_w"/>
                                          </p:val>
                                        </p:tav>
                                      </p:tavLst>
                                    </p:anim>
                                    <p:anim calcmode="lin" valueType="num">
                                      <p:cBhvr>
                                        <p:cTn id="15" dur="1000" fill="hold"/>
                                        <p:tgtEl>
                                          <p:spTgt spid="4"/>
                                        </p:tgtEl>
                                        <p:attrNameLst>
                                          <p:attrName>ppt_h</p:attrName>
                                        </p:attrNameLst>
                                      </p:cBhvr>
                                      <p:tavLst>
                                        <p:tav tm="0">
                                          <p:val>
                                            <p:fltVal val="0"/>
                                          </p:val>
                                        </p:tav>
                                        <p:tav tm="100000">
                                          <p:val>
                                            <p:strVal val="#ppt_h"/>
                                          </p:val>
                                        </p:tav>
                                      </p:tavLst>
                                    </p:anim>
                                    <p:anim calcmode="lin" valueType="num">
                                      <p:cBhvr>
                                        <p:cTn id="16" dur="1000" fill="hold"/>
                                        <p:tgtEl>
                                          <p:spTgt spid="4"/>
                                        </p:tgtEl>
                                        <p:attrNameLst>
                                          <p:attrName>style.rotation</p:attrName>
                                        </p:attrNameLst>
                                      </p:cBhvr>
                                      <p:tavLst>
                                        <p:tav tm="0">
                                          <p:val>
                                            <p:fltVal val="90"/>
                                          </p:val>
                                        </p:tav>
                                        <p:tav tm="100000">
                                          <p:val>
                                            <p:fltVal val="0"/>
                                          </p:val>
                                        </p:tav>
                                      </p:tavLst>
                                    </p:anim>
                                    <p:animEffect transition="in" filter="fade">
                                      <p:cBhvr>
                                        <p:cTn id="1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Responsive </a:t>
            </a:r>
            <a:r>
              <a:rPr lang="en-ZA" dirty="0"/>
              <a:t>website mistakes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27023864"/>
              </p:ext>
            </p:extLst>
          </p:nvPr>
        </p:nvGraphicFramePr>
        <p:xfrm>
          <a:off x="193182" y="1571221"/>
          <a:ext cx="11758411" cy="5087155"/>
        </p:xfrm>
        <a:graphic>
          <a:graphicData uri="http://schemas.openxmlformats.org/drawingml/2006/table">
            <a:tbl>
              <a:tblPr firstRow="1" firstCol="1" bandRow="1">
                <a:tableStyleId>{5C22544A-7EE6-4342-B048-85BDC9FD1C3A}</a:tableStyleId>
              </a:tblPr>
              <a:tblGrid>
                <a:gridCol w="2211875"/>
                <a:gridCol w="9546536"/>
              </a:tblGrid>
              <a:tr h="299526">
                <a:tc>
                  <a:txBody>
                    <a:bodyPr/>
                    <a:lstStyle/>
                    <a:p>
                      <a:pPr>
                        <a:lnSpc>
                          <a:spcPct val="107000"/>
                        </a:lnSpc>
                        <a:spcAft>
                          <a:spcPts val="0"/>
                        </a:spcAft>
                      </a:pPr>
                      <a:r>
                        <a:rPr lang="en-US" sz="1100" dirty="0">
                          <a:effectLst/>
                        </a:rPr>
                        <a:t>BUG ID</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B#2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614554">
                <a:tc>
                  <a:txBody>
                    <a:bodyPr/>
                    <a:lstStyle/>
                    <a:p>
                      <a:pPr>
                        <a:lnSpc>
                          <a:spcPct val="107000"/>
                        </a:lnSpc>
                        <a:spcAft>
                          <a:spcPts val="0"/>
                        </a:spcAft>
                      </a:pPr>
                      <a:r>
                        <a:rPr lang="en-US" sz="1100">
                          <a:effectLst/>
                        </a:rPr>
                        <a:t>PROJECT NAME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automationpracticeTEST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614554">
                <a:tc>
                  <a:txBody>
                    <a:bodyPr/>
                    <a:lstStyle/>
                    <a:p>
                      <a:pPr>
                        <a:lnSpc>
                          <a:spcPct val="107000"/>
                        </a:lnSpc>
                        <a:spcAft>
                          <a:spcPts val="0"/>
                        </a:spcAft>
                      </a:pPr>
                      <a:r>
                        <a:rPr lang="en-US" sz="1100" dirty="0">
                          <a:effectLst/>
                        </a:rPr>
                        <a:t>MODULE NAME</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Module 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614554">
                <a:tc>
                  <a:txBody>
                    <a:bodyPr/>
                    <a:lstStyle/>
                    <a:p>
                      <a:pPr>
                        <a:lnSpc>
                          <a:spcPct val="107000"/>
                        </a:lnSpc>
                        <a:spcAft>
                          <a:spcPts val="0"/>
                        </a:spcAft>
                      </a:pPr>
                      <a:r>
                        <a:rPr lang="en-US" sz="1100">
                          <a:effectLst/>
                        </a:rPr>
                        <a:t>LEVEL PHASE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Phase 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614554">
                <a:tc>
                  <a:txBody>
                    <a:bodyPr/>
                    <a:lstStyle/>
                    <a:p>
                      <a:pPr>
                        <a:lnSpc>
                          <a:spcPct val="107000"/>
                        </a:lnSpc>
                        <a:spcAft>
                          <a:spcPts val="0"/>
                        </a:spcAft>
                      </a:pPr>
                      <a:r>
                        <a:rPr lang="en-US" sz="1100">
                          <a:effectLst/>
                        </a:rPr>
                        <a:t>DEFECT TYPE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Usability defect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99526">
                <a:tc>
                  <a:txBody>
                    <a:bodyPr/>
                    <a:lstStyle/>
                    <a:p>
                      <a:pPr>
                        <a:lnSpc>
                          <a:spcPct val="107000"/>
                        </a:lnSpc>
                        <a:spcAft>
                          <a:spcPts val="0"/>
                        </a:spcAft>
                      </a:pPr>
                      <a:r>
                        <a:rPr lang="en-US" sz="1100">
                          <a:effectLst/>
                        </a:rPr>
                        <a:t>SEVERITY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Major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99526">
                <a:tc>
                  <a:txBody>
                    <a:bodyPr/>
                    <a:lstStyle/>
                    <a:p>
                      <a:pPr>
                        <a:lnSpc>
                          <a:spcPct val="107000"/>
                        </a:lnSpc>
                        <a:spcAft>
                          <a:spcPts val="0"/>
                        </a:spcAft>
                      </a:pPr>
                      <a:r>
                        <a:rPr lang="en-US" sz="1100">
                          <a:effectLst/>
                        </a:rPr>
                        <a:t>PRIORITY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medium</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99526">
                <a:tc>
                  <a:txBody>
                    <a:bodyPr/>
                    <a:lstStyle/>
                    <a:p>
                      <a:pPr>
                        <a:lnSpc>
                          <a:spcPct val="107000"/>
                        </a:lnSpc>
                        <a:spcAft>
                          <a:spcPts val="0"/>
                        </a:spcAft>
                      </a:pPr>
                      <a:r>
                        <a:rPr lang="en-US" sz="1100">
                          <a:effectLst/>
                        </a:rPr>
                        <a:t>SUMMERY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Multiple mistakes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1131309">
                <a:tc>
                  <a:txBody>
                    <a:bodyPr/>
                    <a:lstStyle/>
                    <a:p>
                      <a:pPr>
                        <a:lnSpc>
                          <a:spcPct val="107000"/>
                        </a:lnSpc>
                        <a:spcAft>
                          <a:spcPts val="0"/>
                        </a:spcAft>
                      </a:pPr>
                      <a:r>
                        <a:rPr lang="en-US" sz="1100">
                          <a:effectLst/>
                        </a:rPr>
                        <a:t>DESCRIPTION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000">
                          <a:effectLst/>
                        </a:rPr>
                        <a:t> 40% of your traffic could view your site on a standard laptop screen size, you could easily be getting traffic from those with viewports as large as  4k resolution. If your website looks broken in these environments, it can be pretty embarrassing to discover later on.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99526">
                <a:tc>
                  <a:txBody>
                    <a:bodyPr/>
                    <a:lstStyle/>
                    <a:p>
                      <a:pPr>
                        <a:lnSpc>
                          <a:spcPct val="107000"/>
                        </a:lnSpc>
                        <a:spcAft>
                          <a:spcPts val="0"/>
                        </a:spcAft>
                      </a:pPr>
                      <a:r>
                        <a:rPr lang="en-US" sz="1100">
                          <a:effectLst/>
                        </a:rPr>
                        <a:t>STATUS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dirty="0">
                          <a:effectLst/>
                        </a:rPr>
                        <a:t>closed</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51844253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1000" fill="hold"/>
                                        <p:tgtEl>
                                          <p:spTgt spid="6"/>
                                        </p:tgtEl>
                                        <p:attrNameLst>
                                          <p:attrName>ppt_w</p:attrName>
                                        </p:attrNameLst>
                                      </p:cBhvr>
                                      <p:tavLst>
                                        <p:tav tm="0">
                                          <p:val>
                                            <p:fltVal val="0"/>
                                          </p:val>
                                        </p:tav>
                                        <p:tav tm="100000">
                                          <p:val>
                                            <p:strVal val="#ppt_w"/>
                                          </p:val>
                                        </p:tav>
                                      </p:tavLst>
                                    </p:anim>
                                    <p:anim calcmode="lin" valueType="num">
                                      <p:cBhvr>
                                        <p:cTn id="15" dur="1000" fill="hold"/>
                                        <p:tgtEl>
                                          <p:spTgt spid="6"/>
                                        </p:tgtEl>
                                        <p:attrNameLst>
                                          <p:attrName>ppt_h</p:attrName>
                                        </p:attrNameLst>
                                      </p:cBhvr>
                                      <p:tavLst>
                                        <p:tav tm="0">
                                          <p:val>
                                            <p:fltVal val="0"/>
                                          </p:val>
                                        </p:tav>
                                        <p:tav tm="100000">
                                          <p:val>
                                            <p:strVal val="#ppt_h"/>
                                          </p:val>
                                        </p:tav>
                                      </p:tavLst>
                                    </p:anim>
                                    <p:anim calcmode="lin" valueType="num">
                                      <p:cBhvr>
                                        <p:cTn id="16" dur="1000" fill="hold"/>
                                        <p:tgtEl>
                                          <p:spTgt spid="6"/>
                                        </p:tgtEl>
                                        <p:attrNameLst>
                                          <p:attrName>style.rotation</p:attrName>
                                        </p:attrNameLst>
                                      </p:cBhvr>
                                      <p:tavLst>
                                        <p:tav tm="0">
                                          <p:val>
                                            <p:fltVal val="90"/>
                                          </p:val>
                                        </p:tav>
                                        <p:tav tm="100000">
                                          <p:val>
                                            <p:fltVal val="0"/>
                                          </p:val>
                                        </p:tav>
                                      </p:tavLst>
                                    </p:anim>
                                    <p:animEffect transition="in" filter="fade">
                                      <p:cBhvr>
                                        <p:cTn id="1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Links and forms aren’t working</a:t>
            </a:r>
            <a:r>
              <a:rPr lang="en-ZA" dirty="0">
                <a:effectLst/>
              </a:rPr>
              <a:t/>
            </a:r>
            <a:br>
              <a:rPr lang="en-ZA" dirty="0">
                <a:effectLst/>
              </a:rPr>
            </a:br>
            <a:endParaRPr lang="en-ZA"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084327734"/>
              </p:ext>
            </p:extLst>
          </p:nvPr>
        </p:nvGraphicFramePr>
        <p:xfrm>
          <a:off x="309092" y="1403796"/>
          <a:ext cx="11668259" cy="5344735"/>
        </p:xfrm>
        <a:graphic>
          <a:graphicData uri="http://schemas.openxmlformats.org/drawingml/2006/table">
            <a:tbl>
              <a:tblPr firstRow="1" firstCol="1" bandRow="1">
                <a:tableStyleId>{5C22544A-7EE6-4342-B048-85BDC9FD1C3A}</a:tableStyleId>
              </a:tblPr>
              <a:tblGrid>
                <a:gridCol w="2194916"/>
                <a:gridCol w="9473343"/>
              </a:tblGrid>
              <a:tr h="350273">
                <a:tc>
                  <a:txBody>
                    <a:bodyPr/>
                    <a:lstStyle/>
                    <a:p>
                      <a:pPr>
                        <a:lnSpc>
                          <a:spcPct val="107000"/>
                        </a:lnSpc>
                        <a:spcAft>
                          <a:spcPts val="0"/>
                        </a:spcAft>
                      </a:pPr>
                      <a:r>
                        <a:rPr lang="en-US" sz="1100" dirty="0">
                          <a:effectLst/>
                        </a:rPr>
                        <a:t>BUG ID</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B#3</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718674">
                <a:tc>
                  <a:txBody>
                    <a:bodyPr/>
                    <a:lstStyle/>
                    <a:p>
                      <a:pPr>
                        <a:lnSpc>
                          <a:spcPct val="107000"/>
                        </a:lnSpc>
                        <a:spcAft>
                          <a:spcPts val="0"/>
                        </a:spcAft>
                      </a:pPr>
                      <a:r>
                        <a:rPr lang="en-US" sz="1100">
                          <a:effectLst/>
                        </a:rPr>
                        <a:t>PROJECT NAME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automationpracticeTEST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718674">
                <a:tc>
                  <a:txBody>
                    <a:bodyPr/>
                    <a:lstStyle/>
                    <a:p>
                      <a:pPr>
                        <a:lnSpc>
                          <a:spcPct val="107000"/>
                        </a:lnSpc>
                        <a:spcAft>
                          <a:spcPts val="0"/>
                        </a:spcAft>
                      </a:pPr>
                      <a:r>
                        <a:rPr lang="en-US" sz="1100">
                          <a:effectLst/>
                        </a:rPr>
                        <a:t>MODULE NAME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Module 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718674">
                <a:tc>
                  <a:txBody>
                    <a:bodyPr/>
                    <a:lstStyle/>
                    <a:p>
                      <a:pPr>
                        <a:lnSpc>
                          <a:spcPct val="107000"/>
                        </a:lnSpc>
                        <a:spcAft>
                          <a:spcPts val="0"/>
                        </a:spcAft>
                      </a:pPr>
                      <a:r>
                        <a:rPr lang="en-US" sz="1100">
                          <a:effectLst/>
                        </a:rPr>
                        <a:t>LEVEL PHASE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dirty="0">
                          <a:effectLst/>
                        </a:rPr>
                        <a:t>Phase 5</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718674">
                <a:tc>
                  <a:txBody>
                    <a:bodyPr/>
                    <a:lstStyle/>
                    <a:p>
                      <a:pPr>
                        <a:lnSpc>
                          <a:spcPct val="107000"/>
                        </a:lnSpc>
                        <a:spcAft>
                          <a:spcPts val="0"/>
                        </a:spcAft>
                      </a:pPr>
                      <a:r>
                        <a:rPr lang="en-US" sz="1100">
                          <a:effectLst/>
                        </a:rPr>
                        <a:t>DEFECT TYPE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Usability defect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50273">
                <a:tc>
                  <a:txBody>
                    <a:bodyPr/>
                    <a:lstStyle/>
                    <a:p>
                      <a:pPr>
                        <a:lnSpc>
                          <a:spcPct val="107000"/>
                        </a:lnSpc>
                        <a:spcAft>
                          <a:spcPts val="0"/>
                        </a:spcAft>
                      </a:pPr>
                      <a:r>
                        <a:rPr lang="en-US" sz="1100">
                          <a:effectLst/>
                        </a:rPr>
                        <a:t>SEVERITY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Critical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50273">
                <a:tc>
                  <a:txBody>
                    <a:bodyPr/>
                    <a:lstStyle/>
                    <a:p>
                      <a:pPr>
                        <a:lnSpc>
                          <a:spcPct val="107000"/>
                        </a:lnSpc>
                        <a:spcAft>
                          <a:spcPts val="0"/>
                        </a:spcAft>
                      </a:pPr>
                      <a:r>
                        <a:rPr lang="en-US" sz="1100">
                          <a:effectLst/>
                        </a:rPr>
                        <a:t>PRIORITY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high</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50273">
                <a:tc>
                  <a:txBody>
                    <a:bodyPr/>
                    <a:lstStyle/>
                    <a:p>
                      <a:pPr>
                        <a:lnSpc>
                          <a:spcPct val="107000"/>
                        </a:lnSpc>
                        <a:spcAft>
                          <a:spcPts val="0"/>
                        </a:spcAft>
                      </a:pPr>
                      <a:r>
                        <a:rPr lang="en-US" sz="1100">
                          <a:effectLst/>
                        </a:rPr>
                        <a:t>SUMMERY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Links don’t work</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718674">
                <a:tc>
                  <a:txBody>
                    <a:bodyPr/>
                    <a:lstStyle/>
                    <a:p>
                      <a:pPr>
                        <a:lnSpc>
                          <a:spcPct val="107000"/>
                        </a:lnSpc>
                        <a:spcAft>
                          <a:spcPts val="0"/>
                        </a:spcAft>
                      </a:pPr>
                      <a:r>
                        <a:rPr lang="en-US" sz="1100">
                          <a:effectLst/>
                        </a:rPr>
                        <a:t>DESCRIPTION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The pages looks nice, however some of the buttons and links when clicked don’t do anything.</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50273">
                <a:tc>
                  <a:txBody>
                    <a:bodyPr/>
                    <a:lstStyle/>
                    <a:p>
                      <a:pPr>
                        <a:lnSpc>
                          <a:spcPct val="107000"/>
                        </a:lnSpc>
                        <a:spcAft>
                          <a:spcPts val="0"/>
                        </a:spcAft>
                      </a:pPr>
                      <a:r>
                        <a:rPr lang="en-US" sz="1100">
                          <a:effectLst/>
                        </a:rPr>
                        <a:t>STATUS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dirty="0">
                          <a:effectLst/>
                        </a:rPr>
                        <a:t>closed</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110979782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1000" fill="hold"/>
                                        <p:tgtEl>
                                          <p:spTgt spid="6"/>
                                        </p:tgtEl>
                                        <p:attrNameLst>
                                          <p:attrName>ppt_w</p:attrName>
                                        </p:attrNameLst>
                                      </p:cBhvr>
                                      <p:tavLst>
                                        <p:tav tm="0">
                                          <p:val>
                                            <p:fltVal val="0"/>
                                          </p:val>
                                        </p:tav>
                                        <p:tav tm="100000">
                                          <p:val>
                                            <p:strVal val="#ppt_w"/>
                                          </p:val>
                                        </p:tav>
                                      </p:tavLst>
                                    </p:anim>
                                    <p:anim calcmode="lin" valueType="num">
                                      <p:cBhvr>
                                        <p:cTn id="15" dur="1000" fill="hold"/>
                                        <p:tgtEl>
                                          <p:spTgt spid="6"/>
                                        </p:tgtEl>
                                        <p:attrNameLst>
                                          <p:attrName>ppt_h</p:attrName>
                                        </p:attrNameLst>
                                      </p:cBhvr>
                                      <p:tavLst>
                                        <p:tav tm="0">
                                          <p:val>
                                            <p:fltVal val="0"/>
                                          </p:val>
                                        </p:tav>
                                        <p:tav tm="100000">
                                          <p:val>
                                            <p:strVal val="#ppt_h"/>
                                          </p:val>
                                        </p:tav>
                                      </p:tavLst>
                                    </p:anim>
                                    <p:anim calcmode="lin" valueType="num">
                                      <p:cBhvr>
                                        <p:cTn id="16" dur="1000" fill="hold"/>
                                        <p:tgtEl>
                                          <p:spTgt spid="6"/>
                                        </p:tgtEl>
                                        <p:attrNameLst>
                                          <p:attrName>style.rotation</p:attrName>
                                        </p:attrNameLst>
                                      </p:cBhvr>
                                      <p:tavLst>
                                        <p:tav tm="0">
                                          <p:val>
                                            <p:fltVal val="90"/>
                                          </p:val>
                                        </p:tav>
                                        <p:tav tm="100000">
                                          <p:val>
                                            <p:fltVal val="0"/>
                                          </p:val>
                                        </p:tav>
                                      </p:tavLst>
                                    </p:anim>
                                    <p:animEffect transition="in" filter="fade">
                                      <p:cBhvr>
                                        <p:cTn id="1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NoIndex</a:t>
            </a:r>
            <a:r>
              <a:rPr lang="en-US" dirty="0" smtClean="0"/>
              <a:t> </a:t>
            </a:r>
            <a:r>
              <a:rPr lang="en-US" dirty="0"/>
              <a:t>codes have not been removed</a:t>
            </a:r>
            <a:endParaRPr lang="en-ZA"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092601599"/>
              </p:ext>
            </p:extLst>
          </p:nvPr>
        </p:nvGraphicFramePr>
        <p:xfrm>
          <a:off x="257577" y="1764409"/>
          <a:ext cx="11500834" cy="4919725"/>
        </p:xfrm>
        <a:graphic>
          <a:graphicData uri="http://schemas.openxmlformats.org/drawingml/2006/table">
            <a:tbl>
              <a:tblPr firstRow="1" firstCol="1" bandRow="1">
                <a:tableStyleId>{5C22544A-7EE6-4342-B048-85BDC9FD1C3A}</a:tableStyleId>
              </a:tblPr>
              <a:tblGrid>
                <a:gridCol w="2163422"/>
                <a:gridCol w="9337412"/>
              </a:tblGrid>
              <a:tr h="322419">
                <a:tc>
                  <a:txBody>
                    <a:bodyPr/>
                    <a:lstStyle/>
                    <a:p>
                      <a:pPr>
                        <a:lnSpc>
                          <a:spcPct val="107000"/>
                        </a:lnSpc>
                        <a:spcAft>
                          <a:spcPts val="0"/>
                        </a:spcAft>
                      </a:pPr>
                      <a:r>
                        <a:rPr lang="en-US" sz="1100">
                          <a:effectLst/>
                        </a:rPr>
                        <a:t>BUG ID</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B#4</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661526">
                <a:tc>
                  <a:txBody>
                    <a:bodyPr/>
                    <a:lstStyle/>
                    <a:p>
                      <a:pPr>
                        <a:lnSpc>
                          <a:spcPct val="107000"/>
                        </a:lnSpc>
                        <a:spcAft>
                          <a:spcPts val="0"/>
                        </a:spcAft>
                      </a:pPr>
                      <a:r>
                        <a:rPr lang="en-US" sz="1100">
                          <a:effectLst/>
                        </a:rPr>
                        <a:t>PROJECT NAME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automationpracticeTEST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661526">
                <a:tc>
                  <a:txBody>
                    <a:bodyPr/>
                    <a:lstStyle/>
                    <a:p>
                      <a:pPr>
                        <a:lnSpc>
                          <a:spcPct val="107000"/>
                        </a:lnSpc>
                        <a:spcAft>
                          <a:spcPts val="0"/>
                        </a:spcAft>
                      </a:pPr>
                      <a:r>
                        <a:rPr lang="en-US" sz="1100">
                          <a:effectLst/>
                        </a:rPr>
                        <a:t>MODULE NAME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Module 3</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661526">
                <a:tc>
                  <a:txBody>
                    <a:bodyPr/>
                    <a:lstStyle/>
                    <a:p>
                      <a:pPr>
                        <a:lnSpc>
                          <a:spcPct val="107000"/>
                        </a:lnSpc>
                        <a:spcAft>
                          <a:spcPts val="0"/>
                        </a:spcAft>
                      </a:pPr>
                      <a:r>
                        <a:rPr lang="en-US" sz="1100">
                          <a:effectLst/>
                        </a:rPr>
                        <a:t>LEVEL PHASE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Phase 4</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661526">
                <a:tc>
                  <a:txBody>
                    <a:bodyPr/>
                    <a:lstStyle/>
                    <a:p>
                      <a:pPr>
                        <a:lnSpc>
                          <a:spcPct val="107000"/>
                        </a:lnSpc>
                        <a:spcAft>
                          <a:spcPts val="0"/>
                        </a:spcAft>
                      </a:pPr>
                      <a:r>
                        <a:rPr lang="en-US" sz="1100">
                          <a:effectLst/>
                        </a:rPr>
                        <a:t>DEFECT TYPE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Functional defect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22419">
                <a:tc>
                  <a:txBody>
                    <a:bodyPr/>
                    <a:lstStyle/>
                    <a:p>
                      <a:pPr>
                        <a:lnSpc>
                          <a:spcPct val="107000"/>
                        </a:lnSpc>
                        <a:spcAft>
                          <a:spcPts val="0"/>
                        </a:spcAft>
                      </a:pPr>
                      <a:r>
                        <a:rPr lang="en-US" sz="1100">
                          <a:effectLst/>
                        </a:rPr>
                        <a:t>SEVERITY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Critical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22419">
                <a:tc>
                  <a:txBody>
                    <a:bodyPr/>
                    <a:lstStyle/>
                    <a:p>
                      <a:pPr>
                        <a:lnSpc>
                          <a:spcPct val="107000"/>
                        </a:lnSpc>
                        <a:spcAft>
                          <a:spcPts val="0"/>
                        </a:spcAft>
                      </a:pPr>
                      <a:r>
                        <a:rPr lang="en-US" sz="1100">
                          <a:effectLst/>
                        </a:rPr>
                        <a:t>PRIORITY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high</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22419">
                <a:tc>
                  <a:txBody>
                    <a:bodyPr/>
                    <a:lstStyle/>
                    <a:p>
                      <a:pPr>
                        <a:lnSpc>
                          <a:spcPct val="107000"/>
                        </a:lnSpc>
                        <a:spcAft>
                          <a:spcPts val="0"/>
                        </a:spcAft>
                      </a:pPr>
                      <a:r>
                        <a:rPr lang="en-US" sz="1100">
                          <a:effectLst/>
                        </a:rPr>
                        <a:t>SUMMERY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NoIndex codes have not been removed</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661526">
                <a:tc>
                  <a:txBody>
                    <a:bodyPr/>
                    <a:lstStyle/>
                    <a:p>
                      <a:pPr>
                        <a:lnSpc>
                          <a:spcPct val="107000"/>
                        </a:lnSpc>
                        <a:spcAft>
                          <a:spcPts val="0"/>
                        </a:spcAft>
                      </a:pPr>
                      <a:r>
                        <a:rPr lang="en-US" sz="1100">
                          <a:effectLst/>
                        </a:rPr>
                        <a:t>DESCRIPTION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a no index code is a little snippet of code that you can put on a live page that prevents the site from being crawled by search engines.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22419">
                <a:tc>
                  <a:txBody>
                    <a:bodyPr/>
                    <a:lstStyle/>
                    <a:p>
                      <a:pPr>
                        <a:lnSpc>
                          <a:spcPct val="107000"/>
                        </a:lnSpc>
                        <a:spcAft>
                          <a:spcPts val="0"/>
                        </a:spcAft>
                      </a:pPr>
                      <a:r>
                        <a:rPr lang="en-US" sz="1100">
                          <a:effectLst/>
                        </a:rPr>
                        <a:t>STATUS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dirty="0">
                          <a:effectLst/>
                        </a:rPr>
                        <a:t>closed</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225549034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fltVal val="0"/>
                                          </p:val>
                                        </p:tav>
                                        <p:tav tm="100000">
                                          <p:val>
                                            <p:strVal val="#ppt_w"/>
                                          </p:val>
                                        </p:tav>
                                      </p:tavLst>
                                    </p:anim>
                                    <p:anim calcmode="lin" valueType="num">
                                      <p:cBhvr>
                                        <p:cTn id="15" dur="1000" fill="hold"/>
                                        <p:tgtEl>
                                          <p:spTgt spid="5"/>
                                        </p:tgtEl>
                                        <p:attrNameLst>
                                          <p:attrName>ppt_h</p:attrName>
                                        </p:attrNameLst>
                                      </p:cBhvr>
                                      <p:tavLst>
                                        <p:tav tm="0">
                                          <p:val>
                                            <p:fltVal val="0"/>
                                          </p:val>
                                        </p:tav>
                                        <p:tav tm="100000">
                                          <p:val>
                                            <p:strVal val="#ppt_h"/>
                                          </p:val>
                                        </p:tav>
                                      </p:tavLst>
                                    </p:anim>
                                    <p:anim calcmode="lin" valueType="num">
                                      <p:cBhvr>
                                        <p:cTn id="16" dur="1000" fill="hold"/>
                                        <p:tgtEl>
                                          <p:spTgt spid="5"/>
                                        </p:tgtEl>
                                        <p:attrNameLst>
                                          <p:attrName>style.rotation</p:attrName>
                                        </p:attrNameLst>
                                      </p:cBhvr>
                                      <p:tavLst>
                                        <p:tav tm="0">
                                          <p:val>
                                            <p:fltVal val="90"/>
                                          </p:val>
                                        </p:tav>
                                        <p:tav tm="100000">
                                          <p:val>
                                            <p:fltVal val="0"/>
                                          </p:val>
                                        </p:tav>
                                      </p:tavLst>
                                    </p:anim>
                                    <p:animEffect transition="in" filter="fade">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Slow site speed</a:t>
            </a:r>
            <a:r>
              <a:rPr lang="en-ZA" dirty="0">
                <a:effectLst/>
              </a:rPr>
              <a:t/>
            </a:r>
            <a:br>
              <a:rPr lang="en-ZA" dirty="0">
                <a:effectLst/>
              </a:rPr>
            </a:br>
            <a:endParaRPr lang="en-ZA"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12394890"/>
              </p:ext>
            </p:extLst>
          </p:nvPr>
        </p:nvGraphicFramePr>
        <p:xfrm>
          <a:off x="334850" y="1416675"/>
          <a:ext cx="11668259" cy="5215944"/>
        </p:xfrm>
        <a:graphic>
          <a:graphicData uri="http://schemas.openxmlformats.org/drawingml/2006/table">
            <a:tbl>
              <a:tblPr firstRow="1" firstCol="1" bandRow="1">
                <a:tableStyleId>{5C22544A-7EE6-4342-B048-85BDC9FD1C3A}</a:tableStyleId>
              </a:tblPr>
              <a:tblGrid>
                <a:gridCol w="2194917"/>
                <a:gridCol w="9473342"/>
              </a:tblGrid>
              <a:tr h="319790">
                <a:tc>
                  <a:txBody>
                    <a:bodyPr/>
                    <a:lstStyle/>
                    <a:p>
                      <a:pPr>
                        <a:lnSpc>
                          <a:spcPct val="107000"/>
                        </a:lnSpc>
                        <a:spcAft>
                          <a:spcPts val="0"/>
                        </a:spcAft>
                      </a:pPr>
                      <a:r>
                        <a:rPr lang="en-US" sz="1100">
                          <a:effectLst/>
                        </a:rPr>
                        <a:t>BUG ID</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B#5</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656131">
                <a:tc>
                  <a:txBody>
                    <a:bodyPr/>
                    <a:lstStyle/>
                    <a:p>
                      <a:pPr>
                        <a:lnSpc>
                          <a:spcPct val="107000"/>
                        </a:lnSpc>
                        <a:spcAft>
                          <a:spcPts val="0"/>
                        </a:spcAft>
                      </a:pPr>
                      <a:r>
                        <a:rPr lang="en-US" sz="1100">
                          <a:effectLst/>
                        </a:rPr>
                        <a:t>PROJECT NAME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automationpracticeTEST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656131">
                <a:tc>
                  <a:txBody>
                    <a:bodyPr/>
                    <a:lstStyle/>
                    <a:p>
                      <a:pPr>
                        <a:lnSpc>
                          <a:spcPct val="107000"/>
                        </a:lnSpc>
                        <a:spcAft>
                          <a:spcPts val="0"/>
                        </a:spcAft>
                      </a:pPr>
                      <a:r>
                        <a:rPr lang="en-US" sz="1100">
                          <a:effectLst/>
                        </a:rPr>
                        <a:t>MODULE NAME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Module 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656131">
                <a:tc>
                  <a:txBody>
                    <a:bodyPr/>
                    <a:lstStyle/>
                    <a:p>
                      <a:pPr>
                        <a:lnSpc>
                          <a:spcPct val="107000"/>
                        </a:lnSpc>
                        <a:spcAft>
                          <a:spcPts val="0"/>
                        </a:spcAft>
                      </a:pPr>
                      <a:r>
                        <a:rPr lang="en-US" sz="1100">
                          <a:effectLst/>
                        </a:rPr>
                        <a:t>LEVEL PHASE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Phase 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656131">
                <a:tc>
                  <a:txBody>
                    <a:bodyPr/>
                    <a:lstStyle/>
                    <a:p>
                      <a:pPr>
                        <a:lnSpc>
                          <a:spcPct val="107000"/>
                        </a:lnSpc>
                        <a:spcAft>
                          <a:spcPts val="0"/>
                        </a:spcAft>
                      </a:pPr>
                      <a:r>
                        <a:rPr lang="en-US" sz="1100">
                          <a:effectLst/>
                        </a:rPr>
                        <a:t>DEFECT TYPE</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Performance defect</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9790">
                <a:tc>
                  <a:txBody>
                    <a:bodyPr/>
                    <a:lstStyle/>
                    <a:p>
                      <a:pPr>
                        <a:lnSpc>
                          <a:spcPct val="107000"/>
                        </a:lnSpc>
                        <a:spcAft>
                          <a:spcPts val="0"/>
                        </a:spcAft>
                      </a:pPr>
                      <a:r>
                        <a:rPr lang="en-US" sz="1100">
                          <a:effectLst/>
                        </a:rPr>
                        <a:t>SEVERITY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major</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9790">
                <a:tc>
                  <a:txBody>
                    <a:bodyPr/>
                    <a:lstStyle/>
                    <a:p>
                      <a:pPr>
                        <a:lnSpc>
                          <a:spcPct val="107000"/>
                        </a:lnSpc>
                        <a:spcAft>
                          <a:spcPts val="0"/>
                        </a:spcAft>
                      </a:pPr>
                      <a:r>
                        <a:rPr lang="en-US" sz="1100">
                          <a:effectLst/>
                        </a:rPr>
                        <a:t>PRIORITY</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Medium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9790">
                <a:tc>
                  <a:txBody>
                    <a:bodyPr/>
                    <a:lstStyle/>
                    <a:p>
                      <a:pPr>
                        <a:lnSpc>
                          <a:spcPct val="107000"/>
                        </a:lnSpc>
                        <a:spcAft>
                          <a:spcPts val="0"/>
                        </a:spcAft>
                      </a:pPr>
                      <a:r>
                        <a:rPr lang="en-US" sz="1100">
                          <a:effectLst/>
                        </a:rPr>
                        <a:t>SUMMERY </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Site sped is low</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992470">
                <a:tc>
                  <a:txBody>
                    <a:bodyPr/>
                    <a:lstStyle/>
                    <a:p>
                      <a:pPr>
                        <a:lnSpc>
                          <a:spcPct val="107000"/>
                        </a:lnSpc>
                        <a:spcAft>
                          <a:spcPts val="0"/>
                        </a:spcAft>
                      </a:pPr>
                      <a:r>
                        <a:rPr lang="en-US" sz="1100">
                          <a:effectLst/>
                        </a:rPr>
                        <a:t>DESCRIPTION</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a:effectLst/>
                        </a:rPr>
                        <a:t>Usually, the cause of a slow load time is going to come down to media. Another thing to be aware of is numbers are requests your site is making</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319790">
                <a:tc>
                  <a:txBody>
                    <a:bodyPr/>
                    <a:lstStyle/>
                    <a:p>
                      <a:pPr>
                        <a:lnSpc>
                          <a:spcPct val="107000"/>
                        </a:lnSpc>
                        <a:spcAft>
                          <a:spcPts val="0"/>
                        </a:spcAft>
                      </a:pPr>
                      <a:r>
                        <a:rPr lang="en-US" sz="1100">
                          <a:effectLst/>
                        </a:rPr>
                        <a:t>STATUS</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100" dirty="0">
                          <a:effectLst/>
                        </a:rPr>
                        <a:t>closed</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313954928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1000" fill="hold"/>
                                        <p:tgtEl>
                                          <p:spTgt spid="4"/>
                                        </p:tgtEl>
                                        <p:attrNameLst>
                                          <p:attrName>ppt_w</p:attrName>
                                        </p:attrNameLst>
                                      </p:cBhvr>
                                      <p:tavLst>
                                        <p:tav tm="0">
                                          <p:val>
                                            <p:fltVal val="0"/>
                                          </p:val>
                                        </p:tav>
                                        <p:tav tm="100000">
                                          <p:val>
                                            <p:strVal val="#ppt_w"/>
                                          </p:val>
                                        </p:tav>
                                      </p:tavLst>
                                    </p:anim>
                                    <p:anim calcmode="lin" valueType="num">
                                      <p:cBhvr>
                                        <p:cTn id="15" dur="1000" fill="hold"/>
                                        <p:tgtEl>
                                          <p:spTgt spid="4"/>
                                        </p:tgtEl>
                                        <p:attrNameLst>
                                          <p:attrName>ppt_h</p:attrName>
                                        </p:attrNameLst>
                                      </p:cBhvr>
                                      <p:tavLst>
                                        <p:tav tm="0">
                                          <p:val>
                                            <p:fltVal val="0"/>
                                          </p:val>
                                        </p:tav>
                                        <p:tav tm="100000">
                                          <p:val>
                                            <p:strVal val="#ppt_h"/>
                                          </p:val>
                                        </p:tav>
                                      </p:tavLst>
                                    </p:anim>
                                    <p:anim calcmode="lin" valueType="num">
                                      <p:cBhvr>
                                        <p:cTn id="16" dur="1000" fill="hold"/>
                                        <p:tgtEl>
                                          <p:spTgt spid="4"/>
                                        </p:tgtEl>
                                        <p:attrNameLst>
                                          <p:attrName>style.rotation</p:attrName>
                                        </p:attrNameLst>
                                      </p:cBhvr>
                                      <p:tavLst>
                                        <p:tav tm="0">
                                          <p:val>
                                            <p:fltVal val="90"/>
                                          </p:val>
                                        </p:tav>
                                        <p:tav tm="100000">
                                          <p:val>
                                            <p:fltVal val="0"/>
                                          </p:val>
                                        </p:tav>
                                      </p:tavLst>
                                    </p:anim>
                                    <p:animEffect transition="in" filter="fade">
                                      <p:cBhvr>
                                        <p:cTn id="1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292</TotalTime>
  <Words>1183</Words>
  <Application>Microsoft Office PowerPoint</Application>
  <PresentationFormat>Widescreen</PresentationFormat>
  <Paragraphs>399</Paragraphs>
  <Slides>26</Slides>
  <Notes>0</Notes>
  <HiddenSlides>0</HiddenSlides>
  <MMClips>0</MMClips>
  <ScaleCrop>false</ScaleCrop>
  <HeadingPairs>
    <vt:vector size="10" baseType="variant">
      <vt:variant>
        <vt:lpstr>Fonts Used</vt:lpstr>
      </vt:variant>
      <vt:variant>
        <vt:i4>6</vt:i4>
      </vt:variant>
      <vt:variant>
        <vt:lpstr>Theme</vt:lpstr>
      </vt:variant>
      <vt:variant>
        <vt:i4>1</vt:i4>
      </vt:variant>
      <vt:variant>
        <vt:lpstr>Links</vt:lpstr>
      </vt:variant>
      <vt:variant>
        <vt:i4>1</vt:i4>
      </vt:variant>
      <vt:variant>
        <vt:lpstr>Embedded OLE Servers</vt:lpstr>
      </vt:variant>
      <vt:variant>
        <vt:i4>1</vt:i4>
      </vt:variant>
      <vt:variant>
        <vt:lpstr>Slide Titles</vt:lpstr>
      </vt:variant>
      <vt:variant>
        <vt:i4>26</vt:i4>
      </vt:variant>
    </vt:vector>
  </HeadingPairs>
  <TitlesOfParts>
    <vt:vector size="35" baseType="lpstr">
      <vt:lpstr>Arial</vt:lpstr>
      <vt:lpstr>Bookman Old Style</vt:lpstr>
      <vt:lpstr>Calibri</vt:lpstr>
      <vt:lpstr>Rockwell</vt:lpstr>
      <vt:lpstr>Times New Roman</vt:lpstr>
      <vt:lpstr>Wingdings</vt:lpstr>
      <vt:lpstr>Damask</vt:lpstr>
      <vt:lpstr>C:\Users\User\Desktop\Test.xlsx</vt:lpstr>
      <vt:lpstr>Worksheet</vt:lpstr>
      <vt:lpstr>GROUP 2</vt:lpstr>
      <vt:lpstr>MEET THE TEAM</vt:lpstr>
      <vt:lpstr>Requirement analysis</vt:lpstr>
      <vt:lpstr>General requirements</vt:lpstr>
      <vt:lpstr>Types of tests to be performed</vt:lpstr>
      <vt:lpstr>Testing environments</vt:lpstr>
      <vt:lpstr>Test plan</vt:lpstr>
      <vt:lpstr>SECURITY TESTING</vt:lpstr>
      <vt:lpstr>Interface testing </vt:lpstr>
      <vt:lpstr>Performance testing </vt:lpstr>
      <vt:lpstr>SCOPE OF TESTING</vt:lpstr>
      <vt:lpstr>Test items</vt:lpstr>
      <vt:lpstr>PowerPoint Presentation</vt:lpstr>
      <vt:lpstr>PowerPoint Presentation</vt:lpstr>
      <vt:lpstr>PowerPoint Presentation</vt:lpstr>
      <vt:lpstr>Test environment</vt:lpstr>
      <vt:lpstr>TEST DELIVERABLES </vt:lpstr>
      <vt:lpstr>RESPONSIBILITIES</vt:lpstr>
      <vt:lpstr>PowerPoint Presentation</vt:lpstr>
      <vt:lpstr>SCHEDULE</vt:lpstr>
      <vt:lpstr>Define Test Criteria </vt:lpstr>
      <vt:lpstr>TEST CYCLE CLOSURE</vt:lpstr>
      <vt:lpstr>Responsive website mistakes</vt:lpstr>
      <vt:lpstr>Links and forms aren’t working </vt:lpstr>
      <vt:lpstr>NoIndex codes have not been removed</vt:lpstr>
      <vt:lpstr>Slow site speed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2</dc:title>
  <dc:creator>Microsoft account</dc:creator>
  <cp:lastModifiedBy>Microsoft account</cp:lastModifiedBy>
  <cp:revision>17</cp:revision>
  <dcterms:created xsi:type="dcterms:W3CDTF">2021-11-01T20:32:44Z</dcterms:created>
  <dcterms:modified xsi:type="dcterms:W3CDTF">2021-11-03T10:19:29Z</dcterms:modified>
</cp:coreProperties>
</file>